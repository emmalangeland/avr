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presProps.xml" ContentType="application/vnd.openxmlformats-officedocument.presentationml.presProps+xml"/>
  <Override PartName="/ppt/theme/theme1.xml" ContentType="application/vnd.openxmlformats-officedocument.theme+xml"/>
  <Override PartName="/ppt/theme/theme12.xml" ContentType="application/vnd.openxmlformats-officedocument.theme+xml"/>
  <Override PartName="/ppt/slideLayouts/_rels/slideLayout9.xml.rels" ContentType="application/vnd.openxmlformats-package.relationships+xml"/>
  <Override PartName="/ppt/slideLayouts/_rels/slideLayout8.xml.rels" ContentType="application/vnd.openxmlformats-package.relationships+xml"/>
  <Override PartName="/ppt/slideLayouts/_rels/slideLayout7.xml.rels" ContentType="application/vnd.openxmlformats-package.relationships+xml"/>
  <Override PartName="/ppt/slideLayouts/_rels/slideLayout11.xml.rels" ContentType="application/vnd.openxmlformats-package.relationships+xml"/>
  <Override PartName="/ppt/slideLayouts/_rels/slideLayout3.xml.rels" ContentType="application/vnd.openxmlformats-package.relationships+xml"/>
  <Override PartName="/ppt/slideLayouts/_rels/slideLayout6.xml.rels" ContentType="application/vnd.openxmlformats-package.relationships+xml"/>
  <Override PartName="/ppt/slideLayouts/_rels/slideLayout10.xml.rels" ContentType="application/vnd.openxmlformats-package.relationships+xml"/>
  <Override PartName="/ppt/slideLayouts/_rels/slideLayout2.xml.rels" ContentType="application/vnd.openxmlformats-package.relationships+xml"/>
  <Override PartName="/ppt/slideLayouts/_rels/slideLayout5.xml.rels" ContentType="application/vnd.openxmlformats-package.relationships+xml"/>
  <Override PartName="/ppt/slideLayouts/_rels/slideLayout4.xml.rels" ContentType="application/vnd.openxmlformats-package.relationships+xml"/>
  <Override PartName="/ppt/slideLayouts/_rels/slideLayout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1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_rels/presentation.xml.rels" ContentType="application/vnd.openxmlformats-package.relationships+xml"/>
  <Override PartName="/ppt/notesMasters/_rels/notesMaster1.xml.rels" ContentType="application/vnd.openxmlformats-package.relationships+xml"/>
  <Override PartName="/ppt/notesMasters/notesMaster1.xml" ContentType="application/vnd.openxmlformats-officedocument.presentationml.notesMaster+xml"/>
  <Override PartName="/ppt/media/image28.png" ContentType="image/png"/>
  <Override PartName="/ppt/media/image27.png" ContentType="image/png"/>
  <Override PartName="/ppt/media/image29.png" ContentType="image/png"/>
  <Override PartName="/ppt/media/image26.gif" ContentType="image/gif"/>
  <Override PartName="/ppt/media/image19.png" ContentType="image/png"/>
  <Override PartName="/ppt/media/image24.png" ContentType="image/png"/>
  <Override PartName="/ppt/media/image11.png" ContentType="image/png"/>
  <Override PartName="/ppt/media/image2.png" ContentType="image/png"/>
  <Override PartName="/ppt/media/image34.png" ContentType="image/png"/>
  <Override PartName="/ppt/media/image25.svg" ContentType="image/svg"/>
  <Override PartName="/ppt/media/image5.png" ContentType="image/png"/>
  <Override PartName="/ppt/media/image14.png" ContentType="image/png"/>
  <Override PartName="/ppt/media/image6.svg" ContentType="image/svg"/>
  <Override PartName="/ppt/media/image9.png" ContentType="image/png"/>
  <Override PartName="/ppt/media/image12.svg" ContentType="image/svg"/>
  <Override PartName="/ppt/media/image13.jpeg" ContentType="image/jpeg"/>
  <Override PartName="/ppt/media/image30.svg" ContentType="image/svg"/>
  <Override PartName="/ppt/media/image17.png" ContentType="image/png"/>
  <Override PartName="/ppt/media/image31.png" ContentType="image/png"/>
  <Override PartName="/ppt/media/image32.png" ContentType="image/png"/>
  <Override PartName="/ppt/media/image7.png" ContentType="image/png"/>
  <Override PartName="/ppt/media/image16.png" ContentType="image/png"/>
  <Override PartName="/ppt/media/image8.svg" ContentType="image/svg"/>
  <Override PartName="/ppt/media/image4.svg" ContentType="image/svg"/>
  <Override PartName="/ppt/media/image22.svg" ContentType="image/svg"/>
  <Override PartName="/ppt/media/image35.png" ContentType="image/png"/>
  <Override PartName="/ppt/media/image3.png" ContentType="image/png"/>
  <Override PartName="/ppt/media/image15.png" ContentType="image/png"/>
  <Override PartName="/ppt/media/image18.svg" ContentType="image/svg"/>
  <Override PartName="/ppt/media/image20.svg" ContentType="image/svg"/>
  <Override PartName="/ppt/media/image33.png" ContentType="image/png"/>
  <Override PartName="/ppt/media/image1.png" ContentType="image/png"/>
  <Override PartName="/ppt/media/image21.png" ContentType="image/png"/>
  <Override PartName="/ppt/media/image10.svg" ContentType="image/svg"/>
  <Override PartName="/ppt/media/image23.png" ContentType="image/png"/>
  <Override PartName="/ppt/slides/_rels/slide54.xml.rels" ContentType="application/vnd.openxmlformats-package.relationships+xml"/>
  <Override PartName="/ppt/slides/_rels/slide6.xml.rels" ContentType="application/vnd.openxmlformats-package.relationships+xml"/>
  <Override PartName="/ppt/slides/_rels/slide23.xml.rels" ContentType="application/vnd.openxmlformats-package.relationships+xml"/>
  <Override PartName="/ppt/slides/_rels/slide26.xml.rels" ContentType="application/vnd.openxmlformats-package.relationships+xml"/>
  <Override PartName="/ppt/slides/_rels/slide9.xml.rels" ContentType="application/vnd.openxmlformats-package.relationships+xml"/>
  <Override PartName="/ppt/slides/_rels/slide15.xml.rels" ContentType="application/vnd.openxmlformats-package.relationships+xml"/>
  <Override PartName="/ppt/slides/_rels/slide27.xml.rels" ContentType="application/vnd.openxmlformats-package.relationships+xml"/>
  <Override PartName="/ppt/slides/_rels/slide16.xml.rels" ContentType="application/vnd.openxmlformats-package.relationships+xml"/>
  <Override PartName="/ppt/slides/_rels/slide55.xml.rels" ContentType="application/vnd.openxmlformats-package.relationships+xml"/>
  <Override PartName="/ppt/slides/_rels/slide1.xml.rels" ContentType="application/vnd.openxmlformats-package.relationships+xml"/>
  <Override PartName="/ppt/slides/_rels/slide29.xml.rels" ContentType="application/vnd.openxmlformats-package.relationships+xml"/>
  <Override PartName="/ppt/slides/_rels/slide28.xml.rels" ContentType="application/vnd.openxmlformats-package.relationships+xml"/>
  <Override PartName="/ppt/slides/_rels/slide2.xml.rels" ContentType="application/vnd.openxmlformats-package.relationships+xml"/>
  <Override PartName="/ppt/slides/_rels/slide56.xml.rels" ContentType="application/vnd.openxmlformats-package.relationships+xml"/>
  <Override PartName="/ppt/slides/_rels/slide10.xml.rels" ContentType="application/vnd.openxmlformats-package.relationships+xml"/>
  <Override PartName="/ppt/slides/_rels/slide47.xml.rels" ContentType="application/vnd.openxmlformats-package.relationships+xml"/>
  <Override PartName="/ppt/slides/_rels/slide14.xml.rels" ContentType="application/vnd.openxmlformats-package.relationships+xml"/>
  <Override PartName="/ppt/slides/_rels/slide49.xml.rels" ContentType="application/vnd.openxmlformats-package.relationships+xml"/>
  <Override PartName="/ppt/slides/_rels/slide12.xml.rels" ContentType="application/vnd.openxmlformats-package.relationships+xml"/>
  <Override PartName="/ppt/slides/_rels/slide21.xml.rels" ContentType="application/vnd.openxmlformats-package.relationships+xml"/>
  <Override PartName="/ppt/slides/_rels/slide4.xml.rels" ContentType="application/vnd.openxmlformats-package.relationships+xml"/>
  <Override PartName="/ppt/slides/_rels/slide58.xml.rels" ContentType="application/vnd.openxmlformats-package.relationships+xml"/>
  <Override PartName="/ppt/slides/_rels/slide57.xml.rels" ContentType="application/vnd.openxmlformats-package.relationships+xml"/>
  <Override PartName="/ppt/slides/_rels/slide3.xml.rels" ContentType="application/vnd.openxmlformats-package.relationships+xml"/>
  <Override PartName="/ppt/slides/_rels/slide20.xml.rels" ContentType="application/vnd.openxmlformats-package.relationships+xml"/>
  <Override PartName="/ppt/slides/_rels/slide18.xml.rels" ContentType="application/vnd.openxmlformats-package.relationships+xml"/>
  <Override PartName="/ppt/slides/_rels/slide60.xml.rels" ContentType="application/vnd.openxmlformats-package.relationships+xml"/>
  <Override PartName="/ppt/slides/_rels/slide48.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7.xml.rels" ContentType="application/vnd.openxmlformats-package.relationships+xml"/>
  <Override PartName="/ppt/slides/_rels/slide24.xml.rels" ContentType="application/vnd.openxmlformats-package.relationships+xml"/>
  <Override PartName="/ppt/slides/_rels/slide46.xml.rels" ContentType="application/vnd.openxmlformats-package.relationships+xml"/>
  <Override PartName="/ppt/slides/_rels/slide8.xml.rels" ContentType="application/vnd.openxmlformats-package.relationships+xml"/>
  <Override PartName="/ppt/slides/_rels/slide25.xml.rels" ContentType="application/vnd.openxmlformats-package.relationships+xml"/>
  <Override PartName="/ppt/slides/_rels/slide19.xml.rels" ContentType="application/vnd.openxmlformats-package.relationships+xml"/>
  <Override PartName="/ppt/slides/_rels/slide5.xml.rels" ContentType="application/vnd.openxmlformats-package.relationships+xml"/>
  <Override PartName="/ppt/slides/_rels/slide22.xml.rels" ContentType="application/vnd.openxmlformats-package.relationships+xml"/>
  <Override PartName="/ppt/slides/_rels/slide59.xml.rels" ContentType="application/vnd.openxmlformats-package.relationships+xml"/>
  <Override PartName="/ppt/slides/_rels/slide13.xml.rels" ContentType="application/vnd.openxmlformats-package.relationships+xml"/>
  <Override PartName="/ppt/slides/_rels/slide30.xml.rels" ContentType="application/vnd.openxmlformats-package.relationships+xml"/>
  <Override PartName="/ppt/slides/_rels/slide31.xml.rels" ContentType="application/vnd.openxmlformats-package.relationships+xml"/>
  <Override PartName="/ppt/slides/_rels/slide32.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35.xml.rels" ContentType="application/vnd.openxmlformats-package.relationships+xml"/>
  <Override PartName="/ppt/slides/_rels/slide36.xml.rels" ContentType="application/vnd.openxmlformats-package.relationships+xml"/>
  <Override PartName="/ppt/slides/_rels/slide37.xml.rels" ContentType="application/vnd.openxmlformats-package.relationships+xml"/>
  <Override PartName="/ppt/slides/_rels/slide38.xml.rels" ContentType="application/vnd.openxmlformats-package.relationships+xml"/>
  <Override PartName="/ppt/slides/_rels/slide39.xml.rels" ContentType="application/vnd.openxmlformats-package.relationships+xml"/>
  <Override PartName="/ppt/slides/_rels/slide40.xml.rels" ContentType="application/vnd.openxmlformats-package.relationships+xml"/>
  <Override PartName="/ppt/slides/_rels/slide41.xml.rels" ContentType="application/vnd.openxmlformats-package.relationships+xml"/>
  <Override PartName="/ppt/slides/_rels/slide42.xml.rels" ContentType="application/vnd.openxmlformats-package.relationships+xml"/>
  <Override PartName="/ppt/slides/_rels/slide43.xml.rels" ContentType="application/vnd.openxmlformats-package.relationships+xml"/>
  <Override PartName="/ppt/slides/_rels/slide44.xml.rels" ContentType="application/vnd.openxmlformats-package.relationships+xml"/>
  <Override PartName="/ppt/slides/_rels/slide45.xml.rels" ContentType="application/vnd.openxmlformats-package.relationships+xml"/>
  <Override PartName="/ppt/slides/_rels/slide50.xml.rels" ContentType="application/vnd.openxmlformats-package.relationships+xml"/>
  <Override PartName="/ppt/slides/_rels/slide51.xml.rels" ContentType="application/vnd.openxmlformats-package.relationships+xml"/>
  <Override PartName="/ppt/slides/_rels/slide52.xml.rels" ContentType="application/vnd.openxmlformats-package.relationships+xml"/>
  <Override PartName="/ppt/slides/_rels/slide53.xml.rels" ContentType="application/vnd.openxmlformats-package.relationships+xml"/>
  <Override PartName="/ppt/slides/slide56.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4.xml" ContentType="application/vnd.openxmlformats-officedocument.presentationml.slide+xml"/>
  <Override PartName="/ppt/slides/slide12.xml" ContentType="application/vnd.openxmlformats-officedocument.presentationml.slide+xml"/>
  <Override PartName="/ppt/slides/slide49.xml" ContentType="application/vnd.openxmlformats-officedocument.presentationml.slide+xml"/>
  <Override PartName="/ppt/slides/slide18.xml" ContentType="application/vnd.openxmlformats-officedocument.presentationml.slide+xml"/>
  <Override PartName="/ppt/slides/slide60.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48.xml" ContentType="application/vnd.openxmlformats-officedocument.presentationml.slide+xml"/>
  <Override PartName="/ppt/slides/slide3.xml" ContentType="application/vnd.openxmlformats-officedocument.presentationml.slide+xml"/>
  <Override PartName="/ppt/slides/slide11.xml" ContentType="application/vnd.openxmlformats-officedocument.presentationml.slide+xml"/>
  <Override PartName="/ppt/slides/slide9.xml" ContentType="application/vnd.openxmlformats-officedocument.presentationml.slide+xml"/>
  <Override PartName="/ppt/slides/slide17.xml" ContentType="application/vnd.openxmlformats-officedocument.presentationml.slide+xml"/>
  <Override PartName="/ppt/slides/slide47.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29.xml" ContentType="application/vnd.openxmlformats-officedocument.presentationml.slide+xml"/>
  <Override PartName="/ppt/slides/slide28.xml" ContentType="application/vnd.openxmlformats-officedocument.presentationml.slide+xml"/>
  <Override PartName="/ppt/slides/slide16.xml" ContentType="application/vnd.openxmlformats-officedocument.presentationml.slide+xml"/>
  <Override PartName="/ppt/slides/slide8.xml" ContentType="application/vnd.openxmlformats-officedocument.presentationml.slide+xml"/>
  <Override PartName="/ppt/slides/slide27.xml" ContentType="application/vnd.openxmlformats-officedocument.presentationml.slide+xml"/>
  <Override PartName="/ppt/slides/slide1.xml" ContentType="application/vnd.openxmlformats-officedocument.presentationml.slide+xml"/>
  <Override PartName="/ppt/slides/slide46.xml" ContentType="application/vnd.openxmlformats-officedocument.presentationml.slide+xml"/>
  <Override PartName="/ppt/slides/slide15.xml" ContentType="application/vnd.openxmlformats-officedocument.presentationml.slide+xml"/>
  <Override PartName="/ppt/slides/slide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s/slide5.xml" ContentType="application/vnd.openxmlformats-officedocument.presentationml.slide+xml"/>
  <Override PartName="/ppt/slides/slide1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Slides/notesSlide49.xml" ContentType="application/vnd.openxmlformats-officedocument.presentationml.notesSlide+xml"/>
  <Override PartName="/ppt/notesSlides/notesSlide48.xml" ContentType="application/vnd.openxmlformats-officedocument.presentationml.notesSlide+xml"/>
  <Override PartName="/ppt/notesSlides/notesSlide47.xml" ContentType="application/vnd.openxmlformats-officedocument.presentationml.notesSlide+xml"/>
  <Override PartName="/ppt/notesSlides/notesSlide46.xml" ContentType="application/vnd.openxmlformats-officedocument.presentationml.notesSlide+xml"/>
  <Override PartName="/ppt/notesSlides/notesSlide45.xml" ContentType="application/vnd.openxmlformats-officedocument.presentationml.notesSlide+xml"/>
  <Override PartName="/ppt/notesSlides/notesSlide44.xml" ContentType="application/vnd.openxmlformats-officedocument.presentationml.notesSlide+xml"/>
  <Override PartName="/ppt/notesSlides/notesSlide43.xml" ContentType="application/vnd.openxmlformats-officedocument.presentationml.notesSlide+xml"/>
  <Override PartName="/ppt/notesSlides/notesSlide42.xml" ContentType="application/vnd.openxmlformats-officedocument.presentationml.notesSlide+xml"/>
  <Override PartName="/ppt/notesSlides/notesSlide41.xml" ContentType="application/vnd.openxmlformats-officedocument.presentationml.notesSlide+xml"/>
  <Override PartName="/ppt/notesSlides/notesSlide39.xml" ContentType="application/vnd.openxmlformats-officedocument.presentationml.notesSlide+xml"/>
  <Override PartName="/ppt/notesSlides/notesSlide26.xml" ContentType="application/vnd.openxmlformats-officedocument.presentationml.notesSlide+xml"/>
  <Override PartName="/ppt/notesSlides/notesSlide50.xml" ContentType="application/vnd.openxmlformats-officedocument.presentationml.notesSlide+xml"/>
  <Override PartName="/ppt/notesSlides/notesSlide28.xml" ContentType="application/vnd.openxmlformats-officedocument.presentationml.notesSlide+xml"/>
  <Override PartName="/ppt/notesSlides/notesSlide56.xml" ContentType="application/vnd.openxmlformats-officedocument.presentationml.notesSlide+xml"/>
  <Override PartName="/ppt/notesSlides/notesSlide2.xml" ContentType="application/vnd.openxmlformats-officedocument.presentationml.notesSlide+xml"/>
  <Override PartName="/ppt/notesSlides/notesSlide30.xml" ContentType="application/vnd.openxmlformats-officedocument.presentationml.notesSlide+xml"/>
  <Override PartName="/ppt/notesSlides/notesSlide51.xml" ContentType="application/vnd.openxmlformats-officedocument.presentationml.notesSlide+xml"/>
  <Override PartName="/ppt/notesSlides/notesSlide29.xml" ContentType="application/vnd.openxmlformats-officedocument.presentationml.notesSlide+xml"/>
  <Override PartName="/ppt/notesSlides/notesSlide31.xml" ContentType="application/vnd.openxmlformats-officedocument.presentationml.notesSlide+xml"/>
  <Override PartName="/ppt/notesSlides/notesSlide52.xml" ContentType="application/vnd.openxmlformats-officedocument.presentationml.notesSlide+xml"/>
  <Override PartName="/ppt/notesSlides/_rels/notesSlide40.xml.rels" ContentType="application/vnd.openxmlformats-package.relationships+xml"/>
  <Override PartName="/ppt/notesSlides/_rels/notesSlide38.xml.rels" ContentType="application/vnd.openxmlformats-package.relationships+xml"/>
  <Override PartName="/ppt/notesSlides/_rels/notesSlide37.xml.rels" ContentType="application/vnd.openxmlformats-package.relationships+xml"/>
  <Override PartName="/ppt/notesSlides/_rels/notesSlide35.xml.rels" ContentType="application/vnd.openxmlformats-package.relationships+xml"/>
  <Override PartName="/ppt/notesSlides/_rels/notesSlide34.xml.rels" ContentType="application/vnd.openxmlformats-package.relationships+xml"/>
  <Override PartName="/ppt/notesSlides/_rels/notesSlide33.xml.rels" ContentType="application/vnd.openxmlformats-package.relationships+xml"/>
  <Override PartName="/ppt/notesSlides/_rels/notesSlide32.xml.rels" ContentType="application/vnd.openxmlformats-package.relationships+xml"/>
  <Override PartName="/ppt/notesSlides/_rels/notesSlide57.xml.rels" ContentType="application/vnd.openxmlformats-package.relationships+xml"/>
  <Override PartName="/ppt/notesSlides/_rels/notesSlide20.xml.rels" ContentType="application/vnd.openxmlformats-package.relationships+xml"/>
  <Override PartName="/ppt/notesSlides/_rels/notesSlide52.xml.rels" ContentType="application/vnd.openxmlformats-package.relationships+xml"/>
  <Override PartName="/ppt/notesSlides/_rels/notesSlide2.xml.rels" ContentType="application/vnd.openxmlformats-package.relationships+xml"/>
  <Override PartName="/ppt/notesSlides/_rels/notesSlide48.xml.rels" ContentType="application/vnd.openxmlformats-package.relationships+xml"/>
  <Override PartName="/ppt/notesSlides/_rels/notesSlide50.xml.rels" ContentType="application/vnd.openxmlformats-package.relationships+xml"/>
  <Override PartName="/ppt/notesSlides/_rels/notesSlide26.xml.rels" ContentType="application/vnd.openxmlformats-package.relationships+xml"/>
  <Override PartName="/ppt/notesSlides/_rels/notesSlide39.xml.rels" ContentType="application/vnd.openxmlformats-package.relationships+xml"/>
  <Override PartName="/ppt/notesSlides/_rels/notesSlide41.xml.rels" ContentType="application/vnd.openxmlformats-package.relationships+xml"/>
  <Override PartName="/ppt/notesSlides/_rels/notesSlide42.xml.rels" ContentType="application/vnd.openxmlformats-package.relationships+xml"/>
  <Override PartName="/ppt/notesSlides/_rels/notesSlide43.xml.rels" ContentType="application/vnd.openxmlformats-package.relationships+xml"/>
  <Override PartName="/ppt/notesSlides/_rels/notesSlide44.xml.rels" ContentType="application/vnd.openxmlformats-package.relationships+xml"/>
  <Override PartName="/ppt/notesSlides/_rels/notesSlide45.xml.rels" ContentType="application/vnd.openxmlformats-package.relationships+xml"/>
  <Override PartName="/ppt/notesSlides/_rels/notesSlide46.xml.rels" ContentType="application/vnd.openxmlformats-package.relationships+xml"/>
  <Override PartName="/ppt/notesSlides/_rels/notesSlide47.xml.rels" ContentType="application/vnd.openxmlformats-package.relationships+xml"/>
  <Override PartName="/ppt/notesSlides/_rels/notesSlide49.xml.rels" ContentType="application/vnd.openxmlformats-package.relationships+xml"/>
  <Override PartName="/ppt/notesSlides/_rels/notesSlide51.xml.rels" ContentType="application/vnd.openxmlformats-package.relationships+xml"/>
  <Override PartName="/ppt/notesSlides/_rels/notesSlide56.xml.rels" ContentType="application/vnd.openxmlformats-package.relationships+xml"/>
  <Override PartName="/ppt/notesSlides/_rels/notesSlide28.xml.rels" ContentType="application/vnd.openxmlformats-package.relationships+xml"/>
  <Override PartName="/ppt/notesSlides/_rels/notesSlide30.xml.rels" ContentType="application/vnd.openxmlformats-package.relationships+xml"/>
  <Override PartName="/ppt/notesSlides/_rels/notesSlide29.xml.rels" ContentType="application/vnd.openxmlformats-package.relationships+xml"/>
  <Override PartName="/ppt/notesSlides/_rels/notesSlide31.xml.rels" ContentType="application/vnd.openxmlformats-package.relationships+xml"/>
  <Override PartName="/ppt/notesSlides/_rels/notesSlide53.xml.rels" ContentType="application/vnd.openxmlformats-package.relationships+xml"/>
  <Override PartName="/ppt/notesSlides/_rels/notesSlide54.xml.rels" ContentType="application/vnd.openxmlformats-package.relationships+xml"/>
  <Override PartName="/ppt/notesSlides/_rels/notesSlide55.xml.rels" ContentType="application/vnd.openxmlformats-package.relationships+xml"/>
  <Override PartName="/ppt/notesSlides/_rels/notesSlide25.xml.rels" ContentType="application/vnd.openxmlformats-package.relationships+xml"/>
  <Override PartName="/ppt/notesSlides/_rels/notesSlide24.xml.rels" ContentType="application/vnd.openxmlformats-package.relationships+xml"/>
  <Override PartName="/ppt/notesSlides/_rels/notesSlide22.xml.rels" ContentType="application/vnd.openxmlformats-package.relationships+xml"/>
  <Override PartName="/ppt/notesSlides/_rels/notesSlide59.xml.rels" ContentType="application/vnd.openxmlformats-package.relationships+xml"/>
  <Override PartName="/ppt/notesSlides/_rels/notesSlide23.xml.rels" ContentType="application/vnd.openxmlformats-package.relationships+xml"/>
  <Override PartName="/ppt/notesSlides/_rels/notesSlide21.xml.rels" ContentType="application/vnd.openxmlformats-package.relationships+xml"/>
  <Override PartName="/ppt/notesSlides/_rels/notesSlide58.xml.rels" ContentType="application/vnd.openxmlformats-package.relationship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25.xml" ContentType="application/vnd.openxmlformats-officedocument.presentationml.notes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1.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22.xml" ContentType="application/vnd.openxmlformats-officedocument.presentationml.notesSlide+xml"/>
  <Override PartName="/ppt/notesSlides/notesSlide20.xml" ContentType="application/vnd.openxmlformats-officedocument.presentationml.notesSlide+xml"/>
  <Override PartName="/ppt/notesSlides/notesSlide57.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0.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US" sz="1800" strike="noStrike" u="none">
                <a:solidFill>
                  <a:schemeClr val="lt1"/>
                </a:solidFill>
                <a:effectLst/>
                <a:uFillTx/>
                <a:latin typeface="Calibri"/>
              </a:rPr>
              <a:t>Click to move the slide</a:t>
            </a:r>
            <a:endParaRPr b="0" lang="en-US" sz="1800" strike="noStrike" u="none">
              <a:solidFill>
                <a:schemeClr val="lt1"/>
              </a:solidFill>
              <a:effectLst/>
              <a:uFillTx/>
              <a:latin typeface="Calibri"/>
            </a:endParaRPr>
          </a:p>
        </p:txBody>
      </p:sp>
      <p:sp>
        <p:nvSpPr>
          <p:cNvPr id="60"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en-GB" sz="2000" strike="noStrike" u="none">
                <a:solidFill>
                  <a:srgbClr val="000000"/>
                </a:solidFill>
                <a:effectLst/>
                <a:uFillTx/>
                <a:latin typeface="Arial"/>
              </a:rPr>
              <a:t>Click to edit the notes' format</a:t>
            </a:r>
            <a:endParaRPr b="0" lang="en-GB" sz="2000" strike="noStrike" u="none">
              <a:solidFill>
                <a:srgbClr val="000000"/>
              </a:solidFill>
              <a:effectLst/>
              <a:uFillTx/>
              <a:latin typeface="Arial"/>
            </a:endParaRPr>
          </a:p>
        </p:txBody>
      </p:sp>
      <p:sp>
        <p:nvSpPr>
          <p:cNvPr id="61"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en-GB" sz="1400" strike="noStrike" u="none">
                <a:solidFill>
                  <a:srgbClr val="000000"/>
                </a:solidFill>
                <a:effectLst/>
                <a:uFillTx/>
                <a:latin typeface="Times New Roman"/>
              </a:rPr>
              <a:t>&lt;header&gt;</a:t>
            </a:r>
            <a:endParaRPr b="0" lang="en-GB" sz="1400" strike="noStrike" u="none">
              <a:solidFill>
                <a:srgbClr val="000000"/>
              </a:solidFill>
              <a:effectLst/>
              <a:uFillTx/>
              <a:latin typeface="Times New Roman"/>
            </a:endParaRPr>
          </a:p>
        </p:txBody>
      </p:sp>
      <p:sp>
        <p:nvSpPr>
          <p:cNvPr id="62" name="PlaceHolder 4"/>
          <p:cNvSpPr>
            <a:spLocks noGrp="1"/>
          </p:cNvSpPr>
          <p:nvPr>
            <p:ph type="dt" idx="34"/>
          </p:nvPr>
        </p:nvSpPr>
        <p:spPr>
          <a:xfrm>
            <a:off x="4278960" y="0"/>
            <a:ext cx="3280680" cy="534240"/>
          </a:xfrm>
          <a:prstGeom prst="rect">
            <a:avLst/>
          </a:prstGeom>
          <a:noFill/>
          <a:ln w="0">
            <a:noFill/>
          </a:ln>
        </p:spPr>
        <p:txBody>
          <a:bodyPr lIns="0" rIns="0" tIns="0" bIns="0" anchor="t">
            <a:noAutofit/>
          </a:bodyPr>
          <a:lstStyle>
            <a:lvl1pPr indent="0" algn="r">
              <a:buNone/>
              <a:defRPr b="0" lang="en-GB" sz="1400" strike="noStrike" u="none">
                <a:solidFill>
                  <a:srgbClr val="000000"/>
                </a:solidFill>
                <a:effectLst/>
                <a:uFillTx/>
                <a:latin typeface="Times New Roman"/>
              </a:defRPr>
            </a:lvl1pPr>
          </a:lstStyle>
          <a:p>
            <a:pPr indent="0" algn="r">
              <a:buNone/>
            </a:pPr>
            <a:r>
              <a:rPr b="0" lang="en-GB" sz="1400" strike="noStrike" u="none">
                <a:solidFill>
                  <a:srgbClr val="000000"/>
                </a:solidFill>
                <a:effectLst/>
                <a:uFillTx/>
                <a:latin typeface="Times New Roman"/>
              </a:rPr>
              <a:t>&lt;date/time&gt;</a:t>
            </a:r>
            <a:endParaRPr b="0" lang="en-GB" sz="1400" strike="noStrike" u="none">
              <a:solidFill>
                <a:srgbClr val="000000"/>
              </a:solidFill>
              <a:effectLst/>
              <a:uFillTx/>
              <a:latin typeface="Times New Roman"/>
            </a:endParaRPr>
          </a:p>
        </p:txBody>
      </p:sp>
      <p:sp>
        <p:nvSpPr>
          <p:cNvPr id="63" name="PlaceHolder 5"/>
          <p:cNvSpPr>
            <a:spLocks noGrp="1"/>
          </p:cNvSpPr>
          <p:nvPr>
            <p:ph type="ftr" idx="35"/>
          </p:nvPr>
        </p:nvSpPr>
        <p:spPr>
          <a:xfrm>
            <a:off x="0" y="10157400"/>
            <a:ext cx="3280680" cy="534240"/>
          </a:xfrm>
          <a:prstGeom prst="rect">
            <a:avLst/>
          </a:prstGeom>
          <a:noFill/>
          <a:ln w="0">
            <a:noFill/>
          </a:ln>
        </p:spPr>
        <p:txBody>
          <a:bodyPr lIns="0" rIns="0" tIns="0" bIns="0" anchor="b">
            <a:noAutofit/>
          </a:bodyPr>
          <a:lstStyle>
            <a:lvl1pPr indent="0">
              <a:buNone/>
              <a:defRPr b="0" lang="en-GB" sz="1400" strike="noStrike" u="none">
                <a:solidFill>
                  <a:srgbClr val="000000"/>
                </a:solidFill>
                <a:effectLst/>
                <a:uFillTx/>
                <a:latin typeface="Times New Roman"/>
              </a:defRPr>
            </a:lvl1pPr>
          </a:lstStyle>
          <a:p>
            <a:pPr indent="0">
              <a:buNone/>
            </a:pPr>
            <a:r>
              <a:rPr b="0" lang="en-GB" sz="1400" strike="noStrike" u="none">
                <a:solidFill>
                  <a:srgbClr val="000000"/>
                </a:solidFill>
                <a:effectLst/>
                <a:uFillTx/>
                <a:latin typeface="Times New Roman"/>
              </a:rPr>
              <a:t>&lt;footer&gt;</a:t>
            </a:r>
            <a:endParaRPr b="0" lang="en-GB" sz="1400" strike="noStrike" u="none">
              <a:solidFill>
                <a:srgbClr val="000000"/>
              </a:solidFill>
              <a:effectLst/>
              <a:uFillTx/>
              <a:latin typeface="Times New Roman"/>
            </a:endParaRPr>
          </a:p>
        </p:txBody>
      </p:sp>
      <p:sp>
        <p:nvSpPr>
          <p:cNvPr id="64" name="PlaceHolder 6"/>
          <p:cNvSpPr>
            <a:spLocks noGrp="1"/>
          </p:cNvSpPr>
          <p:nvPr>
            <p:ph type="sldNum" idx="36"/>
          </p:nvPr>
        </p:nvSpPr>
        <p:spPr>
          <a:xfrm>
            <a:off x="4278960" y="10157400"/>
            <a:ext cx="3280680" cy="534240"/>
          </a:xfrm>
          <a:prstGeom prst="rect">
            <a:avLst/>
          </a:prstGeom>
          <a:noFill/>
          <a:ln w="0">
            <a:noFill/>
          </a:ln>
        </p:spPr>
        <p:txBody>
          <a:bodyPr lIns="0" rIns="0" tIns="0" bIns="0" anchor="b">
            <a:noAutofit/>
          </a:bodyPr>
          <a:lstStyle>
            <a:lvl1pPr indent="0" algn="r">
              <a:buNone/>
              <a:defRPr b="0" lang="en-GB" sz="1400" strike="noStrike" u="none">
                <a:solidFill>
                  <a:srgbClr val="000000"/>
                </a:solidFill>
                <a:effectLst/>
                <a:uFillTx/>
                <a:latin typeface="Times New Roman"/>
              </a:defRPr>
            </a:lvl1pPr>
          </a:lstStyle>
          <a:p>
            <a:pPr indent="0" algn="r">
              <a:buNone/>
            </a:pPr>
            <a:fld id="{C5D93B39-FA78-49A4-B522-29860395E5B5}" type="slidenum">
              <a:rPr b="0" lang="en-GB" sz="1400" strike="noStrike" u="none">
                <a:solidFill>
                  <a:srgbClr val="000000"/>
                </a:solidFill>
                <a:effectLst/>
                <a:uFillTx/>
                <a:latin typeface="Times New Roman"/>
              </a:rPr>
              <a:t>&lt;number&gt;</a:t>
            </a:fld>
            <a:endParaRPr b="0" lang="en-GB"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8.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3.xml.rels><?xml version="1.0" encoding="UTF-8"?>
<Relationships xmlns="http://schemas.openxmlformats.org/package/2006/relationships"><Relationship Id="rId1" Type="http://schemas.openxmlformats.org/officeDocument/2006/relationships/slide" Target="../slides/slide33.xml"/><Relationship Id="rId2" Type="http://schemas.openxmlformats.org/officeDocument/2006/relationships/notesMaster" Target="../notesMasters/notesMaster1.xml"/>
</Relationships>
</file>

<file path=ppt/notesSlides/_rels/notesSlide34.xml.rels><?xml version="1.0" encoding="UTF-8"?>
<Relationships xmlns="http://schemas.openxmlformats.org/package/2006/relationships"><Relationship Id="rId1" Type="http://schemas.openxmlformats.org/officeDocument/2006/relationships/slide" Target="../slides/slide34.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7.xml.rels><?xml version="1.0" encoding="UTF-8"?>
<Relationships xmlns="http://schemas.openxmlformats.org/package/2006/relationships"><Relationship Id="rId1" Type="http://schemas.openxmlformats.org/officeDocument/2006/relationships/slide" Target="../slides/slide37.xml"/><Relationship Id="rId2" Type="http://schemas.openxmlformats.org/officeDocument/2006/relationships/notesMaster" Target="../notesMasters/notesMaster1.xml"/>
</Relationships>
</file>

<file path=ppt/notesSlides/_rels/notesSlide38.xml.rels><?xml version="1.0" encoding="UTF-8"?>
<Relationships xmlns="http://schemas.openxmlformats.org/package/2006/relationships"><Relationship Id="rId1" Type="http://schemas.openxmlformats.org/officeDocument/2006/relationships/slide" Target="../slides/slide38.xml"/><Relationship Id="rId2" Type="http://schemas.openxmlformats.org/officeDocument/2006/relationships/notesMaster" Target="../notesMasters/notesMaster1.xml"/>
</Relationships>
</file>

<file path=ppt/notesSlides/_rels/notesSlide39.xml.rels><?xml version="1.0" encoding="UTF-8"?>
<Relationships xmlns="http://schemas.openxmlformats.org/package/2006/relationships"><Relationship Id="rId1" Type="http://schemas.openxmlformats.org/officeDocument/2006/relationships/slide" Target="../slides/slide39.xml"/><Relationship Id="rId2" Type="http://schemas.openxmlformats.org/officeDocument/2006/relationships/notesMaster" Target="../notesMasters/notesMaster1.xml"/>
</Relationships>
</file>

<file path=ppt/notesSlides/_rels/notesSlide40.xml.rels><?xml version="1.0" encoding="UTF-8"?>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
</Relationships>
</file>

<file path=ppt/notesSlides/_rels/notesSlide41.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
</Relationships>
</file>

<file path=ppt/notesSlides/_rels/notesSlide42.xml.rels><?xml version="1.0" encoding="UTF-8"?>
<Relationships xmlns="http://schemas.openxmlformats.org/package/2006/relationships"><Relationship Id="rId1" Type="http://schemas.openxmlformats.org/officeDocument/2006/relationships/slide" Target="../slides/slide42.xml"/><Relationship Id="rId2" Type="http://schemas.openxmlformats.org/officeDocument/2006/relationships/notesMaster" Target="../notesMasters/notesMaster1.xml"/>
</Relationships>
</file>

<file path=ppt/notesSlides/_rels/notesSlide43.xml.rels><?xml version="1.0" encoding="UTF-8"?>
<Relationships xmlns="http://schemas.openxmlformats.org/package/2006/relationships"><Relationship Id="rId1" Type="http://schemas.openxmlformats.org/officeDocument/2006/relationships/slide" Target="../slides/slide43.xml"/><Relationship Id="rId2" Type="http://schemas.openxmlformats.org/officeDocument/2006/relationships/notesMaster" Target="../notesMasters/notesMaster1.xml"/>
</Relationships>
</file>

<file path=ppt/notesSlides/_rels/notesSlide44.xml.rels><?xml version="1.0" encoding="UTF-8"?>
<Relationships xmlns="http://schemas.openxmlformats.org/package/2006/relationships"><Relationship Id="rId1" Type="http://schemas.openxmlformats.org/officeDocument/2006/relationships/slide" Target="../slides/slide44.xml"/><Relationship Id="rId2" Type="http://schemas.openxmlformats.org/officeDocument/2006/relationships/notesMaster" Target="../notesMasters/notesMaster1.xml"/>
</Relationships>
</file>

<file path=ppt/notesSlides/_rels/notesSlide45.xml.rels><?xml version="1.0" encoding="UTF-8"?>
<Relationships xmlns="http://schemas.openxmlformats.org/package/2006/relationships"><Relationship Id="rId1" Type="http://schemas.openxmlformats.org/officeDocument/2006/relationships/slide" Target="../slides/slide45.xml"/><Relationship Id="rId2" Type="http://schemas.openxmlformats.org/officeDocument/2006/relationships/notesMaster" Target="../notesMasters/notesMaster1.xml"/>
</Relationships>
</file>

<file path=ppt/notesSlides/_rels/notesSlide46.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
</Relationships>
</file>

<file path=ppt/notesSlides/_rels/notesSlide47.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
</Relationships>
</file>

<file path=ppt/notesSlides/_rels/notesSlide48.xml.rels><?xml version="1.0" encoding="UTF-8"?>
<Relationships xmlns="http://schemas.openxmlformats.org/package/2006/relationships"><Relationship Id="rId1" Type="http://schemas.openxmlformats.org/officeDocument/2006/relationships/slide" Target="../slides/slide48.xml"/><Relationship Id="rId2" Type="http://schemas.openxmlformats.org/officeDocument/2006/relationships/notesMaster" Target="../notesMasters/notesMaster1.xml"/>
</Relationships>
</file>

<file path=ppt/notesSlides/_rels/notesSlide49.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
</Relationships>
</file>

<file path=ppt/notesSlides/_rels/notesSlide50.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
</Relationships>
</file>

<file path=ppt/notesSlides/_rels/notesSlide51.xml.rels><?xml version="1.0" encoding="UTF-8"?>
<Relationships xmlns="http://schemas.openxmlformats.org/package/2006/relationships"><Relationship Id="rId1" Type="http://schemas.openxmlformats.org/officeDocument/2006/relationships/slide" Target="../slides/slide51.xml"/><Relationship Id="rId2" Type="http://schemas.openxmlformats.org/officeDocument/2006/relationships/notesMaster" Target="../notesMasters/notesMaster1.xml"/>
</Relationships>
</file>

<file path=ppt/notesSlides/_rels/notesSlide52.xml.rels><?xml version="1.0" encoding="UTF-8"?>
<Relationships xmlns="http://schemas.openxmlformats.org/package/2006/relationships"><Relationship Id="rId1" Type="http://schemas.openxmlformats.org/officeDocument/2006/relationships/slide" Target="../slides/slide52.xml"/><Relationship Id="rId2" Type="http://schemas.openxmlformats.org/officeDocument/2006/relationships/notesMaster" Target="../notesMasters/notesMaster1.xml"/>
</Relationships>
</file>

<file path=ppt/notesSlides/_rels/notesSlide53.xml.rels><?xml version="1.0" encoding="UTF-8"?>
<Relationships xmlns="http://schemas.openxmlformats.org/package/2006/relationships"><Relationship Id="rId1" Type="http://schemas.openxmlformats.org/officeDocument/2006/relationships/slide" Target="../slides/slide53.xml"/><Relationship Id="rId2" Type="http://schemas.openxmlformats.org/officeDocument/2006/relationships/notesMaster" Target="../notesMasters/notesMaster1.xml"/>
</Relationships>
</file>

<file path=ppt/notesSlides/_rels/notesSlide54.xml.rels><?xml version="1.0" encoding="UTF-8"?>
<Relationships xmlns="http://schemas.openxmlformats.org/package/2006/relationships"><Relationship Id="rId1" Type="http://schemas.openxmlformats.org/officeDocument/2006/relationships/slide" Target="../slides/slide54.xml"/><Relationship Id="rId2" Type="http://schemas.openxmlformats.org/officeDocument/2006/relationships/notesMaster" Target="../notesMasters/notesMaster1.xml"/>
</Relationships>
</file>

<file path=ppt/notesSlides/_rels/notesSlide55.xml.rels><?xml version="1.0" encoding="UTF-8"?>
<Relationships xmlns="http://schemas.openxmlformats.org/package/2006/relationships"><Relationship Id="rId1" Type="http://schemas.openxmlformats.org/officeDocument/2006/relationships/slide" Target="../slides/slide55.xml"/><Relationship Id="rId2" Type="http://schemas.openxmlformats.org/officeDocument/2006/relationships/notesMaster" Target="../notesMasters/notesMaster1.xml"/>
</Relationships>
</file>

<file path=ppt/notesSlides/_rels/notesSlide56.xml.rels><?xml version="1.0" encoding="UTF-8"?>
<Relationships xmlns="http://schemas.openxmlformats.org/package/2006/relationships"><Relationship Id="rId1" Type="http://schemas.openxmlformats.org/officeDocument/2006/relationships/slide" Target="../slides/slide56.xml"/><Relationship Id="rId2" Type="http://schemas.openxmlformats.org/officeDocument/2006/relationships/notesMaster" Target="../notesMasters/notesMaster1.xml"/>
</Relationships>
</file>

<file path=ppt/notesSlides/_rels/notesSlide57.xml.rels><?xml version="1.0" encoding="UTF-8"?>
<Relationships xmlns="http://schemas.openxmlformats.org/package/2006/relationships"><Relationship Id="rId1" Type="http://schemas.openxmlformats.org/officeDocument/2006/relationships/slide" Target="../slides/slide57.xml"/><Relationship Id="rId2" Type="http://schemas.openxmlformats.org/officeDocument/2006/relationships/notesMaster" Target="../notesMasters/notesMaster1.xml"/>
</Relationships>
</file>

<file path=ppt/notesSlides/_rels/notesSlide58.xml.rels><?xml version="1.0" encoding="UTF-8"?>
<Relationships xmlns="http://schemas.openxmlformats.org/package/2006/relationships"><Relationship Id="rId1" Type="http://schemas.openxmlformats.org/officeDocument/2006/relationships/slide" Target="../slides/slide58.xml"/><Relationship Id="rId2" Type="http://schemas.openxmlformats.org/officeDocument/2006/relationships/notesMaster" Target="../notesMasters/notesMaster1.xml"/>
</Relationships>
</file>

<file path=ppt/notesSlides/_rels/notesSlide59.xml.rels><?xml version="1.0" encoding="UTF-8"?>
<Relationships xmlns="http://schemas.openxmlformats.org/package/2006/relationships"><Relationship Id="rId1" Type="http://schemas.openxmlformats.org/officeDocument/2006/relationships/slide" Target="../slides/slide59.xml"/><Relationship Id="rId2" Type="http://schemas.openxmlformats.org/officeDocument/2006/relationships/notesMaster" Target="../notesMasters/notesMaster1.xml"/>
</Relationship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685800" y="1143000"/>
            <a:ext cx="5486040" cy="3085920"/>
          </a:xfrm>
          <a:prstGeom prst="rect">
            <a:avLst/>
          </a:prstGeom>
          <a:ln w="0">
            <a:noFill/>
          </a:ln>
        </p:spPr>
      </p:sp>
      <p:sp>
        <p:nvSpPr>
          <p:cNvPr id="63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There are a lot of different concepts for this day, just to prepare you. I want you to keep in mind that on the last day there are a lot fewer new concepts and in general less programming to do, so it’s totally fine to not finish all tasks from this day today. There should be enough time in these last two days combined to do all the tasks. And as always, ask us if you need help.</a:t>
            </a:r>
            <a:endParaRPr b="0" lang="en-GB" sz="2000" strike="noStrike" u="none">
              <a:solidFill>
                <a:srgbClr val="000000"/>
              </a:solidFill>
              <a:effectLst/>
              <a:uFillTx/>
              <a:latin typeface="Arial"/>
            </a:endParaRPr>
          </a:p>
        </p:txBody>
      </p:sp>
      <p:sp>
        <p:nvSpPr>
          <p:cNvPr id="632" name="PlaceHolder 3"/>
          <p:cNvSpPr>
            <a:spLocks noGrp="1"/>
          </p:cNvSpPr>
          <p:nvPr>
            <p:ph type="sldNum" idx="3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2541E999-2278-4B9C-89F8-92C08B404E54}"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685800" y="1143000"/>
            <a:ext cx="5486040" cy="3085920"/>
          </a:xfrm>
          <a:prstGeom prst="rect">
            <a:avLst/>
          </a:prstGeom>
          <a:ln w="0">
            <a:noFill/>
          </a:ln>
        </p:spPr>
      </p:sp>
      <p:sp>
        <p:nvSpPr>
          <p:cNvPr id="63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 guess a good analogy is browsing the news on your phone, getting a snapchat notification, responding to it and then going back to browsing the news</a:t>
            </a:r>
            <a:endParaRPr b="0" lang="en-GB" sz="2000" strike="noStrike" u="none">
              <a:solidFill>
                <a:srgbClr val="000000"/>
              </a:solidFill>
              <a:effectLst/>
              <a:uFillTx/>
              <a:latin typeface="Arial"/>
            </a:endParaRPr>
          </a:p>
        </p:txBody>
      </p:sp>
      <p:sp>
        <p:nvSpPr>
          <p:cNvPr id="635" name="PlaceHolder 3"/>
          <p:cNvSpPr>
            <a:spLocks noGrp="1"/>
          </p:cNvSpPr>
          <p:nvPr>
            <p:ph type="sldNum" idx="3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9EB68A1A-43DE-42E7-89DA-6DF5508BBB23}"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685800" y="1143000"/>
            <a:ext cx="5486040" cy="3085920"/>
          </a:xfrm>
          <a:prstGeom prst="rect">
            <a:avLst/>
          </a:prstGeom>
          <a:ln w="0">
            <a:noFill/>
          </a:ln>
        </p:spPr>
      </p:sp>
      <p:sp>
        <p:nvSpPr>
          <p:cNvPr id="63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We care because on microcontrollers we are usually just running on a single core. And often we have limited processing capabilities. It would be a waste to continuously ask the timer if it has counted to 10. Rather we want to have a notification when the timer has counted to 10 so that we can do other things in the meantime. It frees up the CPU to do other things.</a:t>
            </a:r>
            <a:endParaRPr b="0" lang="en-GB" sz="2000" strike="noStrike" u="none">
              <a:solidFill>
                <a:srgbClr val="000000"/>
              </a:solidFill>
              <a:effectLst/>
              <a:uFillTx/>
              <a:latin typeface="Arial"/>
            </a:endParaRPr>
          </a:p>
        </p:txBody>
      </p:sp>
      <p:sp>
        <p:nvSpPr>
          <p:cNvPr id="638" name="PlaceHolder 3"/>
          <p:cNvSpPr>
            <a:spLocks noGrp="1"/>
          </p:cNvSpPr>
          <p:nvPr>
            <p:ph type="sldNum" idx="3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B998F63C-09D4-474B-85A6-B831CA5B6DCF}"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Img"/>
          </p:nvPr>
        </p:nvSpPr>
        <p:spPr>
          <a:xfrm>
            <a:off x="685800" y="1143000"/>
            <a:ext cx="5486040" cy="3085920"/>
          </a:xfrm>
          <a:prstGeom prst="rect">
            <a:avLst/>
          </a:prstGeom>
          <a:ln w="0">
            <a:noFill/>
          </a:ln>
        </p:spPr>
      </p:sp>
      <p:sp>
        <p:nvSpPr>
          <p:cNvPr id="64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41" name="PlaceHolder 3"/>
          <p:cNvSpPr>
            <a:spLocks noGrp="1"/>
          </p:cNvSpPr>
          <p:nvPr>
            <p:ph type="sldNum" idx="4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A7E19B8C-98E0-4EFF-BD9F-B43446D36F2E}"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685800" y="1143000"/>
            <a:ext cx="5486040" cy="3085920"/>
          </a:xfrm>
          <a:prstGeom prst="rect">
            <a:avLst/>
          </a:prstGeom>
          <a:ln w="0">
            <a:noFill/>
          </a:ln>
        </p:spPr>
      </p:sp>
      <p:sp>
        <p:nvSpPr>
          <p:cNvPr id="64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Here it is important that one mentions the different syntax for the ISR and that we have to acknowledge the interrupt.</a:t>
            </a:r>
            <a:endParaRPr b="0" lang="en-GB" sz="2000" strike="noStrike" u="none">
              <a:solidFill>
                <a:srgbClr val="000000"/>
              </a:solidFill>
              <a:effectLst/>
              <a:uFillTx/>
              <a:latin typeface="Arial"/>
            </a:endParaRPr>
          </a:p>
        </p:txBody>
      </p:sp>
      <p:sp>
        <p:nvSpPr>
          <p:cNvPr id="644" name="PlaceHolder 3"/>
          <p:cNvSpPr>
            <a:spLocks noGrp="1"/>
          </p:cNvSpPr>
          <p:nvPr>
            <p:ph type="sldNum" idx="4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66B9C0B6-3730-4F3D-A256-C64D69EC759B}"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685800" y="1143000"/>
            <a:ext cx="5486040" cy="3085920"/>
          </a:xfrm>
          <a:prstGeom prst="rect">
            <a:avLst/>
          </a:prstGeom>
          <a:ln w="0">
            <a:noFill/>
          </a:ln>
        </p:spPr>
      </p:sp>
      <p:sp>
        <p:nvSpPr>
          <p:cNvPr id="64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Mention that they’ll see sei(); in the code. It means set enable interrupts(). If one would like to disable interrupts one can use cli(). Mention that for the timer we’ve spoken about we’re interested in the OVF interrupt.</a:t>
            </a:r>
            <a:endParaRPr b="0" lang="en-GB" sz="2000" strike="noStrike" u="none">
              <a:solidFill>
                <a:srgbClr val="000000"/>
              </a:solidFill>
              <a:effectLst/>
              <a:uFillTx/>
              <a:latin typeface="Arial"/>
            </a:endParaRPr>
          </a:p>
        </p:txBody>
      </p:sp>
      <p:sp>
        <p:nvSpPr>
          <p:cNvPr id="647" name="PlaceHolder 3"/>
          <p:cNvSpPr>
            <a:spLocks noGrp="1"/>
          </p:cNvSpPr>
          <p:nvPr>
            <p:ph type="sldNum" idx="4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92208A56-B365-42B1-8D58-99F8665EEC42}"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Img"/>
          </p:nvPr>
        </p:nvSpPr>
        <p:spPr>
          <a:xfrm>
            <a:off x="685800" y="1143000"/>
            <a:ext cx="5486040" cy="3085920"/>
          </a:xfrm>
          <a:prstGeom prst="rect">
            <a:avLst/>
          </a:prstGeom>
          <a:ln w="0">
            <a:noFill/>
          </a:ln>
        </p:spPr>
      </p:sp>
      <p:sp>
        <p:nvSpPr>
          <p:cNvPr id="64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50" name="PlaceHolder 3"/>
          <p:cNvSpPr>
            <a:spLocks noGrp="1"/>
          </p:cNvSpPr>
          <p:nvPr>
            <p:ph type="sldNum" idx="4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0AA24FF8-4132-4CC2-99A5-387983F2AEFD}"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Img"/>
          </p:nvPr>
        </p:nvSpPr>
        <p:spPr>
          <a:xfrm>
            <a:off x="685800" y="1143000"/>
            <a:ext cx="5486040" cy="3085920"/>
          </a:xfrm>
          <a:prstGeom prst="rect">
            <a:avLst/>
          </a:prstGeom>
          <a:ln w="0">
            <a:noFill/>
          </a:ln>
        </p:spPr>
      </p:sp>
      <p:sp>
        <p:nvSpPr>
          <p:cNvPr id="65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53" name="PlaceHolder 3"/>
          <p:cNvSpPr>
            <a:spLocks noGrp="1"/>
          </p:cNvSpPr>
          <p:nvPr>
            <p:ph type="sldNum" idx="4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3D49AE8A-71DC-4605-8DD9-510E17EE83FE}"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685800" y="1143000"/>
            <a:ext cx="5486040" cy="3085920"/>
          </a:xfrm>
          <a:prstGeom prst="rect">
            <a:avLst/>
          </a:prstGeom>
          <a:ln w="0">
            <a:noFill/>
          </a:ln>
        </p:spPr>
      </p:sp>
      <p:sp>
        <p:nvSpPr>
          <p:cNvPr id="65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56" name="PlaceHolder 3"/>
          <p:cNvSpPr>
            <a:spLocks noGrp="1"/>
          </p:cNvSpPr>
          <p:nvPr>
            <p:ph type="sldNum" idx="4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983AF843-8708-4461-85D3-85FCE369CC8A}"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7" name="PlaceHolder 1"/>
          <p:cNvSpPr>
            <a:spLocks noGrp="1"/>
          </p:cNvSpPr>
          <p:nvPr>
            <p:ph type="sldImg"/>
          </p:nvPr>
        </p:nvSpPr>
        <p:spPr>
          <a:xfrm>
            <a:off x="685800" y="1143000"/>
            <a:ext cx="5486040" cy="3085920"/>
          </a:xfrm>
          <a:prstGeom prst="rect">
            <a:avLst/>
          </a:prstGeom>
          <a:ln w="0">
            <a:noFill/>
          </a:ln>
        </p:spPr>
      </p:sp>
      <p:sp>
        <p:nvSpPr>
          <p:cNvPr id="65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59" name="PlaceHolder 3"/>
          <p:cNvSpPr>
            <a:spLocks noGrp="1"/>
          </p:cNvSpPr>
          <p:nvPr>
            <p:ph type="sldNum" idx="4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02AE35DB-84DA-4C3D-B4B0-6B7B4930FEC2}"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0" name="PlaceHolder 1"/>
          <p:cNvSpPr>
            <a:spLocks noGrp="1"/>
          </p:cNvSpPr>
          <p:nvPr>
            <p:ph type="sldImg"/>
          </p:nvPr>
        </p:nvSpPr>
        <p:spPr>
          <a:xfrm>
            <a:off x="685800" y="1143000"/>
            <a:ext cx="5486040" cy="3085920"/>
          </a:xfrm>
          <a:prstGeom prst="rect">
            <a:avLst/>
          </a:prstGeom>
          <a:ln w="0">
            <a:noFill/>
          </a:ln>
        </p:spPr>
      </p:sp>
      <p:sp>
        <p:nvSpPr>
          <p:cNvPr id="66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PWM is used in a lot of things. For example, motor control, LED brightness, digital to analog converters. Say you are building a radio controlled toy car, and you’d like to control how fast the car goes forward. You can do that by using PWM with the motors.</a:t>
            </a:r>
            <a:endParaRPr b="0" lang="en-GB" sz="2000" strike="noStrike" u="none">
              <a:solidFill>
                <a:srgbClr val="000000"/>
              </a:solidFill>
              <a:effectLst/>
              <a:uFillTx/>
              <a:latin typeface="Arial"/>
            </a:endParaRPr>
          </a:p>
        </p:txBody>
      </p:sp>
      <p:sp>
        <p:nvSpPr>
          <p:cNvPr id="662" name="PlaceHolder 3"/>
          <p:cNvSpPr>
            <a:spLocks noGrp="1"/>
          </p:cNvSpPr>
          <p:nvPr>
            <p:ph type="sldNum" idx="4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0DCE414A-8FC2-415E-B9A3-CB61CF1E5A6E}"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3" name="PlaceHolder 1"/>
          <p:cNvSpPr>
            <a:spLocks noGrp="1"/>
          </p:cNvSpPr>
          <p:nvPr>
            <p:ph type="sldImg"/>
          </p:nvPr>
        </p:nvSpPr>
        <p:spPr>
          <a:xfrm>
            <a:off x="685800" y="1143000"/>
            <a:ext cx="5486040" cy="3085920"/>
          </a:xfrm>
          <a:prstGeom prst="rect">
            <a:avLst/>
          </a:prstGeom>
          <a:ln w="0">
            <a:noFill/>
          </a:ln>
        </p:spPr>
      </p:sp>
      <p:sp>
        <p:nvSpPr>
          <p:cNvPr id="66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Mention that this happens automatically, we don’t need to invoke interrupts or do anything, it just continues on its own.</a:t>
            </a:r>
            <a:r>
              <a:rPr b="0" lang="nb-NO" sz="2000" strike="noStrike" u="none">
                <a:solidFill>
                  <a:srgbClr val="000000"/>
                </a:solidFill>
                <a:effectLst/>
                <a:uFillTx/>
                <a:latin typeface="Times New Roman"/>
              </a:rPr>
              <a:t>  </a:t>
            </a:r>
            <a:endParaRPr b="0" lang="en-GB" sz="2000" strike="noStrike" u="none">
              <a:solidFill>
                <a:srgbClr val="000000"/>
              </a:solidFill>
              <a:effectLst/>
              <a:uFillTx/>
              <a:latin typeface="Arial"/>
            </a:endParaRPr>
          </a:p>
        </p:txBody>
      </p:sp>
      <p:sp>
        <p:nvSpPr>
          <p:cNvPr id="665" name="PlaceHolder 3"/>
          <p:cNvSpPr>
            <a:spLocks noGrp="1"/>
          </p:cNvSpPr>
          <p:nvPr>
            <p:ph type="sldNum" idx="4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E19845D1-9B95-4E6C-886E-6F5A1A71947B}"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6" name="PlaceHolder 1"/>
          <p:cNvSpPr>
            <a:spLocks noGrp="1"/>
          </p:cNvSpPr>
          <p:nvPr>
            <p:ph type="sldImg"/>
          </p:nvPr>
        </p:nvSpPr>
        <p:spPr>
          <a:xfrm>
            <a:off x="685800" y="1143000"/>
            <a:ext cx="5486040" cy="3085920"/>
          </a:xfrm>
          <a:prstGeom prst="rect">
            <a:avLst/>
          </a:prstGeom>
          <a:ln w="0">
            <a:noFill/>
          </a:ln>
        </p:spPr>
      </p:sp>
      <p:sp>
        <p:nvSpPr>
          <p:cNvPr id="66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Mention that the reason that we need to use port multiplexing is that the default output for the TCA0 is PORTA, which is not connected to the LEDs we want to control on the extension board.</a:t>
            </a:r>
            <a:endParaRPr b="0" lang="en-GB" sz="2000" strike="noStrike" u="none">
              <a:solidFill>
                <a:srgbClr val="000000"/>
              </a:solidFill>
              <a:effectLst/>
              <a:uFillTx/>
              <a:latin typeface="Arial"/>
            </a:endParaRPr>
          </a:p>
        </p:txBody>
      </p:sp>
      <p:sp>
        <p:nvSpPr>
          <p:cNvPr id="668" name="PlaceHolder 3"/>
          <p:cNvSpPr>
            <a:spLocks noGrp="1"/>
          </p:cNvSpPr>
          <p:nvPr>
            <p:ph type="sldNum" idx="4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FD28B23D-305D-4ADD-84F9-3D236C2EEF52}"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9" name="PlaceHolder 1"/>
          <p:cNvSpPr>
            <a:spLocks noGrp="1"/>
          </p:cNvSpPr>
          <p:nvPr>
            <p:ph type="sldImg"/>
          </p:nvPr>
        </p:nvSpPr>
        <p:spPr>
          <a:xfrm>
            <a:off x="685800" y="1143000"/>
            <a:ext cx="5486040" cy="3085920"/>
          </a:xfrm>
          <a:prstGeom prst="rect">
            <a:avLst/>
          </a:prstGeom>
          <a:ln w="0">
            <a:noFill/>
          </a:ln>
        </p:spPr>
      </p:sp>
      <p:sp>
        <p:nvSpPr>
          <p:cNvPr id="67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71" name="PlaceHolder 3"/>
          <p:cNvSpPr>
            <a:spLocks noGrp="1"/>
          </p:cNvSpPr>
          <p:nvPr>
            <p:ph type="sldNum" idx="5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7975BB2C-4482-428B-B9BC-D13A0A572410}"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2" name="PlaceHolder 1"/>
          <p:cNvSpPr>
            <a:spLocks noGrp="1"/>
          </p:cNvSpPr>
          <p:nvPr>
            <p:ph type="sldImg"/>
          </p:nvPr>
        </p:nvSpPr>
        <p:spPr>
          <a:xfrm>
            <a:off x="685800" y="1143000"/>
            <a:ext cx="5486040" cy="3085920"/>
          </a:xfrm>
          <a:prstGeom prst="rect">
            <a:avLst/>
          </a:prstGeom>
          <a:ln w="0">
            <a:noFill/>
          </a:ln>
        </p:spPr>
      </p:sp>
      <p:sp>
        <p:nvSpPr>
          <p:cNvPr id="67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74" name="PlaceHolder 3"/>
          <p:cNvSpPr>
            <a:spLocks noGrp="1"/>
          </p:cNvSpPr>
          <p:nvPr>
            <p:ph type="sldNum" idx="5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CE07572A-ED47-4113-ACE6-8B42E9AF7EE7}"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5" name="PlaceHolder 1"/>
          <p:cNvSpPr>
            <a:spLocks noGrp="1"/>
          </p:cNvSpPr>
          <p:nvPr>
            <p:ph type="sldImg"/>
          </p:nvPr>
        </p:nvSpPr>
        <p:spPr>
          <a:xfrm>
            <a:off x="685800" y="1143000"/>
            <a:ext cx="5486040" cy="3085920"/>
          </a:xfrm>
          <a:prstGeom prst="rect">
            <a:avLst/>
          </a:prstGeom>
          <a:ln w="0">
            <a:noFill/>
          </a:ln>
        </p:spPr>
      </p:sp>
      <p:sp>
        <p:nvSpPr>
          <p:cNvPr id="67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77" name="PlaceHolder 3"/>
          <p:cNvSpPr>
            <a:spLocks noGrp="1"/>
          </p:cNvSpPr>
          <p:nvPr>
            <p:ph type="sldNum" idx="5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64E4B3C9-178B-4559-A791-79BE77C18FC3}"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78" name="PlaceHolder 1"/>
          <p:cNvSpPr>
            <a:spLocks noGrp="1"/>
          </p:cNvSpPr>
          <p:nvPr>
            <p:ph type="sldImg"/>
          </p:nvPr>
        </p:nvSpPr>
        <p:spPr>
          <a:xfrm>
            <a:off x="685800" y="1143000"/>
            <a:ext cx="5486040" cy="3085920"/>
          </a:xfrm>
          <a:prstGeom prst="rect">
            <a:avLst/>
          </a:prstGeom>
          <a:ln w="0">
            <a:noFill/>
          </a:ln>
        </p:spPr>
      </p:sp>
      <p:sp>
        <p:nvSpPr>
          <p:cNvPr id="67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80" name="PlaceHolder 3"/>
          <p:cNvSpPr>
            <a:spLocks noGrp="1"/>
          </p:cNvSpPr>
          <p:nvPr>
            <p:ph type="sldNum" idx="5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0AD85A84-3359-4640-8E0F-56CCAC705983}"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1" name="PlaceHolder 1"/>
          <p:cNvSpPr>
            <a:spLocks noGrp="1"/>
          </p:cNvSpPr>
          <p:nvPr>
            <p:ph type="sldImg"/>
          </p:nvPr>
        </p:nvSpPr>
        <p:spPr>
          <a:xfrm>
            <a:off x="685800" y="1143000"/>
            <a:ext cx="5486040" cy="3085920"/>
          </a:xfrm>
          <a:prstGeom prst="rect">
            <a:avLst/>
          </a:prstGeom>
          <a:ln w="0">
            <a:noFill/>
          </a:ln>
        </p:spPr>
      </p:sp>
      <p:sp>
        <p:nvSpPr>
          <p:cNvPr id="68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83" name="PlaceHolder 3"/>
          <p:cNvSpPr>
            <a:spLocks noGrp="1"/>
          </p:cNvSpPr>
          <p:nvPr>
            <p:ph type="sldNum" idx="5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03FE03C7-50A0-4E24-9FF6-CECB09C5C4FA}"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3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4" name="PlaceHolder 1"/>
          <p:cNvSpPr>
            <a:spLocks noGrp="1"/>
          </p:cNvSpPr>
          <p:nvPr>
            <p:ph type="sldImg"/>
          </p:nvPr>
        </p:nvSpPr>
        <p:spPr>
          <a:xfrm>
            <a:off x="685800" y="1143000"/>
            <a:ext cx="5486040" cy="3085920"/>
          </a:xfrm>
          <a:prstGeom prst="rect">
            <a:avLst/>
          </a:prstGeom>
          <a:ln w="0">
            <a:noFill/>
          </a:ln>
        </p:spPr>
      </p:sp>
      <p:sp>
        <p:nvSpPr>
          <p:cNvPr id="68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In this example, say that we have and ADC which operators on 10-bits and the maximum value of the input voltage signal is 5 V, then the top would be 511. </a:t>
            </a:r>
            <a:endParaRPr b="0" lang="en-GB" sz="2000" strike="noStrike" u="none">
              <a:solidFill>
                <a:srgbClr val="000000"/>
              </a:solidFill>
              <a:effectLst/>
              <a:uFillTx/>
              <a:latin typeface="Arial"/>
            </a:endParaRPr>
          </a:p>
        </p:txBody>
      </p:sp>
      <p:sp>
        <p:nvSpPr>
          <p:cNvPr id="686" name="PlaceHolder 3"/>
          <p:cNvSpPr>
            <a:spLocks noGrp="1"/>
          </p:cNvSpPr>
          <p:nvPr>
            <p:ph type="sldNum" idx="5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326F8B87-C81B-4969-8E69-ECD79D270826}"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7" name="PlaceHolder 1"/>
          <p:cNvSpPr>
            <a:spLocks noGrp="1"/>
          </p:cNvSpPr>
          <p:nvPr>
            <p:ph type="sldImg"/>
          </p:nvPr>
        </p:nvSpPr>
        <p:spPr>
          <a:xfrm>
            <a:off x="685800" y="1143000"/>
            <a:ext cx="5486040" cy="3085920"/>
          </a:xfrm>
          <a:prstGeom prst="rect">
            <a:avLst/>
          </a:prstGeom>
          <a:ln w="0">
            <a:noFill/>
          </a:ln>
        </p:spPr>
      </p:sp>
      <p:sp>
        <p:nvSpPr>
          <p:cNvPr id="68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Well, the real world is analog, and most sensors will output an analog value, so we need a way to represent these analog values as digital values in order to do processing and make decisions based on them in a digital processor.</a:t>
            </a:r>
            <a:endParaRPr b="0" lang="en-GB" sz="2000" strike="noStrike" u="none">
              <a:solidFill>
                <a:srgbClr val="000000"/>
              </a:solidFill>
              <a:effectLst/>
              <a:uFillTx/>
              <a:latin typeface="Arial"/>
            </a:endParaRPr>
          </a:p>
        </p:txBody>
      </p:sp>
      <p:sp>
        <p:nvSpPr>
          <p:cNvPr id="689" name="PlaceHolder 3"/>
          <p:cNvSpPr>
            <a:spLocks noGrp="1"/>
          </p:cNvSpPr>
          <p:nvPr>
            <p:ph type="sldNum" idx="5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DB7E91AF-12C4-4AC6-92C4-D3DF2A73E215}"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0" name="PlaceHolder 1"/>
          <p:cNvSpPr>
            <a:spLocks noGrp="1"/>
          </p:cNvSpPr>
          <p:nvPr>
            <p:ph type="sldImg"/>
          </p:nvPr>
        </p:nvSpPr>
        <p:spPr>
          <a:xfrm>
            <a:off x="685800" y="1143000"/>
            <a:ext cx="5486040" cy="3085920"/>
          </a:xfrm>
          <a:prstGeom prst="rect">
            <a:avLst/>
          </a:prstGeom>
          <a:ln w="0">
            <a:noFill/>
          </a:ln>
        </p:spPr>
      </p:sp>
      <p:sp>
        <p:nvSpPr>
          <p:cNvPr id="69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en-US" sz="2000" strike="noStrike" u="none">
                <a:solidFill>
                  <a:srgbClr val="000000"/>
                </a:solidFill>
                <a:effectLst/>
                <a:uFillTx/>
                <a:latin typeface="Arial"/>
              </a:rPr>
              <a:t>All these steps are in comments in the code. Look at the referenced sections in the datasheet which the comments mention.</a:t>
            </a:r>
            <a:endParaRPr b="0" lang="en-GB" sz="2000" strike="noStrike" u="none">
              <a:solidFill>
                <a:srgbClr val="000000"/>
              </a:solidFill>
              <a:effectLst/>
              <a:uFillTx/>
              <a:latin typeface="Arial"/>
            </a:endParaRPr>
          </a:p>
        </p:txBody>
      </p:sp>
      <p:sp>
        <p:nvSpPr>
          <p:cNvPr id="692" name="PlaceHolder 3"/>
          <p:cNvSpPr>
            <a:spLocks noGrp="1"/>
          </p:cNvSpPr>
          <p:nvPr>
            <p:ph type="sldNum" idx="5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ACDC4C5E-9F89-46E9-BCEC-F1C4DE8A0A2C}"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3" name="PlaceHolder 1"/>
          <p:cNvSpPr>
            <a:spLocks noGrp="1"/>
          </p:cNvSpPr>
          <p:nvPr>
            <p:ph type="sldImg"/>
          </p:nvPr>
        </p:nvSpPr>
        <p:spPr>
          <a:xfrm>
            <a:off x="685800" y="1143000"/>
            <a:ext cx="5486040" cy="3085920"/>
          </a:xfrm>
          <a:prstGeom prst="rect">
            <a:avLst/>
          </a:prstGeom>
          <a:ln w="0">
            <a:noFill/>
          </a:ln>
        </p:spPr>
      </p:sp>
      <p:sp>
        <p:nvSpPr>
          <p:cNvPr id="69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95" name="PlaceHolder 3"/>
          <p:cNvSpPr>
            <a:spLocks noGrp="1"/>
          </p:cNvSpPr>
          <p:nvPr>
            <p:ph type="sldNum" idx="5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1DFEDCAB-1675-40DA-A340-0C1E60B775ED}"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6" name="PlaceHolder 1"/>
          <p:cNvSpPr>
            <a:spLocks noGrp="1"/>
          </p:cNvSpPr>
          <p:nvPr>
            <p:ph type="sldImg"/>
          </p:nvPr>
        </p:nvSpPr>
        <p:spPr>
          <a:xfrm>
            <a:off x="685800" y="1143000"/>
            <a:ext cx="5486040" cy="3085920"/>
          </a:xfrm>
          <a:prstGeom prst="rect">
            <a:avLst/>
          </a:prstGeom>
          <a:ln w="0">
            <a:noFill/>
          </a:ln>
        </p:spPr>
      </p:sp>
      <p:sp>
        <p:nvSpPr>
          <p:cNvPr id="69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698" name="PlaceHolder 3"/>
          <p:cNvSpPr>
            <a:spLocks noGrp="1"/>
          </p:cNvSpPr>
          <p:nvPr>
            <p:ph type="sldNum" idx="5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16B5143A-8EA7-4BD0-83BA-01ED4FA00479}"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9" name="PlaceHolder 1"/>
          <p:cNvSpPr>
            <a:spLocks noGrp="1"/>
          </p:cNvSpPr>
          <p:nvPr>
            <p:ph type="sldImg"/>
          </p:nvPr>
        </p:nvSpPr>
        <p:spPr>
          <a:xfrm>
            <a:off x="685800" y="1143000"/>
            <a:ext cx="5486040" cy="3085920"/>
          </a:xfrm>
          <a:prstGeom prst="rect">
            <a:avLst/>
          </a:prstGeom>
          <a:ln w="0">
            <a:noFill/>
          </a:ln>
        </p:spPr>
      </p:sp>
      <p:sp>
        <p:nvSpPr>
          <p:cNvPr id="70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01" name="PlaceHolder 3"/>
          <p:cNvSpPr>
            <a:spLocks noGrp="1"/>
          </p:cNvSpPr>
          <p:nvPr>
            <p:ph type="sldNum" idx="6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2721CEBC-97BD-4774-AEDB-7803A3C091D5}"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2" name="PlaceHolder 1"/>
          <p:cNvSpPr>
            <a:spLocks noGrp="1"/>
          </p:cNvSpPr>
          <p:nvPr>
            <p:ph type="sldImg"/>
          </p:nvPr>
        </p:nvSpPr>
        <p:spPr>
          <a:xfrm>
            <a:off x="685800" y="1143000"/>
            <a:ext cx="5486040" cy="3085920"/>
          </a:xfrm>
          <a:prstGeom prst="rect">
            <a:avLst/>
          </a:prstGeom>
          <a:ln w="0">
            <a:noFill/>
          </a:ln>
        </p:spPr>
      </p:sp>
      <p:sp>
        <p:nvSpPr>
          <p:cNvPr id="70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04" name="PlaceHolder 3"/>
          <p:cNvSpPr>
            <a:spLocks noGrp="1"/>
          </p:cNvSpPr>
          <p:nvPr>
            <p:ph type="sldNum" idx="6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C8831EA6-AE8E-46EB-A106-763F1576A6F4}"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5" name="PlaceHolder 1"/>
          <p:cNvSpPr>
            <a:spLocks noGrp="1"/>
          </p:cNvSpPr>
          <p:nvPr>
            <p:ph type="sldImg"/>
          </p:nvPr>
        </p:nvSpPr>
        <p:spPr>
          <a:xfrm>
            <a:off x="685800" y="1143000"/>
            <a:ext cx="5486040" cy="3085920"/>
          </a:xfrm>
          <a:prstGeom prst="rect">
            <a:avLst/>
          </a:prstGeom>
          <a:ln w="0">
            <a:noFill/>
          </a:ln>
        </p:spPr>
      </p:sp>
      <p:sp>
        <p:nvSpPr>
          <p:cNvPr id="70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07" name="PlaceHolder 3"/>
          <p:cNvSpPr>
            <a:spLocks noGrp="1"/>
          </p:cNvSpPr>
          <p:nvPr>
            <p:ph type="sldNum" idx="6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83DC4367-E186-4A0C-BC3D-A0A0111DAC19}"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8" name="PlaceHolder 1"/>
          <p:cNvSpPr>
            <a:spLocks noGrp="1"/>
          </p:cNvSpPr>
          <p:nvPr>
            <p:ph type="sldImg"/>
          </p:nvPr>
        </p:nvSpPr>
        <p:spPr>
          <a:xfrm>
            <a:off x="685800" y="1143000"/>
            <a:ext cx="5486040" cy="3085920"/>
          </a:xfrm>
          <a:prstGeom prst="rect">
            <a:avLst/>
          </a:prstGeom>
          <a:ln w="0">
            <a:noFill/>
          </a:ln>
        </p:spPr>
      </p:sp>
      <p:sp>
        <p:nvSpPr>
          <p:cNvPr id="70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10" name="PlaceHolder 3"/>
          <p:cNvSpPr>
            <a:spLocks noGrp="1"/>
          </p:cNvSpPr>
          <p:nvPr>
            <p:ph type="sldNum" idx="6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9F2983FB-CC4D-4D77-8E64-C33831D512DE}"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1" name="PlaceHolder 1"/>
          <p:cNvSpPr>
            <a:spLocks noGrp="1"/>
          </p:cNvSpPr>
          <p:nvPr>
            <p:ph type="sldImg"/>
          </p:nvPr>
        </p:nvSpPr>
        <p:spPr>
          <a:xfrm>
            <a:off x="685800" y="1143000"/>
            <a:ext cx="5486040" cy="3085920"/>
          </a:xfrm>
          <a:prstGeom prst="rect">
            <a:avLst/>
          </a:prstGeom>
          <a:ln w="0">
            <a:noFill/>
          </a:ln>
        </p:spPr>
      </p:sp>
      <p:sp>
        <p:nvSpPr>
          <p:cNvPr id="71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13" name="PlaceHolder 3"/>
          <p:cNvSpPr>
            <a:spLocks noGrp="1"/>
          </p:cNvSpPr>
          <p:nvPr>
            <p:ph type="sldNum" idx="6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8B894764-2273-4E55-BC13-72373BD7F1B8}"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4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4" name="PlaceHolder 1"/>
          <p:cNvSpPr>
            <a:spLocks noGrp="1"/>
          </p:cNvSpPr>
          <p:nvPr>
            <p:ph type="sldImg"/>
          </p:nvPr>
        </p:nvSpPr>
        <p:spPr>
          <a:xfrm>
            <a:off x="685800" y="1143000"/>
            <a:ext cx="5486040" cy="3085920"/>
          </a:xfrm>
          <a:prstGeom prst="rect">
            <a:avLst/>
          </a:prstGeom>
          <a:ln w="0">
            <a:noFill/>
          </a:ln>
        </p:spPr>
      </p:sp>
      <p:sp>
        <p:nvSpPr>
          <p:cNvPr id="71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16" name="PlaceHolder 3"/>
          <p:cNvSpPr>
            <a:spLocks noGrp="1"/>
          </p:cNvSpPr>
          <p:nvPr>
            <p:ph type="sldNum" idx="6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81F1A3FA-5C4A-4A56-8FD4-3814F9388C0F}"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5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17" name="PlaceHolder 1"/>
          <p:cNvSpPr>
            <a:spLocks noGrp="1"/>
          </p:cNvSpPr>
          <p:nvPr>
            <p:ph type="sldImg"/>
          </p:nvPr>
        </p:nvSpPr>
        <p:spPr>
          <a:xfrm>
            <a:off x="685800" y="1143000"/>
            <a:ext cx="5486040" cy="3085920"/>
          </a:xfrm>
          <a:prstGeom prst="rect">
            <a:avLst/>
          </a:prstGeom>
          <a:ln w="0">
            <a:noFill/>
          </a:ln>
        </p:spPr>
      </p:sp>
      <p:sp>
        <p:nvSpPr>
          <p:cNvPr id="718"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19" name="PlaceHolder 3"/>
          <p:cNvSpPr>
            <a:spLocks noGrp="1"/>
          </p:cNvSpPr>
          <p:nvPr>
            <p:ph type="sldNum" idx="66"/>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4E66D0A9-A983-4BAA-83C6-7C8B03AD8E71}"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5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0" name="PlaceHolder 1"/>
          <p:cNvSpPr>
            <a:spLocks noGrp="1"/>
          </p:cNvSpPr>
          <p:nvPr>
            <p:ph type="sldImg"/>
          </p:nvPr>
        </p:nvSpPr>
        <p:spPr>
          <a:xfrm>
            <a:off x="685800" y="1143000"/>
            <a:ext cx="5486040" cy="3085920"/>
          </a:xfrm>
          <a:prstGeom prst="rect">
            <a:avLst/>
          </a:prstGeom>
          <a:ln w="0">
            <a:noFill/>
          </a:ln>
        </p:spPr>
      </p:sp>
      <p:sp>
        <p:nvSpPr>
          <p:cNvPr id="721"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22" name="PlaceHolder 3"/>
          <p:cNvSpPr>
            <a:spLocks noGrp="1"/>
          </p:cNvSpPr>
          <p:nvPr>
            <p:ph type="sldNum" idx="67"/>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1091AC36-AF32-4369-8DEC-4F8C03EA3E58}"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5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3" name="PlaceHolder 1"/>
          <p:cNvSpPr>
            <a:spLocks noGrp="1"/>
          </p:cNvSpPr>
          <p:nvPr>
            <p:ph type="sldImg"/>
          </p:nvPr>
        </p:nvSpPr>
        <p:spPr>
          <a:xfrm>
            <a:off x="685800" y="1143000"/>
            <a:ext cx="5486040" cy="3085920"/>
          </a:xfrm>
          <a:prstGeom prst="rect">
            <a:avLst/>
          </a:prstGeom>
          <a:ln w="0">
            <a:noFill/>
          </a:ln>
        </p:spPr>
      </p:sp>
      <p:sp>
        <p:nvSpPr>
          <p:cNvPr id="724"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25" name="PlaceHolder 3"/>
          <p:cNvSpPr>
            <a:spLocks noGrp="1"/>
          </p:cNvSpPr>
          <p:nvPr>
            <p:ph type="sldNum" idx="68"/>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57DB4E7F-6E22-49FB-A979-8A354BB0F25E}" type="slidenum">
              <a:rPr b="0" lang="nb-NO" sz="1200" strike="noStrike" u="none">
                <a:solidFill>
                  <a:srgbClr val="000000"/>
                </a:solidFill>
                <a:effectLst/>
                <a:uFillTx/>
                <a:latin typeface="Times New Roman"/>
              </a:rPr>
              <a:t>2</a:t>
            </a:fld>
            <a:endParaRPr b="0" lang="en-GB" sz="1200" strike="noStrike" u="none">
              <a:solidFill>
                <a:srgbClr val="000000"/>
              </a:solidFill>
              <a:effectLst/>
              <a:uFillTx/>
              <a:latin typeface="Times New Roman"/>
            </a:endParaRPr>
          </a:p>
        </p:txBody>
      </p:sp>
    </p:spTree>
  </p:cSld>
</p:notes>
</file>

<file path=ppt/notesSlides/notesSlide5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6" name="PlaceHolder 1"/>
          <p:cNvSpPr>
            <a:spLocks noGrp="1"/>
          </p:cNvSpPr>
          <p:nvPr>
            <p:ph type="sldImg"/>
          </p:nvPr>
        </p:nvSpPr>
        <p:spPr>
          <a:xfrm>
            <a:off x="685800" y="1143000"/>
            <a:ext cx="5486040" cy="3085920"/>
          </a:xfrm>
          <a:prstGeom prst="rect">
            <a:avLst/>
          </a:prstGeom>
          <a:ln w="0">
            <a:noFill/>
          </a:ln>
        </p:spPr>
      </p:sp>
      <p:sp>
        <p:nvSpPr>
          <p:cNvPr id="727"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nb-NO" sz="2000" strike="noStrike" u="none">
                <a:solidFill>
                  <a:srgbClr val="000000"/>
                </a:solidFill>
                <a:effectLst/>
                <a:uFillTx/>
                <a:latin typeface="Arial"/>
              </a:rPr>
              <a:t>Well, with microcontrollers we often want to send some data to another micorcontroller or a computer. USART is what we call a communication protocol. There are various of these protocols, but USART is one of the simplest one out there. </a:t>
            </a:r>
            <a:endParaRPr b="0" lang="en-GB" sz="2000" strike="noStrike" u="none">
              <a:solidFill>
                <a:srgbClr val="000000"/>
              </a:solidFill>
              <a:effectLst/>
              <a:uFillTx/>
              <a:latin typeface="Arial"/>
            </a:endParaRPr>
          </a:p>
        </p:txBody>
      </p:sp>
      <p:sp>
        <p:nvSpPr>
          <p:cNvPr id="728" name="PlaceHolder 3"/>
          <p:cNvSpPr>
            <a:spLocks noGrp="1"/>
          </p:cNvSpPr>
          <p:nvPr>
            <p:ph type="sldNum" idx="69"/>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2C0309AF-3407-4B91-BB8B-626F37A06ACE}" type="slidenum">
              <a:rPr b="0" lang="nb-NO"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notesSlides/notesSlide5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9" name="PlaceHolder 1"/>
          <p:cNvSpPr>
            <a:spLocks noGrp="1"/>
          </p:cNvSpPr>
          <p:nvPr>
            <p:ph type="sldImg"/>
          </p:nvPr>
        </p:nvSpPr>
        <p:spPr>
          <a:xfrm>
            <a:off x="685800" y="1143000"/>
            <a:ext cx="5486040" cy="3085920"/>
          </a:xfrm>
          <a:prstGeom prst="rect">
            <a:avLst/>
          </a:prstGeom>
          <a:ln w="0">
            <a:noFill/>
          </a:ln>
        </p:spPr>
      </p:sp>
      <p:sp>
        <p:nvSpPr>
          <p:cNvPr id="730"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31" name="PlaceHolder 3"/>
          <p:cNvSpPr>
            <a:spLocks noGrp="1"/>
          </p:cNvSpPr>
          <p:nvPr>
            <p:ph type="sldNum" idx="70"/>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2D8C1CC3-8472-4248-AE63-BDFEADA09FB8}" type="slidenum">
              <a:rPr b="0" lang="nb-NO"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notesSlides/notesSlide5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2" name="PlaceHolder 1"/>
          <p:cNvSpPr>
            <a:spLocks noGrp="1"/>
          </p:cNvSpPr>
          <p:nvPr>
            <p:ph type="sldImg"/>
          </p:nvPr>
        </p:nvSpPr>
        <p:spPr>
          <a:xfrm>
            <a:off x="685800" y="1143000"/>
            <a:ext cx="5486040" cy="3085920"/>
          </a:xfrm>
          <a:prstGeom prst="rect">
            <a:avLst/>
          </a:prstGeom>
          <a:ln w="0">
            <a:noFill/>
          </a:ln>
        </p:spPr>
      </p:sp>
      <p:sp>
        <p:nvSpPr>
          <p:cNvPr id="733"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34" name="PlaceHolder 3"/>
          <p:cNvSpPr>
            <a:spLocks noGrp="1"/>
          </p:cNvSpPr>
          <p:nvPr>
            <p:ph type="sldNum" idx="71"/>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77534951-E53C-4F57-9F56-4FC0C9573D6A}" type="slidenum">
              <a:rPr b="0" lang="nb-NO"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notesSlides/notesSlide5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5" name="PlaceHolder 1"/>
          <p:cNvSpPr>
            <a:spLocks noGrp="1"/>
          </p:cNvSpPr>
          <p:nvPr>
            <p:ph type="sldImg"/>
          </p:nvPr>
        </p:nvSpPr>
        <p:spPr>
          <a:xfrm>
            <a:off x="685800" y="1143000"/>
            <a:ext cx="5486040" cy="3085920"/>
          </a:xfrm>
          <a:prstGeom prst="rect">
            <a:avLst/>
          </a:prstGeom>
          <a:ln w="0">
            <a:noFill/>
          </a:ln>
        </p:spPr>
      </p:sp>
      <p:sp>
        <p:nvSpPr>
          <p:cNvPr id="7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nb-NO" sz="2000" strike="noStrike" u="none">
                <a:solidFill>
                  <a:srgbClr val="000000"/>
                </a:solidFill>
                <a:effectLst/>
                <a:uFillTx/>
                <a:latin typeface="Arial"/>
              </a:rPr>
              <a:t>This formula is for the asynchronous USART mode which we will use</a:t>
            </a:r>
            <a:endParaRPr b="0" lang="en-GB" sz="2000" strike="noStrike" u="none">
              <a:solidFill>
                <a:srgbClr val="000000"/>
              </a:solidFill>
              <a:effectLst/>
              <a:uFillTx/>
              <a:latin typeface="Arial"/>
            </a:endParaRPr>
          </a:p>
        </p:txBody>
      </p:sp>
      <p:sp>
        <p:nvSpPr>
          <p:cNvPr id="737" name="PlaceHolder 3"/>
          <p:cNvSpPr>
            <a:spLocks noGrp="1"/>
          </p:cNvSpPr>
          <p:nvPr>
            <p:ph type="sldNum" idx="72"/>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752E1412-2C7C-446B-B83A-42DBF746A7F7}" type="slidenum">
              <a:rPr b="0" lang="nb-NO"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notesSlides/notesSlide5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38" name="PlaceHolder 1"/>
          <p:cNvSpPr>
            <a:spLocks noGrp="1"/>
          </p:cNvSpPr>
          <p:nvPr>
            <p:ph type="sldImg"/>
          </p:nvPr>
        </p:nvSpPr>
        <p:spPr>
          <a:xfrm>
            <a:off x="685800" y="1143000"/>
            <a:ext cx="5486040" cy="3085920"/>
          </a:xfrm>
          <a:prstGeom prst="rect">
            <a:avLst/>
          </a:prstGeom>
          <a:ln w="0">
            <a:noFill/>
          </a:ln>
        </p:spPr>
      </p:sp>
      <p:sp>
        <p:nvSpPr>
          <p:cNvPr id="739"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40" name="PlaceHolder 3"/>
          <p:cNvSpPr>
            <a:spLocks noGrp="1"/>
          </p:cNvSpPr>
          <p:nvPr>
            <p:ph type="sldNum" idx="73"/>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D07BE15A-303E-4C1F-AD03-C1ABABFFBEFB}" type="slidenum">
              <a:rPr b="0" lang="nb-NO"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notesSlides/notesSlide5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1" name="PlaceHolder 1"/>
          <p:cNvSpPr>
            <a:spLocks noGrp="1"/>
          </p:cNvSpPr>
          <p:nvPr>
            <p:ph type="sldImg"/>
          </p:nvPr>
        </p:nvSpPr>
        <p:spPr>
          <a:xfrm>
            <a:off x="685800" y="1143000"/>
            <a:ext cx="5486040" cy="3085920"/>
          </a:xfrm>
          <a:prstGeom prst="rect">
            <a:avLst/>
          </a:prstGeom>
          <a:ln w="0">
            <a:noFill/>
          </a:ln>
        </p:spPr>
      </p:sp>
      <p:sp>
        <p:nvSpPr>
          <p:cNvPr id="742"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lnSpc>
                <a:spcPct val="100000"/>
              </a:lnSpc>
              <a:buNone/>
            </a:pPr>
            <a:r>
              <a:rPr b="0" lang="nb-NO" sz="2000" strike="noStrike" u="none">
                <a:solidFill>
                  <a:srgbClr val="000000"/>
                </a:solidFill>
                <a:effectLst/>
                <a:uFillTx/>
                <a:latin typeface="Arial"/>
              </a:rPr>
              <a:t>So, to send strings, we need to loop over the string for each character and send it until we reach the null termination.</a:t>
            </a:r>
            <a:endParaRPr b="0" lang="en-GB" sz="2000" strike="noStrike" u="none">
              <a:solidFill>
                <a:srgbClr val="000000"/>
              </a:solidFill>
              <a:effectLst/>
              <a:uFillTx/>
              <a:latin typeface="Arial"/>
            </a:endParaRPr>
          </a:p>
        </p:txBody>
      </p:sp>
      <p:sp>
        <p:nvSpPr>
          <p:cNvPr id="743" name="PlaceHolder 3"/>
          <p:cNvSpPr>
            <a:spLocks noGrp="1"/>
          </p:cNvSpPr>
          <p:nvPr>
            <p:ph type="sldNum" idx="74"/>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A364A91E-D720-45B0-8F44-B58662EF5DFF}" type="slidenum">
              <a:rPr b="0" lang="nb-NO"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notesSlides/notesSlide5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4" name="PlaceHolder 1"/>
          <p:cNvSpPr>
            <a:spLocks noGrp="1"/>
          </p:cNvSpPr>
          <p:nvPr>
            <p:ph type="sldImg"/>
          </p:nvPr>
        </p:nvSpPr>
        <p:spPr>
          <a:xfrm>
            <a:off x="685800" y="1143000"/>
            <a:ext cx="5486040" cy="3085920"/>
          </a:xfrm>
          <a:prstGeom prst="rect">
            <a:avLst/>
          </a:prstGeom>
          <a:ln w="0">
            <a:noFill/>
          </a:ln>
        </p:spPr>
      </p:sp>
      <p:sp>
        <p:nvSpPr>
          <p:cNvPr id="7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b="0" lang="en-GB" sz="1800" strike="noStrike" u="none">
              <a:solidFill>
                <a:srgbClr val="000000"/>
              </a:solidFill>
              <a:effectLst/>
              <a:uFillTx/>
              <a:latin typeface="Arial"/>
            </a:endParaRPr>
          </a:p>
        </p:txBody>
      </p:sp>
      <p:sp>
        <p:nvSpPr>
          <p:cNvPr id="746" name="PlaceHolder 3"/>
          <p:cNvSpPr>
            <a:spLocks noGrp="1"/>
          </p:cNvSpPr>
          <p:nvPr>
            <p:ph type="sldNum" idx="75"/>
          </p:nvPr>
        </p:nvSpPr>
        <p:spPr>
          <a:xfrm>
            <a:off x="3884760" y="8685360"/>
            <a:ext cx="2971440" cy="458280"/>
          </a:xfrm>
          <a:prstGeom prst="rect">
            <a:avLst/>
          </a:prstGeom>
          <a:noFill/>
          <a:ln w="0">
            <a:noFill/>
          </a:ln>
        </p:spPr>
        <p:txBody>
          <a:bodyPr lIns="91440" rIns="91440" tIns="45720" bIns="45720" anchor="b">
            <a:noAutofit/>
          </a:bodyPr>
          <a:lstStyle>
            <a:lvl1pPr indent="0" algn="r">
              <a:lnSpc>
                <a:spcPct val="100000"/>
              </a:lnSpc>
              <a:buNone/>
              <a:defRPr b="0" lang="nb-NO" sz="1200" strike="noStrike" u="none">
                <a:solidFill>
                  <a:srgbClr val="000000"/>
                </a:solidFill>
                <a:effectLst/>
                <a:uFillTx/>
                <a:latin typeface="Times New Roman"/>
              </a:defRPr>
            </a:lvl1pPr>
          </a:lstStyle>
          <a:p>
            <a:pPr indent="0" algn="r">
              <a:lnSpc>
                <a:spcPct val="100000"/>
              </a:lnSpc>
              <a:buNone/>
            </a:pPr>
            <a:fld id="{7C3B9852-89A7-4A75-ABFD-4DFE42032FF7}" type="slidenum">
              <a:rPr b="0" lang="nb-NO" sz="1200" strike="noStrike" u="none">
                <a:solidFill>
                  <a:srgbClr val="000000"/>
                </a:solidFill>
                <a:effectLst/>
                <a:uFillTx/>
                <a:latin typeface="Times New Roman"/>
              </a:rPr>
              <a:t>&lt;number&gt;</a:t>
            </a:fld>
            <a:endParaRPr b="0" lang="en-GB"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tellysbilde">
    <p:bg>
      <p:bgPr>
        <a:solidFill>
          <a:schemeClr val="lt2">
            <a:lumMod val="10000"/>
          </a:schemeClr>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nb-NO" sz="6000" strike="noStrike" u="none">
                <a:solidFill>
                  <a:schemeClr val="lt1"/>
                </a:solidFill>
                <a:effectLst/>
                <a:uFillTx/>
                <a:latin typeface="Calibri Light"/>
              </a:rPr>
              <a:t>Kli</a:t>
            </a:r>
            <a:r>
              <a:rPr b="0" lang="nb-NO" sz="6000" strike="noStrike" u="none">
                <a:solidFill>
                  <a:schemeClr val="lt1"/>
                </a:solidFill>
                <a:effectLst/>
                <a:uFillTx/>
                <a:latin typeface="Calibri Light"/>
              </a:rPr>
              <a:t>kk </a:t>
            </a:r>
            <a:r>
              <a:rPr b="0" lang="nb-NO" sz="6000" strike="noStrike" u="none">
                <a:solidFill>
                  <a:schemeClr val="lt1"/>
                </a:solidFill>
                <a:effectLst/>
                <a:uFillTx/>
                <a:latin typeface="Calibri Light"/>
              </a:rPr>
              <a:t>for </a:t>
            </a:r>
            <a:r>
              <a:rPr b="0" lang="nb-NO" sz="6000" strike="noStrike" u="none">
                <a:solidFill>
                  <a:schemeClr val="lt1"/>
                </a:solidFill>
                <a:effectLst/>
                <a:uFillTx/>
                <a:latin typeface="Calibri Light"/>
              </a:rPr>
              <a:t>å </a:t>
            </a:r>
            <a:r>
              <a:rPr b="0" lang="nb-NO" sz="6000" strike="noStrike" u="none">
                <a:solidFill>
                  <a:schemeClr val="lt1"/>
                </a:solidFill>
                <a:effectLst/>
                <a:uFillTx/>
                <a:latin typeface="Calibri Light"/>
              </a:rPr>
              <a:t>red</a:t>
            </a:r>
            <a:r>
              <a:rPr b="0" lang="nb-NO" sz="6000" strike="noStrike" u="none">
                <a:solidFill>
                  <a:schemeClr val="lt1"/>
                </a:solidFill>
                <a:effectLst/>
                <a:uFillTx/>
                <a:latin typeface="Calibri Light"/>
              </a:rPr>
              <a:t>ige</a:t>
            </a:r>
            <a:r>
              <a:rPr b="0" lang="nb-NO" sz="6000" strike="noStrike" u="none">
                <a:solidFill>
                  <a:schemeClr val="lt1"/>
                </a:solidFill>
                <a:effectLst/>
                <a:uFillTx/>
                <a:latin typeface="Calibri Light"/>
              </a:rPr>
              <a:t>re </a:t>
            </a:r>
            <a:r>
              <a:rPr b="0" lang="nb-NO" sz="6000" strike="noStrike" u="none">
                <a:solidFill>
                  <a:schemeClr val="lt1"/>
                </a:solidFill>
                <a:effectLst/>
                <a:uFillTx/>
                <a:latin typeface="Calibri Light"/>
              </a:rPr>
              <a:t>titt</a:t>
            </a:r>
            <a:r>
              <a:rPr b="0" lang="nb-NO" sz="6000" strike="noStrike" u="none">
                <a:solidFill>
                  <a:schemeClr val="lt1"/>
                </a:solidFill>
                <a:effectLst/>
                <a:uFillTx/>
                <a:latin typeface="Calibri Light"/>
              </a:rPr>
              <a:t>els</a:t>
            </a:r>
            <a:r>
              <a:rPr b="0" lang="nb-NO" sz="6000" strike="noStrike" u="none">
                <a:solidFill>
                  <a:schemeClr val="lt1"/>
                </a:solidFill>
                <a:effectLst/>
                <a:uFillTx/>
                <a:latin typeface="Calibri Light"/>
              </a:rPr>
              <a:t>til</a:t>
            </a:r>
            <a:endParaRPr b="0" lang="en-US" sz="6000" strike="noStrike" u="none">
              <a:solidFill>
                <a:schemeClr val="lt1"/>
              </a:solidFill>
              <a:effectLst/>
              <a:uFillTx/>
              <a:latin typeface="Calibri"/>
            </a:endParaRPr>
          </a:p>
        </p:txBody>
      </p:sp>
      <p:sp>
        <p:nvSpPr>
          <p:cNvPr id="1" name="PlaceHolder 2"/>
          <p:cNvSpPr>
            <a:spLocks noGrp="1"/>
          </p:cNvSpPr>
          <p:nvPr>
            <p:ph type="dt" idx="1"/>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 </a:t>
            </a:r>
            <a:endParaRPr b="0" lang="en-GB" sz="1200" strike="noStrike" u="none">
              <a:solidFill>
                <a:srgbClr val="ffffff"/>
              </a:solidFill>
              <a:effectLst/>
              <a:uFillTx/>
              <a:latin typeface="Times New Roman"/>
            </a:endParaRPr>
          </a:p>
        </p:txBody>
      </p:sp>
      <p:sp>
        <p:nvSpPr>
          <p:cNvPr id="2" name="PlaceHolder 3"/>
          <p:cNvSpPr>
            <a:spLocks noGrp="1"/>
          </p:cNvSpPr>
          <p:nvPr>
            <p:ph type="ftr" idx="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 </a:t>
            </a:r>
            <a:endParaRPr b="0" lang="en-GB" sz="1400" strike="noStrike" u="none">
              <a:solidFill>
                <a:srgbClr val="ffffff"/>
              </a:solidFill>
              <a:effectLst/>
              <a:uFillTx/>
              <a:latin typeface="Times New Roman"/>
            </a:endParaRPr>
          </a:p>
        </p:txBody>
      </p:sp>
      <p:sp>
        <p:nvSpPr>
          <p:cNvPr id="3" name="PlaceHolder 4"/>
          <p:cNvSpPr>
            <a:spLocks noGrp="1"/>
          </p:cNvSpPr>
          <p:nvPr>
            <p:ph type="sldNum" idx="3"/>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90043CAD-79E6-4195-A317-80D0A64EA692}" type="slidenum">
              <a:rPr b="0" lang="nb-NO" sz="1200" strike="noStrike" u="none">
                <a:solidFill>
                  <a:schemeClr val="lt1">
                    <a:tint val="75000"/>
                  </a:schemeClr>
                </a:solidFill>
                <a:effectLst/>
                <a:uFillTx/>
                <a:latin typeface="Calibri"/>
              </a:rPr>
              <a:t>55</a:t>
            </a:fld>
            <a:endParaRPr b="0" lang="en-GB" sz="1200" strike="noStrike" u="none">
              <a:solidFill>
                <a:srgbClr val="ffffff"/>
              </a:solidFill>
              <a:effectLst/>
              <a:uFillTx/>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trike="noStrike" u="none">
                <a:solidFill>
                  <a:schemeClr val="lt1"/>
                </a:solidFill>
                <a:effectLst/>
                <a:uFillTx/>
                <a:latin typeface="Calibri"/>
              </a:rPr>
              <a:t>Click to edit the outline text format</a:t>
            </a:r>
            <a:endParaRPr b="0" lang="en-US" sz="2800" strike="noStrike" u="none">
              <a:solidFill>
                <a:schemeClr val="lt1"/>
              </a:solidFill>
              <a:effectLst/>
              <a:uFillTx/>
              <a:latin typeface="Calibri"/>
            </a:endParaRPr>
          </a:p>
          <a:p>
            <a:pPr lvl="1" marL="864000" indent="-324000">
              <a:lnSpc>
                <a:spcPct val="90000"/>
              </a:lnSpc>
              <a:spcBef>
                <a:spcPts val="1134"/>
              </a:spcBef>
              <a:buClr>
                <a:srgbClr val="ffffff"/>
              </a:buClr>
              <a:buSzPct val="75000"/>
              <a:buFont typeface="Symbol" charset="2"/>
              <a:buChar char=""/>
            </a:pPr>
            <a:r>
              <a:rPr b="0" lang="en-US" sz="2000" strike="noStrike" u="none">
                <a:solidFill>
                  <a:schemeClr val="lt1"/>
                </a:solidFill>
                <a:effectLst/>
                <a:uFillTx/>
                <a:latin typeface="Calibri"/>
              </a:rPr>
              <a:t>Second Outline Level</a:t>
            </a:r>
            <a:endParaRPr b="0" lang="en-US" sz="2000" strike="noStrike" u="none">
              <a:solidFill>
                <a:schemeClr val="lt1"/>
              </a:solidFill>
              <a:effectLst/>
              <a:uFillTx/>
              <a:latin typeface="Calibri"/>
            </a:endParaRPr>
          </a:p>
          <a:p>
            <a:pPr lvl="2" marL="1296000" indent="-288000">
              <a:lnSpc>
                <a:spcPct val="90000"/>
              </a:lnSpc>
              <a:spcBef>
                <a:spcPts val="850"/>
              </a:spcBef>
              <a:buClr>
                <a:srgbClr val="ffffff"/>
              </a:buClr>
              <a:buSzPct val="45000"/>
              <a:buFont typeface="Wingdings" charset="2"/>
              <a:buChar char=""/>
            </a:pPr>
            <a:r>
              <a:rPr b="0" lang="en-US" sz="1800" strike="noStrike" u="none">
                <a:solidFill>
                  <a:schemeClr val="lt1"/>
                </a:solidFill>
                <a:effectLst/>
                <a:uFillTx/>
                <a:latin typeface="Calibri"/>
              </a:rPr>
              <a:t>Third Outline Level</a:t>
            </a:r>
            <a:endParaRPr b="0" lang="en-US" sz="1800" strike="noStrike" u="none">
              <a:solidFill>
                <a:schemeClr val="lt1"/>
              </a:solidFill>
              <a:effectLst/>
              <a:uFillTx/>
              <a:latin typeface="Calibri"/>
            </a:endParaRPr>
          </a:p>
          <a:p>
            <a:pPr lvl="3" marL="1728000" indent="-216000">
              <a:lnSpc>
                <a:spcPct val="90000"/>
              </a:lnSpc>
              <a:spcBef>
                <a:spcPts val="567"/>
              </a:spcBef>
              <a:buClr>
                <a:srgbClr val="ffffff"/>
              </a:buClr>
              <a:buSzPct val="75000"/>
              <a:buFont typeface="Symbol" charset="2"/>
              <a:buChar char=""/>
            </a:pPr>
            <a:r>
              <a:rPr b="0" lang="en-US" sz="1800" strike="noStrike" u="none">
                <a:solidFill>
                  <a:schemeClr val="lt1"/>
                </a:solidFill>
                <a:effectLst/>
                <a:uFillTx/>
                <a:latin typeface="Calibri"/>
              </a:rPr>
              <a:t>Fourth Outline Level</a:t>
            </a:r>
            <a:endParaRPr b="0" lang="en-US" sz="1800" strike="noStrike" u="none">
              <a:solidFill>
                <a:schemeClr val="lt1"/>
              </a:solidFill>
              <a:effectLst/>
              <a:uFillTx/>
              <a:latin typeface="Calibri"/>
            </a:endParaRPr>
          </a:p>
          <a:p>
            <a:pPr lvl="4" marL="2160000" indent="-216000">
              <a:lnSpc>
                <a:spcPct val="90000"/>
              </a:lnSpc>
              <a:spcBef>
                <a:spcPts val="283"/>
              </a:spcBef>
              <a:buClr>
                <a:srgbClr val="ffffff"/>
              </a:buClr>
              <a:buSzPct val="45000"/>
              <a:buFont typeface="Wingdings" charset="2"/>
              <a:buChar char=""/>
            </a:pPr>
            <a:r>
              <a:rPr b="0" lang="en-US" sz="2000" strike="noStrike" u="none">
                <a:solidFill>
                  <a:schemeClr val="lt1"/>
                </a:solidFill>
                <a:effectLst/>
                <a:uFillTx/>
                <a:latin typeface="Calibri"/>
              </a:rPr>
              <a:t>Fifth Outline Level</a:t>
            </a:r>
            <a:endParaRPr b="0" lang="en-US" sz="2000" strike="noStrike" u="none">
              <a:solidFill>
                <a:schemeClr val="lt1"/>
              </a:solidFill>
              <a:effectLst/>
              <a:uFillTx/>
              <a:latin typeface="Calibri"/>
            </a:endParaRPr>
          </a:p>
          <a:p>
            <a:pPr lvl="5" marL="2592000" indent="-216000">
              <a:lnSpc>
                <a:spcPct val="90000"/>
              </a:lnSpc>
              <a:spcBef>
                <a:spcPts val="283"/>
              </a:spcBef>
              <a:buClr>
                <a:srgbClr val="ffffff"/>
              </a:buClr>
              <a:buSzPct val="45000"/>
              <a:buFont typeface="Wingdings" charset="2"/>
              <a:buChar char=""/>
            </a:pPr>
            <a:r>
              <a:rPr b="0" lang="en-US" sz="2000" strike="noStrike" u="none">
                <a:solidFill>
                  <a:schemeClr val="lt1"/>
                </a:solidFill>
                <a:effectLst/>
                <a:uFillTx/>
                <a:latin typeface="Calibri"/>
              </a:rPr>
              <a:t>Sixth Outline Level</a:t>
            </a:r>
            <a:endParaRPr b="0" lang="en-US" sz="2000" strike="noStrike" u="none">
              <a:solidFill>
                <a:schemeClr val="lt1"/>
              </a:solidFill>
              <a:effectLst/>
              <a:uFillTx/>
              <a:latin typeface="Calibri"/>
            </a:endParaRPr>
          </a:p>
          <a:p>
            <a:pPr lvl="6" marL="3024000" indent="-216000">
              <a:lnSpc>
                <a:spcPct val="90000"/>
              </a:lnSpc>
              <a:spcBef>
                <a:spcPts val="283"/>
              </a:spcBef>
              <a:buClr>
                <a:srgbClr val="ffffff"/>
              </a:buClr>
              <a:buSzPct val="45000"/>
              <a:buFont typeface="Wingdings" charset="2"/>
              <a:buChar char=""/>
            </a:pPr>
            <a:r>
              <a:rPr b="0" lang="en-US" sz="2000" strike="noStrike" u="none">
                <a:solidFill>
                  <a:schemeClr val="lt1"/>
                </a:solidFill>
                <a:effectLst/>
                <a:uFillTx/>
                <a:latin typeface="Calibri"/>
              </a:rPr>
              <a:t>Seventh Outline Level</a:t>
            </a:r>
            <a:endParaRPr b="0" lang="en-US" sz="2000" strike="noStrike" u="none">
              <a:solidFill>
                <a:schemeClr val="lt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Loddrett tekst">
    <p:bg>
      <p:bgPr>
        <a:solidFill>
          <a:schemeClr val="lt2">
            <a:lumMod val="10000"/>
          </a:schemeClr>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nb-NO" sz="4400" strike="noStrike" u="none">
                <a:solidFill>
                  <a:schemeClr val="lt1"/>
                </a:solidFill>
                <a:effectLst/>
                <a:uFillTx/>
                <a:latin typeface="Calibri Light"/>
              </a:rPr>
              <a:t>Klik</a:t>
            </a:r>
            <a:r>
              <a:rPr b="0" lang="nb-NO" sz="4400" strike="noStrike" u="none">
                <a:solidFill>
                  <a:schemeClr val="lt1"/>
                </a:solidFill>
                <a:effectLst/>
                <a:uFillTx/>
                <a:latin typeface="Calibri Light"/>
              </a:rPr>
              <a:t>k for </a:t>
            </a:r>
            <a:r>
              <a:rPr b="0" lang="nb-NO" sz="4400" strike="noStrike" u="none">
                <a:solidFill>
                  <a:schemeClr val="lt1"/>
                </a:solidFill>
                <a:effectLst/>
                <a:uFillTx/>
                <a:latin typeface="Calibri Light"/>
              </a:rPr>
              <a:t>å </a:t>
            </a:r>
            <a:r>
              <a:rPr b="0" lang="nb-NO" sz="4400" strike="noStrike" u="none">
                <a:solidFill>
                  <a:schemeClr val="lt1"/>
                </a:solidFill>
                <a:effectLst/>
                <a:uFillTx/>
                <a:latin typeface="Calibri Light"/>
              </a:rPr>
              <a:t>redi</a:t>
            </a:r>
            <a:r>
              <a:rPr b="0" lang="nb-NO" sz="4400" strike="noStrike" u="none">
                <a:solidFill>
                  <a:schemeClr val="lt1"/>
                </a:solidFill>
                <a:effectLst/>
                <a:uFillTx/>
                <a:latin typeface="Calibri Light"/>
              </a:rPr>
              <a:t>gere </a:t>
            </a:r>
            <a:r>
              <a:rPr b="0" lang="nb-NO" sz="4400" strike="noStrike" u="none">
                <a:solidFill>
                  <a:schemeClr val="lt1"/>
                </a:solidFill>
                <a:effectLst/>
                <a:uFillTx/>
                <a:latin typeface="Calibri Light"/>
              </a:rPr>
              <a:t>tittel</a:t>
            </a:r>
            <a:r>
              <a:rPr b="0" lang="nb-NO" sz="4400" strike="noStrike" u="none">
                <a:solidFill>
                  <a:schemeClr val="lt1"/>
                </a:solidFill>
                <a:effectLst/>
                <a:uFillTx/>
                <a:latin typeface="Calibri Light"/>
              </a:rPr>
              <a:t>stil</a:t>
            </a:r>
            <a:endParaRPr b="0" lang="en-US" sz="4400" strike="noStrike" u="none">
              <a:solidFill>
                <a:schemeClr val="lt1"/>
              </a:solidFill>
              <a:effectLst/>
              <a:uFillTx/>
              <a:latin typeface="Calibri"/>
            </a:endParaRPr>
          </a:p>
        </p:txBody>
      </p:sp>
      <p:sp>
        <p:nvSpPr>
          <p:cNvPr id="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ffffff"/>
              </a:buClr>
              <a:buFont typeface="Arial"/>
              <a:buChar char="•"/>
            </a:pPr>
            <a:r>
              <a:rPr b="0" lang="nb-NO" sz="2800" strike="noStrike" u="none">
                <a:solidFill>
                  <a:schemeClr val="lt1"/>
                </a:solidFill>
                <a:effectLst/>
                <a:uFillTx/>
                <a:latin typeface="Calibri"/>
              </a:rPr>
              <a:t>Klikk for å redigere tekststiler i malen</a:t>
            </a:r>
            <a:endParaRPr b="0" lang="en-US" sz="28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Andre nivå</a:t>
            </a:r>
            <a:endParaRPr b="0" lang="en-US" sz="24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Tredje nivå</a:t>
            </a:r>
            <a:endParaRPr b="0" lang="en-US" sz="20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Fjerde nivå</a:t>
            </a:r>
            <a:endParaRPr b="0" lang="en-US" sz="18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Femte nivå</a:t>
            </a:r>
            <a:endParaRPr b="0" lang="en-US" sz="1800" strike="noStrike" u="none">
              <a:solidFill>
                <a:schemeClr val="lt1"/>
              </a:solidFill>
              <a:effectLst/>
              <a:uFillTx/>
              <a:latin typeface="Calibri"/>
            </a:endParaRPr>
          </a:p>
        </p:txBody>
      </p:sp>
      <p:sp>
        <p:nvSpPr>
          <p:cNvPr id="7" name="PlaceHolder 3"/>
          <p:cNvSpPr>
            <a:spLocks noGrp="1"/>
          </p:cNvSpPr>
          <p:nvPr>
            <p:ph type="dt" idx="4"/>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8" name="PlaceHolder 4"/>
          <p:cNvSpPr>
            <a:spLocks noGrp="1"/>
          </p:cNvSpPr>
          <p:nvPr>
            <p:ph type="ftr" idx="5"/>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9" name="PlaceHolder 5"/>
          <p:cNvSpPr>
            <a:spLocks noGrp="1"/>
          </p:cNvSpPr>
          <p:nvPr>
            <p:ph type="sldNum" idx="6"/>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5A359222-B3EF-4D29-8E4D-5E2DB7795D62}"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Loddrett tittel og tekst">
    <p:bg>
      <p:bgPr>
        <a:solidFill>
          <a:schemeClr val="lt2">
            <a:lumMod val="10000"/>
          </a:schemeClr>
        </a:solidFill>
      </p:bgPr>
    </p:bg>
    <p:spTree>
      <p:nvGrpSpPr>
        <p:cNvPr id="1" name=""/>
        <p:cNvGrpSpPr/>
        <p:nvPr/>
      </p:nvGrpSpPr>
      <p:grpSpPr>
        <a:xfrm>
          <a:off x="0" y="0"/>
          <a:ext cx="0" cy="0"/>
          <a:chOff x="0" y="0"/>
          <a:chExt cx="0" cy="0"/>
        </a:xfrm>
      </p:grpSpPr>
      <p:sp>
        <p:nvSpPr>
          <p:cNvPr id="10" name="PlaceHolder 1"/>
          <p:cNvSpPr>
            <a:spLocks noGrp="1"/>
          </p:cNvSpPr>
          <p:nvPr>
            <p:ph type="title"/>
          </p:nvPr>
        </p:nvSpPr>
        <p:spPr>
          <a:xfrm>
            <a:off x="8724960" y="365040"/>
            <a:ext cx="2628720" cy="5811480"/>
          </a:xfrm>
          <a:prstGeom prst="rect">
            <a:avLst/>
          </a:prstGeom>
          <a:noFill/>
          <a:ln w="0">
            <a:noFill/>
          </a:ln>
        </p:spPr>
        <p:txBody>
          <a:bodyPr lIns="91440" rIns="91440" tIns="45720" bIns="45720" anchor="ctr" vert="eaVert">
            <a:noAutofit/>
          </a:bodyPr>
          <a:p>
            <a:pPr indent="0" defTabSz="914400">
              <a:lnSpc>
                <a:spcPct val="90000"/>
              </a:lnSpc>
              <a:buNone/>
            </a:pPr>
            <a:r>
              <a:rPr b="0" lang="nb-NO" sz="4400" strike="noStrike" u="none">
                <a:solidFill>
                  <a:schemeClr val="lt1"/>
                </a:solidFill>
                <a:effectLst/>
                <a:uFillTx/>
                <a:latin typeface="Calibri Light"/>
              </a:rPr>
              <a:t>Klikk for å redigere tittelstil</a:t>
            </a:r>
            <a:endParaRPr b="0" lang="en-US" sz="4400" strike="noStrike" u="none">
              <a:solidFill>
                <a:schemeClr val="lt1"/>
              </a:solidFill>
              <a:effectLst/>
              <a:uFillTx/>
              <a:latin typeface="Calibri"/>
            </a:endParaRPr>
          </a:p>
        </p:txBody>
      </p:sp>
      <p:sp>
        <p:nvSpPr>
          <p:cNvPr id="11" name="PlaceHolder 2"/>
          <p:cNvSpPr>
            <a:spLocks noGrp="1"/>
          </p:cNvSpPr>
          <p:nvPr>
            <p:ph type="body"/>
          </p:nvPr>
        </p:nvSpPr>
        <p:spPr>
          <a:xfrm>
            <a:off x="838080" y="365040"/>
            <a:ext cx="7733880" cy="5811480"/>
          </a:xfrm>
          <a:prstGeom prst="rect">
            <a:avLst/>
          </a:prstGeom>
          <a:noFill/>
          <a:ln w="0">
            <a:noFill/>
          </a:ln>
        </p:spPr>
        <p:txBody>
          <a:bodyPr lIns="91440" rIns="91440" tIns="45720" bIns="45720" anchor="t" vert="eaVert">
            <a:noAutofit/>
          </a:bodyPr>
          <a:p>
            <a:pPr marL="228600" indent="-228600" defTabSz="914400">
              <a:lnSpc>
                <a:spcPct val="90000"/>
              </a:lnSpc>
              <a:spcBef>
                <a:spcPts val="1001"/>
              </a:spcBef>
              <a:buClr>
                <a:srgbClr val="ffffff"/>
              </a:buClr>
              <a:buFont typeface="Arial"/>
              <a:buChar char="•"/>
            </a:pPr>
            <a:r>
              <a:rPr b="0" lang="nb-NO" sz="2800" strike="noStrike" u="none">
                <a:solidFill>
                  <a:schemeClr val="lt1"/>
                </a:solidFill>
                <a:effectLst/>
                <a:uFillTx/>
                <a:latin typeface="Calibri"/>
              </a:rPr>
              <a:t>Klikk for å redigere tekststiler i malen</a:t>
            </a:r>
            <a:endParaRPr b="0" lang="en-US" sz="28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Andre nivå</a:t>
            </a:r>
            <a:endParaRPr b="0" lang="en-US" sz="24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Tredje nivå</a:t>
            </a:r>
            <a:endParaRPr b="0" lang="en-US" sz="20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Fjerde nivå</a:t>
            </a:r>
            <a:endParaRPr b="0" lang="en-US" sz="18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Femte nivå</a:t>
            </a:r>
            <a:endParaRPr b="0" lang="en-US" sz="1800" strike="noStrike" u="none">
              <a:solidFill>
                <a:schemeClr val="lt1"/>
              </a:solidFill>
              <a:effectLst/>
              <a:uFillTx/>
              <a:latin typeface="Calibri"/>
            </a:endParaRPr>
          </a:p>
        </p:txBody>
      </p:sp>
      <p:sp>
        <p:nvSpPr>
          <p:cNvPr id="12" name="PlaceHolder 3"/>
          <p:cNvSpPr>
            <a:spLocks noGrp="1"/>
          </p:cNvSpPr>
          <p:nvPr>
            <p:ph type="dt" idx="7"/>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13" name="PlaceHolder 4"/>
          <p:cNvSpPr>
            <a:spLocks noGrp="1"/>
          </p:cNvSpPr>
          <p:nvPr>
            <p:ph type="ftr" idx="8"/>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14" name="PlaceHolder 5"/>
          <p:cNvSpPr>
            <a:spLocks noGrp="1"/>
          </p:cNvSpPr>
          <p:nvPr>
            <p:ph type="sldNum" idx="9"/>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B3C8CB26-30EB-40EB-9BA2-8A2214A6A7E9}"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tel og innhold">
    <p:bg>
      <p:bgPr>
        <a:solidFill>
          <a:schemeClr val="lt2">
            <a:lumMod val="10000"/>
          </a:schemeClr>
        </a:solidFill>
      </p:bgPr>
    </p:bg>
    <p:spTree>
      <p:nvGrpSpPr>
        <p:cNvPr id="1" name=""/>
        <p:cNvGrpSpPr/>
        <p:nvPr/>
      </p:nvGrpSpPr>
      <p:grpSpPr>
        <a:xfrm>
          <a:off x="0" y="0"/>
          <a:ext cx="0" cy="0"/>
          <a:chOff x="0" y="0"/>
          <a:chExt cx="0" cy="0"/>
        </a:xfrm>
      </p:grpSpPr>
      <p:sp>
        <p:nvSpPr>
          <p:cNvPr id="1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nb-NO" sz="4400" strike="noStrike" u="none">
                <a:solidFill>
                  <a:schemeClr val="lt1"/>
                </a:solidFill>
                <a:effectLst/>
                <a:uFillTx/>
                <a:latin typeface="Calibri Light"/>
              </a:rPr>
              <a:t>Klikk for å redigere tittelstil</a:t>
            </a:r>
            <a:endParaRPr b="0" lang="en-US" sz="4400" strike="noStrike" u="none">
              <a:solidFill>
                <a:schemeClr val="lt1"/>
              </a:solidFill>
              <a:effectLst/>
              <a:uFillTx/>
              <a:latin typeface="Calibri"/>
            </a:endParaRPr>
          </a:p>
        </p:txBody>
      </p:sp>
      <p:sp>
        <p:nvSpPr>
          <p:cNvPr id="16" name="PlaceHolder 2"/>
          <p:cNvSpPr>
            <a:spLocks noGrp="1"/>
          </p:cNvSpPr>
          <p:nvPr>
            <p:ph type="body"/>
          </p:nvPr>
        </p:nvSpPr>
        <p:spPr>
          <a:xfrm>
            <a:off x="838080" y="1825560"/>
            <a:ext cx="1051524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nb-NO" sz="2800" strike="noStrike" u="none">
                <a:solidFill>
                  <a:schemeClr val="lt1"/>
                </a:solidFill>
                <a:effectLst/>
                <a:uFillTx/>
                <a:latin typeface="Calibri"/>
              </a:rPr>
              <a:t>Klikk for å redigere tekststiler i malen</a:t>
            </a:r>
            <a:endParaRPr b="0" lang="en-US" sz="28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Andre nivå</a:t>
            </a:r>
            <a:endParaRPr b="0" lang="en-US" sz="24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Tredje nivå</a:t>
            </a:r>
            <a:endParaRPr b="0" lang="en-US" sz="20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Fjerde nivå</a:t>
            </a:r>
            <a:endParaRPr b="0" lang="en-US" sz="18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Femte nivå</a:t>
            </a:r>
            <a:endParaRPr b="0" lang="en-US" sz="1800" strike="noStrike" u="none">
              <a:solidFill>
                <a:schemeClr val="lt1"/>
              </a:solidFill>
              <a:effectLst/>
              <a:uFillTx/>
              <a:latin typeface="Calibri"/>
            </a:endParaRPr>
          </a:p>
        </p:txBody>
      </p:sp>
      <p:sp>
        <p:nvSpPr>
          <p:cNvPr id="17" name="PlaceHolder 3"/>
          <p:cNvSpPr>
            <a:spLocks noGrp="1"/>
          </p:cNvSpPr>
          <p:nvPr>
            <p:ph type="dt" idx="10"/>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18" name="PlaceHolder 4"/>
          <p:cNvSpPr>
            <a:spLocks noGrp="1"/>
          </p:cNvSpPr>
          <p:nvPr>
            <p:ph type="ftr" idx="11"/>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19" name="PlaceHolder 5"/>
          <p:cNvSpPr>
            <a:spLocks noGrp="1"/>
          </p:cNvSpPr>
          <p:nvPr>
            <p:ph type="sldNum" idx="12"/>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9F5A641C-9FA8-4F4D-856D-4140083ADCF1}"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loverskrift">
    <p:bg>
      <p:bgPr>
        <a:solidFill>
          <a:schemeClr val="lt2">
            <a:lumMod val="10000"/>
          </a:schemeClr>
        </a:solidFill>
      </p:bgPr>
    </p:bg>
    <p:spTree>
      <p:nvGrpSpPr>
        <p:cNvPr id="1" name=""/>
        <p:cNvGrpSpPr/>
        <p:nvPr/>
      </p:nvGrpSpPr>
      <p:grpSpPr>
        <a:xfrm>
          <a:off x="0" y="0"/>
          <a:ext cx="0" cy="0"/>
          <a:chOff x="0" y="0"/>
          <a:chExt cx="0" cy="0"/>
        </a:xfrm>
      </p:grpSpPr>
      <p:sp>
        <p:nvSpPr>
          <p:cNvPr id="20" name="PlaceHolder 1"/>
          <p:cNvSpPr>
            <a:spLocks noGrp="1"/>
          </p:cNvSpPr>
          <p:nvPr>
            <p:ph type="title"/>
          </p:nvPr>
        </p:nvSpPr>
        <p:spPr>
          <a:xfrm>
            <a:off x="831960" y="1709640"/>
            <a:ext cx="10515240" cy="2852280"/>
          </a:xfrm>
          <a:prstGeom prst="rect">
            <a:avLst/>
          </a:prstGeom>
          <a:noFill/>
          <a:ln w="0">
            <a:noFill/>
          </a:ln>
        </p:spPr>
        <p:txBody>
          <a:bodyPr lIns="91440" rIns="91440" tIns="45720" bIns="45720" anchor="b">
            <a:noAutofit/>
          </a:bodyPr>
          <a:p>
            <a:pPr indent="0" defTabSz="914400">
              <a:lnSpc>
                <a:spcPct val="90000"/>
              </a:lnSpc>
              <a:buNone/>
            </a:pPr>
            <a:r>
              <a:rPr b="0" lang="nb-NO" sz="6000" strike="noStrike" u="none">
                <a:solidFill>
                  <a:schemeClr val="lt1"/>
                </a:solidFill>
                <a:effectLst/>
                <a:uFillTx/>
                <a:latin typeface="Calibri Light"/>
              </a:rPr>
              <a:t>Klikk for å redigere tittelstil</a:t>
            </a:r>
            <a:endParaRPr b="0" lang="en-US" sz="6000" strike="noStrike" u="none">
              <a:solidFill>
                <a:schemeClr val="lt1"/>
              </a:solidFill>
              <a:effectLst/>
              <a:uFillTx/>
              <a:latin typeface="Calibri"/>
            </a:endParaRPr>
          </a:p>
        </p:txBody>
      </p:sp>
      <p:sp>
        <p:nvSpPr>
          <p:cNvPr id="21" name="PlaceHolder 2"/>
          <p:cNvSpPr>
            <a:spLocks noGrp="1"/>
          </p:cNvSpPr>
          <p:nvPr>
            <p:ph type="body"/>
          </p:nvPr>
        </p:nvSpPr>
        <p:spPr>
          <a:xfrm>
            <a:off x="831960" y="4589640"/>
            <a:ext cx="10515240" cy="149976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nb-NO" sz="2400" strike="noStrike" u="none">
                <a:solidFill>
                  <a:schemeClr val="lt1">
                    <a:tint val="75000"/>
                  </a:schemeClr>
                </a:solidFill>
                <a:effectLst/>
                <a:uFillTx/>
                <a:latin typeface="Calibri"/>
              </a:rPr>
              <a:t>Klikk for å redigere tekststiler i malen</a:t>
            </a:r>
            <a:endParaRPr b="0" lang="en-US" sz="2400" strike="noStrike" u="none">
              <a:solidFill>
                <a:schemeClr val="lt1"/>
              </a:solidFill>
              <a:effectLst/>
              <a:uFillTx/>
              <a:latin typeface="Calibri"/>
            </a:endParaRPr>
          </a:p>
        </p:txBody>
      </p:sp>
      <p:sp>
        <p:nvSpPr>
          <p:cNvPr id="22" name="PlaceHolder 3"/>
          <p:cNvSpPr>
            <a:spLocks noGrp="1"/>
          </p:cNvSpPr>
          <p:nvPr>
            <p:ph type="dt" idx="13"/>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23" name="PlaceHolder 4"/>
          <p:cNvSpPr>
            <a:spLocks noGrp="1"/>
          </p:cNvSpPr>
          <p:nvPr>
            <p:ph type="ftr" idx="14"/>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24" name="PlaceHolder 5"/>
          <p:cNvSpPr>
            <a:spLocks noGrp="1"/>
          </p:cNvSpPr>
          <p:nvPr>
            <p:ph type="sldNum" idx="15"/>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CED29BE7-5BA2-45B2-8FC6-46A71B3C82D6}"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o innholdsdeler">
    <p:bg>
      <p:bgPr>
        <a:solidFill>
          <a:schemeClr val="lt2">
            <a:lumMod val="10000"/>
          </a:schemeClr>
        </a:solidFill>
      </p:bgPr>
    </p:bg>
    <p:spTree>
      <p:nvGrpSpPr>
        <p:cNvPr id="1" name=""/>
        <p:cNvGrpSpPr/>
        <p:nvPr/>
      </p:nvGrpSpPr>
      <p:grpSpPr>
        <a:xfrm>
          <a:off x="0" y="0"/>
          <a:ext cx="0" cy="0"/>
          <a:chOff x="0" y="0"/>
          <a:chExt cx="0" cy="0"/>
        </a:xfrm>
      </p:grpSpPr>
      <p:sp>
        <p:nvSpPr>
          <p:cNvPr id="2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nb-NO" sz="4400" strike="noStrike" u="none">
                <a:solidFill>
                  <a:schemeClr val="lt1"/>
                </a:solidFill>
                <a:effectLst/>
                <a:uFillTx/>
                <a:latin typeface="Calibri Light"/>
              </a:rPr>
              <a:t>Klikk for å redigere tittelstil</a:t>
            </a:r>
            <a:endParaRPr b="0" lang="en-US" sz="4400" strike="noStrike" u="none">
              <a:solidFill>
                <a:schemeClr val="lt1"/>
              </a:solidFill>
              <a:effectLst/>
              <a:uFillTx/>
              <a:latin typeface="Calibri"/>
            </a:endParaRPr>
          </a:p>
        </p:txBody>
      </p:sp>
      <p:sp>
        <p:nvSpPr>
          <p:cNvPr id="26" name="PlaceHolder 2"/>
          <p:cNvSpPr>
            <a:spLocks noGrp="1"/>
          </p:cNvSpPr>
          <p:nvPr>
            <p:ph type="body"/>
          </p:nvPr>
        </p:nvSpPr>
        <p:spPr>
          <a:xfrm>
            <a:off x="83808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nb-NO" sz="2800" strike="noStrike" u="none">
                <a:solidFill>
                  <a:schemeClr val="lt1"/>
                </a:solidFill>
                <a:effectLst/>
                <a:uFillTx/>
                <a:latin typeface="Calibri"/>
              </a:rPr>
              <a:t>Klikk for å redigere tekststiler i malen</a:t>
            </a:r>
            <a:endParaRPr b="0" lang="en-US" sz="28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Andre nivå</a:t>
            </a:r>
            <a:endParaRPr b="0" lang="en-US" sz="24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Tredje nivå</a:t>
            </a:r>
            <a:endParaRPr b="0" lang="en-US" sz="20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Fjerde nivå</a:t>
            </a:r>
            <a:endParaRPr b="0" lang="en-US" sz="18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Femte nivå</a:t>
            </a:r>
            <a:endParaRPr b="0" lang="en-US" sz="1800" strike="noStrike" u="none">
              <a:solidFill>
                <a:schemeClr val="lt1"/>
              </a:solidFill>
              <a:effectLst/>
              <a:uFillTx/>
              <a:latin typeface="Calibri"/>
            </a:endParaRPr>
          </a:p>
        </p:txBody>
      </p:sp>
      <p:sp>
        <p:nvSpPr>
          <p:cNvPr id="27" name="PlaceHolder 3"/>
          <p:cNvSpPr>
            <a:spLocks noGrp="1"/>
          </p:cNvSpPr>
          <p:nvPr>
            <p:ph type="body"/>
          </p:nvPr>
        </p:nvSpPr>
        <p:spPr>
          <a:xfrm>
            <a:off x="6172200" y="1825560"/>
            <a:ext cx="5181120" cy="435096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nb-NO" sz="2800" strike="noStrike" u="none">
                <a:solidFill>
                  <a:schemeClr val="lt1"/>
                </a:solidFill>
                <a:effectLst/>
                <a:uFillTx/>
                <a:latin typeface="Calibri"/>
              </a:rPr>
              <a:t>Klikk for å redigere tekststiler i malen</a:t>
            </a:r>
            <a:endParaRPr b="0" lang="en-US" sz="28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Andre nivå</a:t>
            </a:r>
            <a:endParaRPr b="0" lang="en-US" sz="24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Tredje nivå</a:t>
            </a:r>
            <a:endParaRPr b="0" lang="en-US" sz="20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Fjerde nivå</a:t>
            </a:r>
            <a:endParaRPr b="0" lang="en-US" sz="18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Femte nivå</a:t>
            </a:r>
            <a:endParaRPr b="0" lang="en-US" sz="1800" strike="noStrike" u="none">
              <a:solidFill>
                <a:schemeClr val="lt1"/>
              </a:solidFill>
              <a:effectLst/>
              <a:uFillTx/>
              <a:latin typeface="Calibri"/>
            </a:endParaRPr>
          </a:p>
        </p:txBody>
      </p:sp>
      <p:sp>
        <p:nvSpPr>
          <p:cNvPr id="28" name="PlaceHolder 4"/>
          <p:cNvSpPr>
            <a:spLocks noGrp="1"/>
          </p:cNvSpPr>
          <p:nvPr>
            <p:ph type="dt" idx="16"/>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29" name="PlaceHolder 5"/>
          <p:cNvSpPr>
            <a:spLocks noGrp="1"/>
          </p:cNvSpPr>
          <p:nvPr>
            <p:ph type="ftr" idx="17"/>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30" name="PlaceHolder 6"/>
          <p:cNvSpPr>
            <a:spLocks noGrp="1"/>
          </p:cNvSpPr>
          <p:nvPr>
            <p:ph type="sldNum" idx="18"/>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8AAEE1BF-756B-4934-BAAB-64C95BAEE0EA}"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ammenligning">
    <p:bg>
      <p:bgPr>
        <a:solidFill>
          <a:schemeClr val="lt2">
            <a:lumMod val="10000"/>
          </a:schemeClr>
        </a:solidFill>
      </p:bgPr>
    </p:bg>
    <p:spTree>
      <p:nvGrpSpPr>
        <p:cNvPr id="1" name=""/>
        <p:cNvGrpSpPr/>
        <p:nvPr/>
      </p:nvGrpSpPr>
      <p:grpSpPr>
        <a:xfrm>
          <a:off x="0" y="0"/>
          <a:ext cx="0" cy="0"/>
          <a:chOff x="0" y="0"/>
          <a:chExt cx="0" cy="0"/>
        </a:xfrm>
      </p:grpSpPr>
      <p:sp>
        <p:nvSpPr>
          <p:cNvPr id="31" name="PlaceHolder 1"/>
          <p:cNvSpPr>
            <a:spLocks noGrp="1"/>
          </p:cNvSpPr>
          <p:nvPr>
            <p:ph type="title"/>
          </p:nvPr>
        </p:nvSpPr>
        <p:spPr>
          <a:xfrm>
            <a:off x="8398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nb-NO" sz="4400" strike="noStrike" u="none">
                <a:solidFill>
                  <a:schemeClr val="lt1"/>
                </a:solidFill>
                <a:effectLst/>
                <a:uFillTx/>
                <a:latin typeface="Calibri Light"/>
              </a:rPr>
              <a:t>Klikk for å redigere tittelstil</a:t>
            </a:r>
            <a:endParaRPr b="0" lang="en-US" sz="4400" strike="noStrike" u="none">
              <a:solidFill>
                <a:schemeClr val="lt1"/>
              </a:solidFill>
              <a:effectLst/>
              <a:uFillTx/>
              <a:latin typeface="Calibri"/>
            </a:endParaRPr>
          </a:p>
        </p:txBody>
      </p:sp>
      <p:sp>
        <p:nvSpPr>
          <p:cNvPr id="32" name="PlaceHolder 2"/>
          <p:cNvSpPr>
            <a:spLocks noGrp="1"/>
          </p:cNvSpPr>
          <p:nvPr>
            <p:ph type="body"/>
          </p:nvPr>
        </p:nvSpPr>
        <p:spPr>
          <a:xfrm>
            <a:off x="839880" y="1681200"/>
            <a:ext cx="515736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nb-NO" sz="2400" strike="noStrike" u="none">
                <a:solidFill>
                  <a:schemeClr val="lt1"/>
                </a:solidFill>
                <a:effectLst/>
                <a:uFillTx/>
                <a:latin typeface="Calibri"/>
              </a:rPr>
              <a:t>Klikk for å redigere tekststiler i malen</a:t>
            </a:r>
            <a:endParaRPr b="0" lang="en-US" sz="2400" strike="noStrike" u="none">
              <a:solidFill>
                <a:schemeClr val="lt1"/>
              </a:solidFill>
              <a:effectLst/>
              <a:uFillTx/>
              <a:latin typeface="Calibri"/>
            </a:endParaRPr>
          </a:p>
        </p:txBody>
      </p:sp>
      <p:sp>
        <p:nvSpPr>
          <p:cNvPr id="33" name="PlaceHolder 3"/>
          <p:cNvSpPr>
            <a:spLocks noGrp="1"/>
          </p:cNvSpPr>
          <p:nvPr>
            <p:ph type="body"/>
          </p:nvPr>
        </p:nvSpPr>
        <p:spPr>
          <a:xfrm>
            <a:off x="839880" y="2505240"/>
            <a:ext cx="515736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nb-NO" sz="2800" strike="noStrike" u="none">
                <a:solidFill>
                  <a:schemeClr val="lt1"/>
                </a:solidFill>
                <a:effectLst/>
                <a:uFillTx/>
                <a:latin typeface="Calibri"/>
              </a:rPr>
              <a:t>Klikk for å redigere tekststiler i malen</a:t>
            </a:r>
            <a:endParaRPr b="0" lang="en-US" sz="28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Andre nivå</a:t>
            </a:r>
            <a:endParaRPr b="0" lang="en-US" sz="24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Tredje nivå</a:t>
            </a:r>
            <a:endParaRPr b="0" lang="en-US" sz="20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Fjerde nivå</a:t>
            </a:r>
            <a:endParaRPr b="0" lang="en-US" sz="18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Femte nivå</a:t>
            </a:r>
            <a:endParaRPr b="0" lang="en-US" sz="1800" strike="noStrike" u="none">
              <a:solidFill>
                <a:schemeClr val="lt1"/>
              </a:solidFill>
              <a:effectLst/>
              <a:uFillTx/>
              <a:latin typeface="Calibri"/>
            </a:endParaRPr>
          </a:p>
        </p:txBody>
      </p:sp>
      <p:sp>
        <p:nvSpPr>
          <p:cNvPr id="34" name="PlaceHolder 4"/>
          <p:cNvSpPr>
            <a:spLocks noGrp="1"/>
          </p:cNvSpPr>
          <p:nvPr>
            <p:ph type="body"/>
          </p:nvPr>
        </p:nvSpPr>
        <p:spPr>
          <a:xfrm>
            <a:off x="6172200" y="1681200"/>
            <a:ext cx="5182920" cy="823680"/>
          </a:xfrm>
          <a:prstGeom prst="rect">
            <a:avLst/>
          </a:prstGeom>
          <a:noFill/>
          <a:ln w="0">
            <a:noFill/>
          </a:ln>
        </p:spPr>
        <p:txBody>
          <a:bodyPr lIns="91440" rIns="91440" tIns="45720" bIns="45720" anchor="b">
            <a:noAutofit/>
          </a:bodyPr>
          <a:p>
            <a:pPr indent="0" defTabSz="914400">
              <a:lnSpc>
                <a:spcPct val="90000"/>
              </a:lnSpc>
              <a:spcBef>
                <a:spcPts val="1001"/>
              </a:spcBef>
              <a:buNone/>
              <a:tabLst>
                <a:tab algn="l" pos="0"/>
              </a:tabLst>
            </a:pPr>
            <a:r>
              <a:rPr b="1" lang="nb-NO" sz="2400" strike="noStrike" u="none">
                <a:solidFill>
                  <a:schemeClr val="lt1"/>
                </a:solidFill>
                <a:effectLst/>
                <a:uFillTx/>
                <a:latin typeface="Calibri"/>
              </a:rPr>
              <a:t>Klikk for å redigere tekststiler i malen</a:t>
            </a:r>
            <a:endParaRPr b="0" lang="en-US" sz="2400" strike="noStrike" u="none">
              <a:solidFill>
                <a:schemeClr val="lt1"/>
              </a:solidFill>
              <a:effectLst/>
              <a:uFillTx/>
              <a:latin typeface="Calibri"/>
            </a:endParaRPr>
          </a:p>
        </p:txBody>
      </p:sp>
      <p:sp>
        <p:nvSpPr>
          <p:cNvPr id="35" name="PlaceHolder 5"/>
          <p:cNvSpPr>
            <a:spLocks noGrp="1"/>
          </p:cNvSpPr>
          <p:nvPr>
            <p:ph type="body"/>
          </p:nvPr>
        </p:nvSpPr>
        <p:spPr>
          <a:xfrm>
            <a:off x="6172200" y="2505240"/>
            <a:ext cx="5182920" cy="368424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nb-NO" sz="2800" strike="noStrike" u="none">
                <a:solidFill>
                  <a:schemeClr val="lt1"/>
                </a:solidFill>
                <a:effectLst/>
                <a:uFillTx/>
                <a:latin typeface="Calibri"/>
              </a:rPr>
              <a:t>Klikk for å redigere tekststiler i malen</a:t>
            </a:r>
            <a:endParaRPr b="0" lang="en-US" sz="28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Andre nivå</a:t>
            </a:r>
            <a:endParaRPr b="0" lang="en-US" sz="24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Tredje nivå</a:t>
            </a:r>
            <a:endParaRPr b="0" lang="en-US" sz="20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Fjerde nivå</a:t>
            </a:r>
            <a:endParaRPr b="0" lang="en-US" sz="18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1800" strike="noStrike" u="none">
                <a:solidFill>
                  <a:schemeClr val="lt1"/>
                </a:solidFill>
                <a:effectLst/>
                <a:uFillTx/>
                <a:latin typeface="Calibri"/>
              </a:rPr>
              <a:t>Femte nivå</a:t>
            </a:r>
            <a:endParaRPr b="0" lang="en-US" sz="1800" strike="noStrike" u="none">
              <a:solidFill>
                <a:schemeClr val="lt1"/>
              </a:solidFill>
              <a:effectLst/>
              <a:uFillTx/>
              <a:latin typeface="Calibri"/>
            </a:endParaRPr>
          </a:p>
        </p:txBody>
      </p:sp>
      <p:sp>
        <p:nvSpPr>
          <p:cNvPr id="36" name="PlaceHolder 6"/>
          <p:cNvSpPr>
            <a:spLocks noGrp="1"/>
          </p:cNvSpPr>
          <p:nvPr>
            <p:ph type="dt" idx="19"/>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37" name="PlaceHolder 7"/>
          <p:cNvSpPr>
            <a:spLocks noGrp="1"/>
          </p:cNvSpPr>
          <p:nvPr>
            <p:ph type="ftr" idx="20"/>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38" name="PlaceHolder 8"/>
          <p:cNvSpPr>
            <a:spLocks noGrp="1"/>
          </p:cNvSpPr>
          <p:nvPr>
            <p:ph type="sldNum" idx="21"/>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7698F332-CC87-4E39-8702-A86B7BF80C17}"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Bare tittel">
    <p:bg>
      <p:bgPr>
        <a:solidFill>
          <a:schemeClr val="lt2">
            <a:lumMod val="10000"/>
          </a:schemeClr>
        </a:solidFill>
      </p:bgPr>
    </p:bg>
    <p:spTree>
      <p:nvGrpSpPr>
        <p:cNvPr id="1" name=""/>
        <p:cNvGrpSpPr/>
        <p:nvPr/>
      </p:nvGrpSpPr>
      <p:grpSpPr>
        <a:xfrm>
          <a:off x="0" y="0"/>
          <a:ext cx="0" cy="0"/>
          <a:chOff x="0" y="0"/>
          <a:chExt cx="0" cy="0"/>
        </a:xfrm>
      </p:grpSpPr>
      <p:sp>
        <p:nvSpPr>
          <p:cNvPr id="3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nb-NO" sz="4400" strike="noStrike" u="none">
                <a:solidFill>
                  <a:schemeClr val="lt1"/>
                </a:solidFill>
                <a:effectLst/>
                <a:uFillTx/>
                <a:latin typeface="Calibri Light"/>
              </a:rPr>
              <a:t>Klikk for å redigere tittelstil</a:t>
            </a:r>
            <a:endParaRPr b="0" lang="en-US" sz="4400" strike="noStrike" u="none">
              <a:solidFill>
                <a:schemeClr val="lt1"/>
              </a:solidFill>
              <a:effectLst/>
              <a:uFillTx/>
              <a:latin typeface="Calibri"/>
            </a:endParaRPr>
          </a:p>
        </p:txBody>
      </p:sp>
      <p:sp>
        <p:nvSpPr>
          <p:cNvPr id="40" name="PlaceHolder 2"/>
          <p:cNvSpPr>
            <a:spLocks noGrp="1"/>
          </p:cNvSpPr>
          <p:nvPr>
            <p:ph type="dt" idx="22"/>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41" name="PlaceHolder 3"/>
          <p:cNvSpPr>
            <a:spLocks noGrp="1"/>
          </p:cNvSpPr>
          <p:nvPr>
            <p:ph type="ftr" idx="23"/>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42" name="PlaceHolder 4"/>
          <p:cNvSpPr>
            <a:spLocks noGrp="1"/>
          </p:cNvSpPr>
          <p:nvPr>
            <p:ph type="sldNum" idx="24"/>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9F6551E7-C4D0-4F1D-9A5C-D62ED3FA7626}"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
        <p:nvSpPr>
          <p:cNvPr id="43"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en-US" sz="2800" strike="noStrike" u="none">
                <a:solidFill>
                  <a:schemeClr val="lt1"/>
                </a:solidFill>
                <a:effectLst/>
                <a:uFillTx/>
                <a:latin typeface="Calibri"/>
              </a:rPr>
              <a:t>Click to edit the outline text format</a:t>
            </a:r>
            <a:endParaRPr b="0" lang="en-US" sz="2800" strike="noStrike" u="none">
              <a:solidFill>
                <a:schemeClr val="lt1"/>
              </a:solidFill>
              <a:effectLst/>
              <a:uFillTx/>
              <a:latin typeface="Calibri"/>
            </a:endParaRPr>
          </a:p>
          <a:p>
            <a:pPr lvl="1" marL="864000" indent="-324000">
              <a:lnSpc>
                <a:spcPct val="90000"/>
              </a:lnSpc>
              <a:spcBef>
                <a:spcPts val="1134"/>
              </a:spcBef>
              <a:buClr>
                <a:srgbClr val="ffffff"/>
              </a:buClr>
              <a:buSzPct val="75000"/>
              <a:buFont typeface="Symbol" charset="2"/>
              <a:buChar char=""/>
            </a:pPr>
            <a:r>
              <a:rPr b="0" lang="en-US" sz="2000" strike="noStrike" u="none">
                <a:solidFill>
                  <a:schemeClr val="lt1"/>
                </a:solidFill>
                <a:effectLst/>
                <a:uFillTx/>
                <a:latin typeface="Calibri"/>
              </a:rPr>
              <a:t>Second Outline Level</a:t>
            </a:r>
            <a:endParaRPr b="0" lang="en-US" sz="2000" strike="noStrike" u="none">
              <a:solidFill>
                <a:schemeClr val="lt1"/>
              </a:solidFill>
              <a:effectLst/>
              <a:uFillTx/>
              <a:latin typeface="Calibri"/>
            </a:endParaRPr>
          </a:p>
          <a:p>
            <a:pPr lvl="2" marL="1296000" indent="-288000">
              <a:lnSpc>
                <a:spcPct val="90000"/>
              </a:lnSpc>
              <a:spcBef>
                <a:spcPts val="850"/>
              </a:spcBef>
              <a:buClr>
                <a:srgbClr val="ffffff"/>
              </a:buClr>
              <a:buSzPct val="45000"/>
              <a:buFont typeface="Wingdings" charset="2"/>
              <a:buChar char=""/>
            </a:pPr>
            <a:r>
              <a:rPr b="0" lang="en-US" sz="1800" strike="noStrike" u="none">
                <a:solidFill>
                  <a:schemeClr val="lt1"/>
                </a:solidFill>
                <a:effectLst/>
                <a:uFillTx/>
                <a:latin typeface="Calibri"/>
              </a:rPr>
              <a:t>Third Outline Level</a:t>
            </a:r>
            <a:endParaRPr b="0" lang="en-US" sz="1800" strike="noStrike" u="none">
              <a:solidFill>
                <a:schemeClr val="lt1"/>
              </a:solidFill>
              <a:effectLst/>
              <a:uFillTx/>
              <a:latin typeface="Calibri"/>
            </a:endParaRPr>
          </a:p>
          <a:p>
            <a:pPr lvl="3" marL="1728000" indent="-216000">
              <a:lnSpc>
                <a:spcPct val="90000"/>
              </a:lnSpc>
              <a:spcBef>
                <a:spcPts val="567"/>
              </a:spcBef>
              <a:buClr>
                <a:srgbClr val="ffffff"/>
              </a:buClr>
              <a:buSzPct val="75000"/>
              <a:buFont typeface="Symbol" charset="2"/>
              <a:buChar char=""/>
            </a:pPr>
            <a:r>
              <a:rPr b="0" lang="en-US" sz="1800" strike="noStrike" u="none">
                <a:solidFill>
                  <a:schemeClr val="lt1"/>
                </a:solidFill>
                <a:effectLst/>
                <a:uFillTx/>
                <a:latin typeface="Calibri"/>
              </a:rPr>
              <a:t>Fourth Outline Level</a:t>
            </a:r>
            <a:endParaRPr b="0" lang="en-US" sz="1800" strike="noStrike" u="none">
              <a:solidFill>
                <a:schemeClr val="lt1"/>
              </a:solidFill>
              <a:effectLst/>
              <a:uFillTx/>
              <a:latin typeface="Calibri"/>
            </a:endParaRPr>
          </a:p>
          <a:p>
            <a:pPr lvl="4" marL="2160000" indent="-216000">
              <a:lnSpc>
                <a:spcPct val="90000"/>
              </a:lnSpc>
              <a:spcBef>
                <a:spcPts val="283"/>
              </a:spcBef>
              <a:buClr>
                <a:srgbClr val="ffffff"/>
              </a:buClr>
              <a:buSzPct val="45000"/>
              <a:buFont typeface="Wingdings" charset="2"/>
              <a:buChar char=""/>
            </a:pPr>
            <a:r>
              <a:rPr b="0" lang="en-US" sz="2000" strike="noStrike" u="none">
                <a:solidFill>
                  <a:schemeClr val="lt1"/>
                </a:solidFill>
                <a:effectLst/>
                <a:uFillTx/>
                <a:latin typeface="Calibri"/>
              </a:rPr>
              <a:t>Fifth Outline Level</a:t>
            </a:r>
            <a:endParaRPr b="0" lang="en-US" sz="2000" strike="noStrike" u="none">
              <a:solidFill>
                <a:schemeClr val="lt1"/>
              </a:solidFill>
              <a:effectLst/>
              <a:uFillTx/>
              <a:latin typeface="Calibri"/>
            </a:endParaRPr>
          </a:p>
          <a:p>
            <a:pPr lvl="5" marL="2592000" indent="-216000">
              <a:lnSpc>
                <a:spcPct val="90000"/>
              </a:lnSpc>
              <a:spcBef>
                <a:spcPts val="283"/>
              </a:spcBef>
              <a:buClr>
                <a:srgbClr val="ffffff"/>
              </a:buClr>
              <a:buSzPct val="45000"/>
              <a:buFont typeface="Wingdings" charset="2"/>
              <a:buChar char=""/>
            </a:pPr>
            <a:r>
              <a:rPr b="0" lang="en-US" sz="2000" strike="noStrike" u="none">
                <a:solidFill>
                  <a:schemeClr val="lt1"/>
                </a:solidFill>
                <a:effectLst/>
                <a:uFillTx/>
                <a:latin typeface="Calibri"/>
              </a:rPr>
              <a:t>Sixth Outline Level</a:t>
            </a:r>
            <a:endParaRPr b="0" lang="en-US" sz="2000" strike="noStrike" u="none">
              <a:solidFill>
                <a:schemeClr val="lt1"/>
              </a:solidFill>
              <a:effectLst/>
              <a:uFillTx/>
              <a:latin typeface="Calibri"/>
            </a:endParaRPr>
          </a:p>
          <a:p>
            <a:pPr lvl="6" marL="3024000" indent="-216000">
              <a:lnSpc>
                <a:spcPct val="90000"/>
              </a:lnSpc>
              <a:spcBef>
                <a:spcPts val="283"/>
              </a:spcBef>
              <a:buClr>
                <a:srgbClr val="ffffff"/>
              </a:buClr>
              <a:buSzPct val="45000"/>
              <a:buFont typeface="Wingdings" charset="2"/>
              <a:buChar char=""/>
            </a:pPr>
            <a:r>
              <a:rPr b="0" lang="en-US" sz="2000" strike="noStrike" u="none">
                <a:solidFill>
                  <a:schemeClr val="lt1"/>
                </a:solidFill>
                <a:effectLst/>
                <a:uFillTx/>
                <a:latin typeface="Calibri"/>
              </a:rPr>
              <a:t>Seventh Outline Level</a:t>
            </a:r>
            <a:endParaRPr b="0" lang="en-US" sz="2000" strike="noStrike" u="none">
              <a:solidFill>
                <a:schemeClr val="lt1"/>
              </a:solidFill>
              <a:effectLst/>
              <a:uFillTx/>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omt">
    <p:bg>
      <p:bgPr>
        <a:solidFill>
          <a:schemeClr val="lt2">
            <a:lumMod val="10000"/>
          </a:schemeClr>
        </a:solidFill>
      </p:bgPr>
    </p:bg>
    <p:spTree>
      <p:nvGrpSpPr>
        <p:cNvPr id="1" name=""/>
        <p:cNvGrpSpPr/>
        <p:nvPr/>
      </p:nvGrpSpPr>
      <p:grpSpPr>
        <a:xfrm>
          <a:off x="0" y="0"/>
          <a:ext cx="0" cy="0"/>
          <a:chOff x="0" y="0"/>
          <a:chExt cx="0" cy="0"/>
        </a:xfrm>
      </p:grpSpPr>
      <p:sp>
        <p:nvSpPr>
          <p:cNvPr id="44" name="PlaceHolder 1"/>
          <p:cNvSpPr>
            <a:spLocks noGrp="1"/>
          </p:cNvSpPr>
          <p:nvPr>
            <p:ph type="dt" idx="25"/>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45" name="PlaceHolder 2"/>
          <p:cNvSpPr>
            <a:spLocks noGrp="1"/>
          </p:cNvSpPr>
          <p:nvPr>
            <p:ph type="ftr" idx="26"/>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46" name="PlaceHolder 3"/>
          <p:cNvSpPr>
            <a:spLocks noGrp="1"/>
          </p:cNvSpPr>
          <p:nvPr>
            <p:ph type="sldNum" idx="27"/>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E41D7C70-12A2-412A-8485-253BA7C6629E}"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Innhold med tekst">
    <p:bg>
      <p:bgPr>
        <a:solidFill>
          <a:schemeClr val="lt2">
            <a:lumMod val="10000"/>
          </a:schemeClr>
        </a:solidFill>
      </p:bgPr>
    </p:bg>
    <p:spTree>
      <p:nvGrpSpPr>
        <p:cNvPr id="1" name=""/>
        <p:cNvGrpSpPr/>
        <p:nvPr/>
      </p:nvGrpSpPr>
      <p:grpSpPr>
        <a:xfrm>
          <a:off x="0" y="0"/>
          <a:ext cx="0" cy="0"/>
          <a:chOff x="0" y="0"/>
          <a:chExt cx="0" cy="0"/>
        </a:xfrm>
      </p:grpSpPr>
      <p:sp>
        <p:nvSpPr>
          <p:cNvPr id="47"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nb-NO" sz="3200" strike="noStrike" u="none">
                <a:solidFill>
                  <a:schemeClr val="lt1"/>
                </a:solidFill>
                <a:effectLst/>
                <a:uFillTx/>
                <a:latin typeface="Calibri Light"/>
              </a:rPr>
              <a:t>Klikk for å redigere tittelstil</a:t>
            </a:r>
            <a:endParaRPr b="0" lang="en-US" sz="3200" strike="noStrike" u="none">
              <a:solidFill>
                <a:schemeClr val="lt1"/>
              </a:solidFill>
              <a:effectLst/>
              <a:uFillTx/>
              <a:latin typeface="Calibri"/>
            </a:endParaRPr>
          </a:p>
        </p:txBody>
      </p:sp>
      <p:sp>
        <p:nvSpPr>
          <p:cNvPr id="48" name="PlaceHolder 2"/>
          <p:cNvSpPr>
            <a:spLocks noGrp="1"/>
          </p:cNvSpPr>
          <p:nvPr>
            <p:ph type="body"/>
          </p:nvPr>
        </p:nvSpPr>
        <p:spPr>
          <a:xfrm>
            <a:off x="5183280" y="987480"/>
            <a:ext cx="6171840" cy="4873320"/>
          </a:xfrm>
          <a:prstGeom prst="rect">
            <a:avLst/>
          </a:prstGeom>
          <a:noFill/>
          <a:ln w="0">
            <a:noFill/>
          </a:ln>
        </p:spPr>
        <p:txBody>
          <a:bodyPr lIns="91440" rIns="91440" tIns="45720" bIns="45720" anchor="t">
            <a:noAutofit/>
          </a:bodyPr>
          <a:p>
            <a:pPr marL="228600" indent="-228600" defTabSz="914400">
              <a:lnSpc>
                <a:spcPct val="90000"/>
              </a:lnSpc>
              <a:spcBef>
                <a:spcPts val="1001"/>
              </a:spcBef>
              <a:buClr>
                <a:srgbClr val="ffffff"/>
              </a:buClr>
              <a:buFont typeface="Arial"/>
              <a:buChar char="•"/>
            </a:pPr>
            <a:r>
              <a:rPr b="0" lang="nb-NO" sz="3200" strike="noStrike" u="none">
                <a:solidFill>
                  <a:schemeClr val="lt1"/>
                </a:solidFill>
                <a:effectLst/>
                <a:uFillTx/>
                <a:latin typeface="Calibri"/>
              </a:rPr>
              <a:t>Klikk for å redigere tekststiler i malen</a:t>
            </a:r>
            <a:endParaRPr b="0" lang="en-US" sz="3200" strike="noStrike" u="none">
              <a:solidFill>
                <a:schemeClr val="lt1"/>
              </a:solidFill>
              <a:effectLst/>
              <a:uFillTx/>
              <a:latin typeface="Calibri"/>
            </a:endParaRPr>
          </a:p>
          <a:p>
            <a:pPr lvl="1" marL="685800" indent="-228600" defTabSz="914400">
              <a:lnSpc>
                <a:spcPct val="90000"/>
              </a:lnSpc>
              <a:spcBef>
                <a:spcPts val="499"/>
              </a:spcBef>
              <a:buClr>
                <a:srgbClr val="ffffff"/>
              </a:buClr>
              <a:buFont typeface="Arial"/>
              <a:buChar char="•"/>
            </a:pPr>
            <a:r>
              <a:rPr b="0" lang="nb-NO" sz="2800" strike="noStrike" u="none">
                <a:solidFill>
                  <a:schemeClr val="lt1"/>
                </a:solidFill>
                <a:effectLst/>
                <a:uFillTx/>
                <a:latin typeface="Calibri"/>
              </a:rPr>
              <a:t>Andre nivå</a:t>
            </a:r>
            <a:endParaRPr b="0" lang="en-US" sz="2800" strike="noStrike" u="none">
              <a:solidFill>
                <a:schemeClr val="lt1"/>
              </a:solidFill>
              <a:effectLst/>
              <a:uFillTx/>
              <a:latin typeface="Calibri"/>
            </a:endParaRPr>
          </a:p>
          <a:p>
            <a:pPr lvl="2" marL="1143000" indent="-228600" defTabSz="914400">
              <a:lnSpc>
                <a:spcPct val="90000"/>
              </a:lnSpc>
              <a:spcBef>
                <a:spcPts val="499"/>
              </a:spcBef>
              <a:buClr>
                <a:srgbClr val="ffffff"/>
              </a:buClr>
              <a:buFont typeface="Arial"/>
              <a:buChar char="•"/>
            </a:pPr>
            <a:r>
              <a:rPr b="0" lang="nb-NO" sz="2400" strike="noStrike" u="none">
                <a:solidFill>
                  <a:schemeClr val="lt1"/>
                </a:solidFill>
                <a:effectLst/>
                <a:uFillTx/>
                <a:latin typeface="Calibri"/>
              </a:rPr>
              <a:t>Tredje nivå</a:t>
            </a:r>
            <a:endParaRPr b="0" lang="en-US" sz="2400" strike="noStrike" u="none">
              <a:solidFill>
                <a:schemeClr val="lt1"/>
              </a:solidFill>
              <a:effectLst/>
              <a:uFillTx/>
              <a:latin typeface="Calibri"/>
            </a:endParaRPr>
          </a:p>
          <a:p>
            <a:pPr lvl="3" marL="16002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Fjerde nivå</a:t>
            </a:r>
            <a:endParaRPr b="0" lang="en-US" sz="2000" strike="noStrike" u="none">
              <a:solidFill>
                <a:schemeClr val="lt1"/>
              </a:solidFill>
              <a:effectLst/>
              <a:uFillTx/>
              <a:latin typeface="Calibri"/>
            </a:endParaRPr>
          </a:p>
          <a:p>
            <a:pPr lvl="4" marL="2057400" indent="-228600" defTabSz="914400">
              <a:lnSpc>
                <a:spcPct val="90000"/>
              </a:lnSpc>
              <a:spcBef>
                <a:spcPts val="499"/>
              </a:spcBef>
              <a:buClr>
                <a:srgbClr val="ffffff"/>
              </a:buClr>
              <a:buFont typeface="Arial"/>
              <a:buChar char="•"/>
            </a:pPr>
            <a:r>
              <a:rPr b="0" lang="nb-NO" sz="2000" strike="noStrike" u="none">
                <a:solidFill>
                  <a:schemeClr val="lt1"/>
                </a:solidFill>
                <a:effectLst/>
                <a:uFillTx/>
                <a:latin typeface="Calibri"/>
              </a:rPr>
              <a:t>Femte nivå</a:t>
            </a:r>
            <a:endParaRPr b="0" lang="en-US" sz="2000" strike="noStrike" u="none">
              <a:solidFill>
                <a:schemeClr val="lt1"/>
              </a:solidFill>
              <a:effectLst/>
              <a:uFillTx/>
              <a:latin typeface="Calibri"/>
            </a:endParaRPr>
          </a:p>
        </p:txBody>
      </p:sp>
      <p:sp>
        <p:nvSpPr>
          <p:cNvPr id="49"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nb-NO" sz="1600" strike="noStrike" u="none">
                <a:solidFill>
                  <a:schemeClr val="lt1"/>
                </a:solidFill>
                <a:effectLst/>
                <a:uFillTx/>
                <a:latin typeface="Calibri"/>
              </a:rPr>
              <a:t>Klikk for å redigere tekststiler i malen</a:t>
            </a:r>
            <a:endParaRPr b="0" lang="en-US" sz="1600" strike="noStrike" u="none">
              <a:solidFill>
                <a:schemeClr val="lt1"/>
              </a:solidFill>
              <a:effectLst/>
              <a:uFillTx/>
              <a:latin typeface="Calibri"/>
            </a:endParaRPr>
          </a:p>
        </p:txBody>
      </p:sp>
      <p:sp>
        <p:nvSpPr>
          <p:cNvPr id="50" name="PlaceHolder 4"/>
          <p:cNvSpPr>
            <a:spLocks noGrp="1"/>
          </p:cNvSpPr>
          <p:nvPr>
            <p:ph type="dt" idx="28"/>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51" name="PlaceHolder 5"/>
          <p:cNvSpPr>
            <a:spLocks noGrp="1"/>
          </p:cNvSpPr>
          <p:nvPr>
            <p:ph type="ftr" idx="29"/>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52" name="PlaceHolder 6"/>
          <p:cNvSpPr>
            <a:spLocks noGrp="1"/>
          </p:cNvSpPr>
          <p:nvPr>
            <p:ph type="sldNum" idx="30"/>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3DABB5A2-A0EE-4A63-AA80-ED4818F1A214}"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ilde med tekst">
    <p:bg>
      <p:bgPr>
        <a:solidFill>
          <a:schemeClr val="lt2">
            <a:lumMod val="10000"/>
          </a:schemeClr>
        </a:solidFill>
      </p:bgPr>
    </p:bg>
    <p:spTree>
      <p:nvGrpSpPr>
        <p:cNvPr id="1" name=""/>
        <p:cNvGrpSpPr/>
        <p:nvPr/>
      </p:nvGrpSpPr>
      <p:grpSpPr>
        <a:xfrm>
          <a:off x="0" y="0"/>
          <a:ext cx="0" cy="0"/>
          <a:chOff x="0" y="0"/>
          <a:chExt cx="0" cy="0"/>
        </a:xfrm>
      </p:grpSpPr>
      <p:sp>
        <p:nvSpPr>
          <p:cNvPr id="53" name="PlaceHolder 1"/>
          <p:cNvSpPr>
            <a:spLocks noGrp="1"/>
          </p:cNvSpPr>
          <p:nvPr>
            <p:ph type="title"/>
          </p:nvPr>
        </p:nvSpPr>
        <p:spPr>
          <a:xfrm>
            <a:off x="839880" y="457200"/>
            <a:ext cx="3931920" cy="1599840"/>
          </a:xfrm>
          <a:prstGeom prst="rect">
            <a:avLst/>
          </a:prstGeom>
          <a:noFill/>
          <a:ln w="0">
            <a:noFill/>
          </a:ln>
        </p:spPr>
        <p:txBody>
          <a:bodyPr lIns="91440" rIns="91440" tIns="45720" bIns="45720" anchor="b">
            <a:noAutofit/>
          </a:bodyPr>
          <a:p>
            <a:pPr indent="0" defTabSz="914400">
              <a:lnSpc>
                <a:spcPct val="90000"/>
              </a:lnSpc>
              <a:buNone/>
            </a:pPr>
            <a:r>
              <a:rPr b="0" lang="nb-NO" sz="3200" strike="noStrike" u="none">
                <a:solidFill>
                  <a:schemeClr val="lt1"/>
                </a:solidFill>
                <a:effectLst/>
                <a:uFillTx/>
                <a:latin typeface="Calibri Light"/>
              </a:rPr>
              <a:t>Klikk for å redigere tittelstil</a:t>
            </a:r>
            <a:endParaRPr b="0" lang="en-US" sz="3200" strike="noStrike" u="none">
              <a:solidFill>
                <a:schemeClr val="lt1"/>
              </a:solidFill>
              <a:effectLst/>
              <a:uFillTx/>
              <a:latin typeface="Calibri"/>
            </a:endParaRPr>
          </a:p>
        </p:txBody>
      </p:sp>
      <p:sp>
        <p:nvSpPr>
          <p:cNvPr id="54" name="PlaceHolder 2"/>
          <p:cNvSpPr>
            <a:spLocks noGrp="1"/>
          </p:cNvSpPr>
          <p:nvPr>
            <p:ph type="body"/>
          </p:nvPr>
        </p:nvSpPr>
        <p:spPr>
          <a:xfrm>
            <a:off x="5183280" y="987480"/>
            <a:ext cx="6171840" cy="4873320"/>
          </a:xfrm>
          <a:prstGeom prst="rect">
            <a:avLst/>
          </a:prstGeom>
          <a:noFill/>
          <a:ln w="0">
            <a:noFill/>
          </a:ln>
        </p:spPr>
        <p:txBody>
          <a:bodyPr lIns="90000" rIns="90000" tIns="45000" bIns="45000" anchor="t">
            <a:noAutofit/>
          </a:bodyPr>
          <a:p>
            <a:pPr indent="0" defTabSz="457200">
              <a:lnSpc>
                <a:spcPct val="100000"/>
              </a:lnSpc>
              <a:buNone/>
              <a:tabLst>
                <a:tab algn="l" pos="0"/>
              </a:tabLst>
            </a:pPr>
            <a:r>
              <a:rPr b="0" lang="nb-NO" sz="3200" strike="noStrike" u="none">
                <a:solidFill>
                  <a:schemeClr val="lt1"/>
                </a:solidFill>
                <a:effectLst/>
                <a:uFillTx/>
                <a:latin typeface="Calibri"/>
              </a:rPr>
              <a:t>Klikk på ikonet for å legge til et bilde</a:t>
            </a:r>
            <a:endParaRPr b="0" lang="en-US" sz="3200" strike="noStrike" u="none">
              <a:solidFill>
                <a:schemeClr val="lt1"/>
              </a:solidFill>
              <a:effectLst/>
              <a:uFillTx/>
              <a:latin typeface="Calibri"/>
            </a:endParaRPr>
          </a:p>
        </p:txBody>
      </p:sp>
      <p:sp>
        <p:nvSpPr>
          <p:cNvPr id="55" name="PlaceHolder 3"/>
          <p:cNvSpPr>
            <a:spLocks noGrp="1"/>
          </p:cNvSpPr>
          <p:nvPr>
            <p:ph type="body"/>
          </p:nvPr>
        </p:nvSpPr>
        <p:spPr>
          <a:xfrm>
            <a:off x="839880" y="2057400"/>
            <a:ext cx="3931920" cy="3811320"/>
          </a:xfrm>
          <a:prstGeom prst="rect">
            <a:avLst/>
          </a:prstGeom>
          <a:noFill/>
          <a:ln w="0">
            <a:noFill/>
          </a:ln>
        </p:spPr>
        <p:txBody>
          <a:bodyPr lIns="91440" rIns="91440" tIns="45720" bIns="45720" anchor="t">
            <a:noAutofit/>
          </a:bodyPr>
          <a:p>
            <a:pPr indent="0" defTabSz="914400">
              <a:lnSpc>
                <a:spcPct val="90000"/>
              </a:lnSpc>
              <a:spcBef>
                <a:spcPts val="1001"/>
              </a:spcBef>
              <a:buNone/>
              <a:tabLst>
                <a:tab algn="l" pos="0"/>
              </a:tabLst>
            </a:pPr>
            <a:r>
              <a:rPr b="0" lang="nb-NO" sz="1600" strike="noStrike" u="none">
                <a:solidFill>
                  <a:schemeClr val="lt1"/>
                </a:solidFill>
                <a:effectLst/>
                <a:uFillTx/>
                <a:latin typeface="Calibri"/>
              </a:rPr>
              <a:t>Klikk for å redigere tekststiler i malen</a:t>
            </a:r>
            <a:endParaRPr b="0" lang="en-US" sz="1600" strike="noStrike" u="none">
              <a:solidFill>
                <a:schemeClr val="lt1"/>
              </a:solidFill>
              <a:effectLst/>
              <a:uFillTx/>
              <a:latin typeface="Calibri"/>
            </a:endParaRPr>
          </a:p>
        </p:txBody>
      </p:sp>
      <p:sp>
        <p:nvSpPr>
          <p:cNvPr id="56" name="PlaceHolder 4"/>
          <p:cNvSpPr>
            <a:spLocks noGrp="1"/>
          </p:cNvSpPr>
          <p:nvPr>
            <p:ph type="dt" idx="31"/>
          </p:nvPr>
        </p:nvSpPr>
        <p:spPr>
          <a:xfrm>
            <a:off x="838080" y="6356520"/>
            <a:ext cx="2742840" cy="364680"/>
          </a:xfrm>
          <a:prstGeom prst="rect">
            <a:avLst/>
          </a:prstGeom>
          <a:noFill/>
          <a:ln w="0">
            <a:noFill/>
          </a:ln>
        </p:spPr>
        <p:txBody>
          <a:bodyPr lIns="91440" rIns="91440" tIns="45720" bIns="45720" anchor="ctr">
            <a:noAutofit/>
          </a:bodyPr>
          <a:lstStyle>
            <a:lvl1pPr indent="0" defTabSz="457200">
              <a:lnSpc>
                <a:spcPct val="100000"/>
              </a:lnSpc>
              <a:buNone/>
              <a:defRPr b="0" lang="nb-NO" sz="1200" strike="noStrike" u="none">
                <a:solidFill>
                  <a:schemeClr val="lt1">
                    <a:tint val="75000"/>
                  </a:schemeClr>
                </a:solidFill>
                <a:effectLst/>
                <a:uFillTx/>
                <a:latin typeface="Calibri"/>
              </a:defRPr>
            </a:lvl1pPr>
          </a:lstStyle>
          <a:p>
            <a:pPr indent="0" defTabSz="457200">
              <a:lnSpc>
                <a:spcPct val="100000"/>
              </a:lnSpc>
              <a:buNone/>
            </a:pPr>
            <a:r>
              <a:rPr b="0" lang="nb-NO" sz="1200" strike="noStrike" u="none">
                <a:solidFill>
                  <a:schemeClr val="lt1">
                    <a:tint val="75000"/>
                  </a:schemeClr>
                </a:solidFill>
                <a:effectLst/>
                <a:uFillTx/>
                <a:latin typeface="Calibri"/>
              </a:rPr>
              <a:t>&lt;date/time&gt;</a:t>
            </a:r>
            <a:endParaRPr b="0" lang="en-GB" sz="1200" strike="noStrike" u="none">
              <a:solidFill>
                <a:srgbClr val="ffffff"/>
              </a:solidFill>
              <a:effectLst/>
              <a:uFillTx/>
              <a:latin typeface="Times New Roman"/>
            </a:endParaRPr>
          </a:p>
        </p:txBody>
      </p:sp>
      <p:sp>
        <p:nvSpPr>
          <p:cNvPr id="57" name="PlaceHolder 5"/>
          <p:cNvSpPr>
            <a:spLocks noGrp="1"/>
          </p:cNvSpPr>
          <p:nvPr>
            <p:ph type="ftr" idx="32"/>
          </p:nvPr>
        </p:nvSpPr>
        <p:spPr>
          <a:xfrm>
            <a:off x="4038480" y="6356520"/>
            <a:ext cx="4114440" cy="364680"/>
          </a:xfrm>
          <a:prstGeom prst="rect">
            <a:avLst/>
          </a:prstGeom>
          <a:noFill/>
          <a:ln w="0">
            <a:noFill/>
          </a:ln>
        </p:spPr>
        <p:txBody>
          <a:bodyPr lIns="91440" rIns="91440" tIns="45720" bIns="45720" anchor="ctr">
            <a:noAutofit/>
          </a:bodyPr>
          <a:lstStyle>
            <a:lvl1pPr indent="0" algn="ctr">
              <a:buNone/>
              <a:defRPr b="0" lang="en-GB" sz="1400" strike="noStrike" u="none">
                <a:solidFill>
                  <a:srgbClr val="ffffff"/>
                </a:solidFill>
                <a:effectLst/>
                <a:uFillTx/>
                <a:latin typeface="Times New Roman"/>
              </a:defRPr>
            </a:lvl1pPr>
          </a:lstStyle>
          <a:p>
            <a:pPr indent="0" algn="ctr">
              <a:buNone/>
            </a:pPr>
            <a:r>
              <a:rPr b="0" lang="en-GB" sz="1400" strike="noStrike" u="none">
                <a:solidFill>
                  <a:srgbClr val="ffffff"/>
                </a:solidFill>
                <a:effectLst/>
                <a:uFillTx/>
                <a:latin typeface="Times New Roman"/>
              </a:rPr>
              <a:t>&lt;footer&gt;</a:t>
            </a:r>
            <a:endParaRPr b="0" lang="en-GB" sz="1400" strike="noStrike" u="none">
              <a:solidFill>
                <a:srgbClr val="ffffff"/>
              </a:solidFill>
              <a:effectLst/>
              <a:uFillTx/>
              <a:latin typeface="Times New Roman"/>
            </a:endParaRPr>
          </a:p>
        </p:txBody>
      </p:sp>
      <p:sp>
        <p:nvSpPr>
          <p:cNvPr id="58" name="PlaceHolder 6"/>
          <p:cNvSpPr>
            <a:spLocks noGrp="1"/>
          </p:cNvSpPr>
          <p:nvPr>
            <p:ph type="sldNum" idx="33"/>
          </p:nvPr>
        </p:nvSpPr>
        <p:spPr>
          <a:xfrm>
            <a:off x="8610480" y="6356520"/>
            <a:ext cx="2742840" cy="364680"/>
          </a:xfrm>
          <a:prstGeom prst="rect">
            <a:avLst/>
          </a:prstGeom>
          <a:noFill/>
          <a:ln w="0">
            <a:noFill/>
          </a:ln>
        </p:spPr>
        <p:txBody>
          <a:bodyPr lIns="91440" rIns="91440" tIns="45720" bIns="45720" anchor="ctr">
            <a:noAutofit/>
          </a:bodyPr>
          <a:lstStyle>
            <a:lvl1pPr indent="0" algn="r" defTabSz="457200">
              <a:lnSpc>
                <a:spcPct val="100000"/>
              </a:lnSpc>
              <a:buNone/>
              <a:defRPr b="0" lang="nb-NO" sz="1200" strike="noStrike" u="none">
                <a:solidFill>
                  <a:schemeClr val="lt1">
                    <a:tint val="75000"/>
                  </a:schemeClr>
                </a:solidFill>
                <a:effectLst/>
                <a:uFillTx/>
                <a:latin typeface="Calibri"/>
              </a:defRPr>
            </a:lvl1pPr>
          </a:lstStyle>
          <a:p>
            <a:pPr indent="0" algn="r" defTabSz="457200">
              <a:lnSpc>
                <a:spcPct val="100000"/>
              </a:lnSpc>
              <a:buNone/>
            </a:pPr>
            <a:fld id="{E91BA513-E217-4EF8-9928-42498639AB1E}" type="slidenum">
              <a:rPr b="0" lang="nb-NO" sz="1200" strike="noStrike" u="none">
                <a:solidFill>
                  <a:schemeClr val="lt1">
                    <a:tint val="75000"/>
                  </a:schemeClr>
                </a:solidFill>
                <a:effectLst/>
                <a:uFillTx/>
                <a:latin typeface="Calibri"/>
              </a:rPr>
              <a:t>&lt;number&gt;</a:t>
            </a:fld>
            <a:endParaRPr b="0" lang="en-GB" sz="1200" strike="noStrike" u="none">
              <a:solidFill>
                <a:srgbClr val="ffffff"/>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slideLayout" Target="../slideLayouts/slideLayout4.xml"/>
</Relationships>
</file>

<file path=ppt/slides/_rels/slide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8.xml"/>
</Relationships>
</file>

<file path=ppt/slides/_rels/slide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8.xml"/>
</Relationships>
</file>

<file path=ppt/slides/_rels/slide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
</Relationships>
</file>

<file path=ppt/slides/_rels/slide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13.jpeg"/><Relationship Id="rId4" Type="http://schemas.openxmlformats.org/officeDocument/2006/relationships/slideLayout" Target="../slideLayouts/slideLayout8.xml"/>
</Relationships>
</file>

<file path=ppt/slides/_rels/slide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8.xml"/>
</Relationships>
</file>

<file path=ppt/slides/_rels/slide11.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14.png"/><Relationship Id="rId4" Type="http://schemas.openxmlformats.org/officeDocument/2006/relationships/slideLayout" Target="../slideLayouts/slideLayout8.xml"/>
</Relationships>
</file>

<file path=ppt/slides/_rels/slide12.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
</Relationships>
</file>

<file path=ppt/slides/_rels/slide13.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
</Relationships>
</file>

<file path=ppt/slides/_rels/slide14.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13.jpeg"/><Relationship Id="rId4" Type="http://schemas.openxmlformats.org/officeDocument/2006/relationships/slideLayout" Target="../slideLayouts/slideLayout8.xml"/>
</Relationships>
</file>

<file path=ppt/slides/_rels/slide15.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
</Relationships>
</file>

<file path=ppt/slides/_rels/slide16.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15.png"/><Relationship Id="rId4" Type="http://schemas.openxmlformats.org/officeDocument/2006/relationships/slideLayout" Target="../slideLayouts/slideLayout8.xml"/>
</Relationships>
</file>

<file path=ppt/slides/_rels/slide17.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16.png"/><Relationship Id="rId4" Type="http://schemas.openxmlformats.org/officeDocument/2006/relationships/slideLayout" Target="../slideLayouts/slideLayout8.xml"/>
</Relationships>
</file>

<file path=ppt/slides/_rels/slide1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5.png"/><Relationship Id="rId6" Type="http://schemas.openxmlformats.org/officeDocument/2006/relationships/image" Target="../media/image6.svg"/><Relationship Id="rId7" Type="http://schemas.openxmlformats.org/officeDocument/2006/relationships/image" Target="../media/image5.png"/><Relationship Id="rId8" Type="http://schemas.openxmlformats.org/officeDocument/2006/relationships/image" Target="../media/image6.svg"/><Relationship Id="rId9" Type="http://schemas.openxmlformats.org/officeDocument/2006/relationships/slideLayout" Target="../slideLayouts/slideLayout8.xml"/>
</Relationships>
</file>

<file path=ppt/slides/_rels/slide19.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image" Target="../media/image6.svg"/><Relationship Id="rId3" Type="http://schemas.openxmlformats.org/officeDocument/2006/relationships/slideLayout" Target="../slideLayouts/slideLayout8.xml"/>
</Relationships>
</file>

<file path=ppt/slides/_rels/slide2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8.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8.xml"/><Relationship Id="rId4"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8.xml"/><Relationship Id="rId4"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17.png"/><Relationship Id="rId4" Type="http://schemas.openxmlformats.org/officeDocument/2006/relationships/image" Target="../media/image18.svg"/><Relationship Id="rId5" Type="http://schemas.openxmlformats.org/officeDocument/2006/relationships/image" Target="../media/image19.png"/><Relationship Id="rId6" Type="http://schemas.openxmlformats.org/officeDocument/2006/relationships/image" Target="../media/image20.svg"/><Relationship Id="rId7" Type="http://schemas.openxmlformats.org/officeDocument/2006/relationships/image" Target="../media/image3.png"/><Relationship Id="rId8" Type="http://schemas.openxmlformats.org/officeDocument/2006/relationships/image" Target="../media/image4.svg"/><Relationship Id="rId9" Type="http://schemas.openxmlformats.org/officeDocument/2006/relationships/image" Target="../media/image17.png"/><Relationship Id="rId10" Type="http://schemas.openxmlformats.org/officeDocument/2006/relationships/image" Target="../media/image18.svg"/><Relationship Id="rId11" Type="http://schemas.openxmlformats.org/officeDocument/2006/relationships/image" Target="../media/image21.png"/><Relationship Id="rId12" Type="http://schemas.openxmlformats.org/officeDocument/2006/relationships/image" Target="../media/image22.svg"/><Relationship Id="rId13" Type="http://schemas.openxmlformats.org/officeDocument/2006/relationships/image" Target="../media/image17.png"/><Relationship Id="rId14" Type="http://schemas.openxmlformats.org/officeDocument/2006/relationships/image" Target="../media/image18.svg"/><Relationship Id="rId15" Type="http://schemas.openxmlformats.org/officeDocument/2006/relationships/image" Target="../media/image19.png"/><Relationship Id="rId16" Type="http://schemas.openxmlformats.org/officeDocument/2006/relationships/image" Target="../media/image20.svg"/><Relationship Id="rId17" Type="http://schemas.openxmlformats.org/officeDocument/2006/relationships/image" Target="../media/image3.png"/><Relationship Id="rId18" Type="http://schemas.openxmlformats.org/officeDocument/2006/relationships/image" Target="../media/image4.svg"/><Relationship Id="rId19" Type="http://schemas.openxmlformats.org/officeDocument/2006/relationships/slideLayout" Target="../slideLayouts/slideLayout8.xml"/><Relationship Id="rId20"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23.png"/><Relationship Id="rId4" Type="http://schemas.openxmlformats.org/officeDocument/2006/relationships/slideLayout" Target="../slideLayouts/slideLayout8.xml"/><Relationship Id="rId5"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8.xml"/><Relationship Id="rId4"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slideLayout" Target="../slideLayouts/slideLayout8.xml"/><Relationship Id="rId4"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24.png"/><Relationship Id="rId8" Type="http://schemas.openxmlformats.org/officeDocument/2006/relationships/image" Target="../media/image25.svg"/><Relationship Id="rId9" Type="http://schemas.openxmlformats.org/officeDocument/2006/relationships/slideLayout" Target="../slideLayouts/slideLayout4.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8.xml"/>
</Relationships>
</file>

<file path=ppt/slides/_rels/slide29.xml.rels><?xml version="1.0" encoding="UTF-8"?>
<Relationships xmlns="http://schemas.openxmlformats.org/package/2006/relationships"><Relationship Id="rId1" Type="http://schemas.openxmlformats.org/officeDocument/2006/relationships/image" Target="../media/image26.gif"/><Relationship Id="rId2" Type="http://schemas.openxmlformats.org/officeDocument/2006/relationships/slideLayout" Target="../slideLayouts/slideLayout8.xml"/><Relationship Id="rId3"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image" Target="../media/image26.gif"/><Relationship Id="rId2" Type="http://schemas.openxmlformats.org/officeDocument/2006/relationships/slideLayout" Target="../slideLayouts/slideLayout8.xml"/><Relationship Id="rId3"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Relationship Id="rId8"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svg"/><Relationship Id="rId3" Type="http://schemas.openxmlformats.org/officeDocument/2006/relationships/image" Target="../media/image9.png"/><Relationship Id="rId4" Type="http://schemas.openxmlformats.org/officeDocument/2006/relationships/image" Target="../media/image10.svg"/><Relationship Id="rId5" Type="http://schemas.openxmlformats.org/officeDocument/2006/relationships/image" Target="../media/image11.png"/><Relationship Id="rId6" Type="http://schemas.openxmlformats.org/officeDocument/2006/relationships/image" Target="../media/image12.svg"/><Relationship Id="rId7" Type="http://schemas.openxmlformats.org/officeDocument/2006/relationships/slideLayout" Target="../slideLayouts/slideLayout8.xml"/><Relationship Id="rId8" Type="http://schemas.openxmlformats.org/officeDocument/2006/relationships/notesSlide" Target="../notesSlides/notesSlide33.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4.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24.png"/><Relationship Id="rId8" Type="http://schemas.openxmlformats.org/officeDocument/2006/relationships/image" Target="../media/image25.svg"/><Relationship Id="rId9" Type="http://schemas.openxmlformats.org/officeDocument/2006/relationships/image" Target="../media/image24.png"/><Relationship Id="rId10" Type="http://schemas.openxmlformats.org/officeDocument/2006/relationships/image" Target="../media/image25.svg"/><Relationship Id="rId11" Type="http://schemas.openxmlformats.org/officeDocument/2006/relationships/slideLayout" Target="../slideLayouts/slideLayout4.xml"/>
</Relationships>
</file>

<file path=ppt/slides/_rels/slide37.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7.xml"/>
</Relationships>
</file>

<file path=ppt/slides/_rels/slide38.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8.xml"/>
</Relationships>
</file>

<file path=ppt/slides/_rels/slide39.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8.xml"/><Relationship Id="rId3" Type="http://schemas.openxmlformats.org/officeDocument/2006/relationships/notesSlide" Target="../notesSlides/notesSlide39.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0.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
</Relationships>
</file>

<file path=ppt/slides/_rels/slide4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8.xml"/><Relationship Id="rId3" Type="http://schemas.openxmlformats.org/officeDocument/2006/relationships/notesSlide" Target="../notesSlides/notesSlide42.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3.xml"/>
</Relationships>
</file>

<file path=ppt/slides/_rels/slide44.xml.rels><?xml version="1.0" encoding="UTF-8"?>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4.xml"/>
</Relationships>
</file>

<file path=ppt/slides/_rels/slide4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8.xml"/><Relationship Id="rId4" Type="http://schemas.openxmlformats.org/officeDocument/2006/relationships/notesSlide" Target="../notesSlides/notesSlide45.xml"/>
</Relationships>
</file>

<file path=ppt/slides/_rels/slide4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slideLayout" Target="../slideLayouts/slideLayout8.xml"/><Relationship Id="rId8" Type="http://schemas.openxmlformats.org/officeDocument/2006/relationships/notesSlide" Target="../notesSlides/notesSlide46.xml"/>
</Relationships>
</file>

<file path=ppt/slides/_rels/slide4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slideLayout" Target="../slideLayouts/slideLayout8.xml"/><Relationship Id="rId8" Type="http://schemas.openxmlformats.org/officeDocument/2006/relationships/notesSlide" Target="../notesSlides/notesSlide47.xml"/>
</Relationships>
</file>

<file path=ppt/slides/_rels/slide4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slideLayout" Target="../slideLayouts/slideLayout8.xml"/><Relationship Id="rId8" Type="http://schemas.openxmlformats.org/officeDocument/2006/relationships/notesSlide" Target="../notesSlides/notesSlide48.xml"/>
</Relationships>
</file>

<file path=ppt/slides/_rels/slide4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slideLayout" Target="../slideLayouts/slideLayout8.xml"/><Relationship Id="rId8" Type="http://schemas.openxmlformats.org/officeDocument/2006/relationships/notesSlide" Target="../notesSlides/notesSlide49.xml"/>
</Relationships>
</file>

<file path=ppt/slides/_rels/slide5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slideLayout" Target="../slideLayouts/slideLayout8.xml"/><Relationship Id="rId8" Type="http://schemas.openxmlformats.org/officeDocument/2006/relationships/notesSlide" Target="../notesSlides/notesSlide50.xml"/>
</Relationships>
</file>

<file path=ppt/slides/_rels/slide51.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slideLayout" Target="../slideLayouts/slideLayout8.xml"/><Relationship Id="rId8" Type="http://schemas.openxmlformats.org/officeDocument/2006/relationships/notesSlide" Target="../notesSlides/notesSlide51.xml"/>
</Relationships>
</file>

<file path=ppt/slides/_rels/slide5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9.png"/><Relationship Id="rId4" Type="http://schemas.openxmlformats.org/officeDocument/2006/relationships/image" Target="../media/image30.svg"/><Relationship Id="rId5" Type="http://schemas.openxmlformats.org/officeDocument/2006/relationships/image" Target="../media/image29.png"/><Relationship Id="rId6" Type="http://schemas.openxmlformats.org/officeDocument/2006/relationships/image" Target="../media/image30.svg"/><Relationship Id="rId7" Type="http://schemas.openxmlformats.org/officeDocument/2006/relationships/slideLayout" Target="../slideLayouts/slideLayout8.xml"/><Relationship Id="rId8" Type="http://schemas.openxmlformats.org/officeDocument/2006/relationships/notesSlide" Target="../notesSlides/notesSlide52.xml"/>
</Relationships>
</file>

<file path=ppt/slides/_rels/slide5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8.xml"/><Relationship Id="rId4" Type="http://schemas.openxmlformats.org/officeDocument/2006/relationships/notesSlide" Target="../notesSlides/notesSlide53.xml"/>
</Relationships>
</file>

<file path=ppt/slides/_rels/slide54.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8.xml"/><Relationship Id="rId4" Type="http://schemas.openxmlformats.org/officeDocument/2006/relationships/notesSlide" Target="../notesSlides/notesSlide54.xml"/>
</Relationships>
</file>

<file path=ppt/slides/_rels/slide55.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28.png"/><Relationship Id="rId4" Type="http://schemas.openxmlformats.org/officeDocument/2006/relationships/slideLayout" Target="../slideLayouts/slideLayout8.xml"/><Relationship Id="rId5" Type="http://schemas.openxmlformats.org/officeDocument/2006/relationships/notesSlide" Target="../notesSlides/notesSlide55.xml"/>
</Relationships>
</file>

<file path=ppt/slides/_rels/slide5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slideLayout" Target="../slideLayouts/slideLayout8.xml"/><Relationship Id="rId7" Type="http://schemas.openxmlformats.org/officeDocument/2006/relationships/notesSlide" Target="../notesSlides/notesSlide56.xml"/>
</Relationships>
</file>

<file path=ppt/slides/_rels/slide57.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slideLayout" Target="../slideLayouts/slideLayout8.xml"/><Relationship Id="rId6" Type="http://schemas.openxmlformats.org/officeDocument/2006/relationships/notesSlide" Target="../notesSlides/notesSlide57.xml"/>
</Relationships>
</file>

<file path=ppt/slides/_rels/slide58.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8.xml"/><Relationship Id="rId4" Type="http://schemas.openxmlformats.org/officeDocument/2006/relationships/notesSlide" Target="../notesSlides/notesSlide58.xml"/>
</Relationships>
</file>

<file path=ppt/slides/_rels/slide59.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image" Target="../media/image8.svg"/><Relationship Id="rId3" Type="http://schemas.openxmlformats.org/officeDocument/2006/relationships/slideLayout" Target="../slideLayouts/slideLayout8.xml"/><Relationship Id="rId4" Type="http://schemas.openxmlformats.org/officeDocument/2006/relationships/notesSlide" Target="../notesSlides/notesSlide59.xml"/>
</Relationships>
</file>

<file path=ppt/slides/_rels/slide60.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svg"/><Relationship Id="rId3" Type="http://schemas.openxmlformats.org/officeDocument/2006/relationships/image" Target="../media/image5.png"/><Relationship Id="rId4" Type="http://schemas.openxmlformats.org/officeDocument/2006/relationships/image" Target="../media/image6.svg"/><Relationship Id="rId5" Type="http://schemas.openxmlformats.org/officeDocument/2006/relationships/image" Target="../media/image7.png"/><Relationship Id="rId6" Type="http://schemas.openxmlformats.org/officeDocument/2006/relationships/image" Target="../media/image8.svg"/><Relationship Id="rId7" Type="http://schemas.openxmlformats.org/officeDocument/2006/relationships/image" Target="../media/image24.png"/><Relationship Id="rId8" Type="http://schemas.openxmlformats.org/officeDocument/2006/relationships/image" Target="../media/image25.svg"/><Relationship Id="rId9" Type="http://schemas.openxmlformats.org/officeDocument/2006/relationships/image" Target="../media/image24.png"/><Relationship Id="rId10" Type="http://schemas.openxmlformats.org/officeDocument/2006/relationships/image" Target="../media/image25.svg"/><Relationship Id="rId11" Type="http://schemas.openxmlformats.org/officeDocument/2006/relationships/image" Target="../media/image24.png"/><Relationship Id="rId12" Type="http://schemas.openxmlformats.org/officeDocument/2006/relationships/image" Target="../media/image25.svg"/><Relationship Id="rId13" Type="http://schemas.openxmlformats.org/officeDocument/2006/relationships/slideLayout" Target="../slideLayouts/slideLayout4.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 name="PlaceHolder 1"/>
          <p:cNvSpPr>
            <a:spLocks noGrp="1"/>
          </p:cNvSpPr>
          <p:nvPr>
            <p:ph type="title"/>
          </p:nvPr>
        </p:nvSpPr>
        <p:spPr>
          <a:xfrm>
            <a:off x="1523880" y="1122480"/>
            <a:ext cx="9143640" cy="2387160"/>
          </a:xfrm>
          <a:prstGeom prst="rect">
            <a:avLst/>
          </a:prstGeom>
          <a:noFill/>
          <a:ln w="0">
            <a:noFill/>
          </a:ln>
        </p:spPr>
        <p:txBody>
          <a:bodyPr lIns="91440" rIns="91440" tIns="45720" bIns="45720" anchor="b">
            <a:noAutofit/>
          </a:bodyPr>
          <a:p>
            <a:pPr indent="0" algn="ctr" defTabSz="914400">
              <a:lnSpc>
                <a:spcPct val="90000"/>
              </a:lnSpc>
              <a:buNone/>
            </a:pPr>
            <a:r>
              <a:rPr b="0" lang="nb-NO" sz="6000" strike="noStrike" u="none">
                <a:solidFill>
                  <a:schemeClr val="lt1"/>
                </a:solidFill>
                <a:effectLst/>
                <a:uFillTx/>
                <a:latin typeface="Calibri Light"/>
              </a:rPr>
              <a:t>Day 2</a:t>
            </a:r>
            <a:endParaRPr b="0" lang="en-US" sz="6000" strike="noStrike" u="none">
              <a:solidFill>
                <a:schemeClr val="lt1"/>
              </a:solidFill>
              <a:effectLst/>
              <a:uFillTx/>
              <a:latin typeface="Calibri"/>
            </a:endParaRPr>
          </a:p>
        </p:txBody>
      </p:sp>
      <p:pic>
        <p:nvPicPr>
          <p:cNvPr id="66" name="Picture 2" descr="Microchip Technology logo in transparent PNG and vectorized SVG formats"/>
          <p:cNvPicPr/>
          <p:nvPr/>
        </p:nvPicPr>
        <p:blipFill>
          <a:blip r:embed="rId1"/>
          <a:stretch/>
        </p:blipFill>
        <p:spPr>
          <a:xfrm>
            <a:off x="4552920" y="3985560"/>
            <a:ext cx="1153800" cy="1092600"/>
          </a:xfrm>
          <a:prstGeom prst="rect">
            <a:avLst/>
          </a:prstGeom>
          <a:noFill/>
          <a:ln w="0">
            <a:noFill/>
          </a:ln>
        </p:spPr>
      </p:pic>
      <p:pic>
        <p:nvPicPr>
          <p:cNvPr id="67" name="Picture 2" descr=""/>
          <p:cNvPicPr/>
          <p:nvPr/>
        </p:nvPicPr>
        <p:blipFill>
          <a:blip r:embed="rId2"/>
          <a:stretch/>
        </p:blipFill>
        <p:spPr>
          <a:xfrm>
            <a:off x="6485040" y="3985560"/>
            <a:ext cx="1258560" cy="975240"/>
          </a:xfrm>
          <a:prstGeom prst="rect">
            <a:avLst/>
          </a:prstGeom>
          <a:noFill/>
          <a:ln w="0">
            <a:noFill/>
          </a:ln>
        </p:spPr>
      </p:pic>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PlaceHolder 1"/>
          <p:cNvSpPr>
            <a:spLocks noGrp="1"/>
          </p:cNvSpPr>
          <p:nvPr>
            <p:ph type="title"/>
          </p:nvPr>
        </p:nvSpPr>
        <p:spPr>
          <a:xfrm>
            <a:off x="1523880" y="2869560"/>
            <a:ext cx="9143640" cy="1118880"/>
          </a:xfrm>
          <a:prstGeom prst="rect">
            <a:avLst/>
          </a:prstGeom>
          <a:noFill/>
          <a:ln w="0">
            <a:noFill/>
          </a:ln>
        </p:spPr>
        <p:txBody>
          <a:bodyPr lIns="91440" rIns="91440" tIns="45720" bIns="45720" anchor="b">
            <a:normAutofit/>
          </a:bodyPr>
          <a:p>
            <a:pPr indent="0" algn="ctr" defTabSz="914400">
              <a:lnSpc>
                <a:spcPct val="90000"/>
              </a:lnSpc>
              <a:buNone/>
            </a:pPr>
            <a:r>
              <a:rPr b="0" lang="en-US" sz="4000" strike="noStrike" u="none">
                <a:solidFill>
                  <a:schemeClr val="lt1"/>
                </a:solidFill>
                <a:effectLst/>
                <a:uFillTx/>
                <a:latin typeface="Calibri Light"/>
              </a:rPr>
              <a:t>Starting remarks</a:t>
            </a:r>
            <a:endParaRPr b="0" lang="en-US" sz="40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none">
                <a:solidFill>
                  <a:schemeClr val="lt1"/>
                </a:solidFill>
                <a:effectLst/>
                <a:uFillTx/>
                <a:latin typeface="Calibri Light"/>
              </a:rPr>
              <a:t>Agenda</a:t>
            </a:r>
            <a:endParaRPr b="0" lang="en-US" sz="4400" strike="noStrike" u="none">
              <a:solidFill>
                <a:schemeClr val="lt1"/>
              </a:solidFill>
              <a:effectLst/>
              <a:uFillTx/>
              <a:latin typeface="Calibri"/>
            </a:endParaRPr>
          </a:p>
        </p:txBody>
      </p:sp>
      <p:pic>
        <p:nvPicPr>
          <p:cNvPr id="70" name="Grafikk 10" descr="Advarsel kontur"/>
          <p:cNvPicPr/>
          <p:nvPr/>
        </p:nvPicPr>
        <p:blipFill>
          <a:blip r:embed="rId1">
            <a:extLst>
              <a:ext uri="{96DAC541-7B7A-43D3-8B79-37D633B846F1}">
                <asvg:svgBlip xmlns:asvg="http://schemas.microsoft.com/office/drawing/2016/SVG/main" r:embed="rId2"/>
              </a:ext>
            </a:extLst>
          </a:blip>
          <a:stretch/>
        </p:blipFill>
        <p:spPr>
          <a:xfrm>
            <a:off x="2851560" y="2081880"/>
            <a:ext cx="914040" cy="914040"/>
          </a:xfrm>
          <a:prstGeom prst="rect">
            <a:avLst/>
          </a:prstGeom>
          <a:noFill/>
          <a:ln w="0">
            <a:noFill/>
          </a:ln>
        </p:spPr>
      </p:pic>
      <p:pic>
        <p:nvPicPr>
          <p:cNvPr id="71" name="Grafikk 12" descr="Stoppeklokke 25% kontur"/>
          <p:cNvPicPr/>
          <p:nvPr/>
        </p:nvPicPr>
        <p:blipFill>
          <a:blip r:embed="rId3">
            <a:extLst>
              <a:ext uri="{96DAC541-7B7A-43D3-8B79-37D633B846F1}">
                <asvg:svgBlip xmlns:asvg="http://schemas.microsoft.com/office/drawing/2016/SVG/main" r:embed="rId4"/>
              </a:ext>
            </a:extLst>
          </a:blip>
          <a:stretch/>
        </p:blipFill>
        <p:spPr>
          <a:xfrm>
            <a:off x="1294560" y="2081880"/>
            <a:ext cx="914040" cy="914040"/>
          </a:xfrm>
          <a:prstGeom prst="rect">
            <a:avLst/>
          </a:prstGeom>
          <a:noFill/>
          <a:ln w="0">
            <a:noFill/>
          </a:ln>
        </p:spPr>
      </p:pic>
      <p:grpSp>
        <p:nvGrpSpPr>
          <p:cNvPr id="72" name="Gruppe 49"/>
          <p:cNvGrpSpPr/>
          <p:nvPr/>
        </p:nvGrpSpPr>
        <p:grpSpPr>
          <a:xfrm>
            <a:off x="4769280" y="2228400"/>
            <a:ext cx="2102760" cy="621000"/>
            <a:chOff x="4769280" y="2228400"/>
            <a:chExt cx="2102760" cy="621000"/>
          </a:xfrm>
        </p:grpSpPr>
        <p:cxnSp>
          <p:nvCxnSpPr>
            <p:cNvPr id="73" name="Kobling: vinkel 14"/>
            <p:cNvCxnSpPr/>
            <p:nvPr/>
          </p:nvCxnSpPr>
          <p:spPr>
            <a:xfrm flipH="1" flipV="1" rot="10800000">
              <a:off x="5319000" y="2228040"/>
              <a:ext cx="673200" cy="621360"/>
            </a:xfrm>
            <a:prstGeom prst="bentConnector3">
              <a:avLst>
                <a:gd name="adj1" fmla="val -81754"/>
              </a:avLst>
            </a:prstGeom>
            <a:ln w="19050">
              <a:solidFill>
                <a:srgbClr val="ffffff"/>
              </a:solidFill>
            </a:ln>
          </p:spPr>
        </p:cxnSp>
        <p:cxnSp>
          <p:nvCxnSpPr>
            <p:cNvPr id="74" name="Kobling: vinkel 16"/>
            <p:cNvCxnSpPr/>
            <p:nvPr/>
          </p:nvCxnSpPr>
          <p:spPr>
            <a:xfrm flipH="1" rot="10800000">
              <a:off x="5733000" y="2228040"/>
              <a:ext cx="725040" cy="621360"/>
            </a:xfrm>
            <a:prstGeom prst="bentConnector3">
              <a:avLst>
                <a:gd name="adj1" fmla="val -72329"/>
              </a:avLst>
            </a:prstGeom>
            <a:ln w="19050">
              <a:solidFill>
                <a:srgbClr val="ffffff"/>
              </a:solidFill>
            </a:ln>
          </p:spPr>
        </p:cxnSp>
        <p:cxnSp>
          <p:nvCxnSpPr>
            <p:cNvPr id="75" name="Kobling: vinkel 18"/>
            <p:cNvCxnSpPr/>
            <p:nvPr/>
          </p:nvCxnSpPr>
          <p:spPr>
            <a:xfrm flipH="1" flipV="1" rot="10800000">
              <a:off x="6165000" y="2228040"/>
              <a:ext cx="707400" cy="621360"/>
            </a:xfrm>
            <a:prstGeom prst="bentConnector3">
              <a:avLst>
                <a:gd name="adj1" fmla="val -75407"/>
              </a:avLst>
            </a:prstGeom>
            <a:ln w="19050">
              <a:solidFill>
                <a:srgbClr val="ffffff"/>
              </a:solidFill>
            </a:ln>
          </p:spPr>
        </p:cxnSp>
      </p:grpSp>
      <p:grpSp>
        <p:nvGrpSpPr>
          <p:cNvPr id="76" name="Gruppe 43"/>
          <p:cNvGrpSpPr/>
          <p:nvPr/>
        </p:nvGrpSpPr>
        <p:grpSpPr>
          <a:xfrm>
            <a:off x="8267400" y="2228400"/>
            <a:ext cx="1611720" cy="621000"/>
            <a:chOff x="8267400" y="2228400"/>
            <a:chExt cx="1611720" cy="621000"/>
          </a:xfrm>
        </p:grpSpPr>
        <p:sp>
          <p:nvSpPr>
            <p:cNvPr id="77" name="Frihåndsform: figur 39"/>
            <p:cNvSpPr/>
            <p:nvPr/>
          </p:nvSpPr>
          <p:spPr>
            <a:xfrm>
              <a:off x="8267400" y="22482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8" name="Frihåndsform: figur 40"/>
            <p:cNvSpPr/>
            <p:nvPr/>
          </p:nvSpPr>
          <p:spPr>
            <a:xfrm rot="10800000">
              <a:off x="8609040" y="23328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79" name="Frihåndsform: figur 41"/>
            <p:cNvSpPr/>
            <p:nvPr/>
          </p:nvSpPr>
          <p:spPr>
            <a:xfrm>
              <a:off x="8998920" y="22284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80" name="Frihåndsform: figur 42"/>
            <p:cNvSpPr/>
            <p:nvPr/>
          </p:nvSpPr>
          <p:spPr>
            <a:xfrm rot="10800000">
              <a:off x="9361080" y="234864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grpSp>
        <p:nvGrpSpPr>
          <p:cNvPr id="81" name="Gruppe 56"/>
          <p:cNvGrpSpPr/>
          <p:nvPr/>
        </p:nvGrpSpPr>
        <p:grpSpPr>
          <a:xfrm>
            <a:off x="10522080" y="2081880"/>
            <a:ext cx="914040" cy="989640"/>
            <a:chOff x="10522080" y="2081880"/>
            <a:chExt cx="914040" cy="989640"/>
          </a:xfrm>
        </p:grpSpPr>
        <p:pic>
          <p:nvPicPr>
            <p:cNvPr id="82" name="Grafikk 53" descr="Overføre kontur"/>
            <p:cNvPicPr/>
            <p:nvPr/>
          </p:nvPicPr>
          <p:blipFill>
            <a:blip r:embed="rId5">
              <a:extLst>
                <a:ext uri="{96DAC541-7B7A-43D3-8B79-37D633B846F1}">
                  <asvg:svgBlip xmlns:asvg="http://schemas.microsoft.com/office/drawing/2016/SVG/main" r:embed="rId6"/>
                </a:ext>
              </a:extLst>
            </a:blip>
            <a:stretch/>
          </p:blipFill>
          <p:spPr>
            <a:xfrm>
              <a:off x="10522080" y="2125800"/>
              <a:ext cx="914040" cy="914040"/>
            </a:xfrm>
            <a:prstGeom prst="rect">
              <a:avLst/>
            </a:prstGeom>
            <a:noFill/>
            <a:ln w="0">
              <a:noFill/>
            </a:ln>
          </p:spPr>
        </p:pic>
        <p:sp>
          <p:nvSpPr>
            <p:cNvPr id="83" name="TekstSylinder 54"/>
            <p:cNvSpPr/>
            <p:nvPr/>
          </p:nvSpPr>
          <p:spPr>
            <a:xfrm>
              <a:off x="10765440" y="208188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84" name="TekstSylinder 55"/>
            <p:cNvSpPr/>
            <p:nvPr/>
          </p:nvSpPr>
          <p:spPr>
            <a:xfrm>
              <a:off x="10765800" y="270180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85" name="TekstSylinder 57"/>
          <p:cNvSpPr/>
          <p:nvPr/>
        </p:nvSpPr>
        <p:spPr>
          <a:xfrm>
            <a:off x="817560" y="2996280"/>
            <a:ext cx="192384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Timers/counters</a:t>
            </a:r>
            <a:endParaRPr b="0" lang="en-GB" sz="1800" strike="noStrike" u="none">
              <a:solidFill>
                <a:srgbClr val="ffffff"/>
              </a:solidFill>
              <a:effectLst/>
              <a:uFillTx/>
              <a:latin typeface="Arial"/>
            </a:endParaRPr>
          </a:p>
        </p:txBody>
      </p:sp>
      <p:sp>
        <p:nvSpPr>
          <p:cNvPr id="86" name="TekstSylinder 58"/>
          <p:cNvSpPr/>
          <p:nvPr/>
        </p:nvSpPr>
        <p:spPr>
          <a:xfrm>
            <a:off x="2745720" y="2996280"/>
            <a:ext cx="112536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Interrupts</a:t>
            </a:r>
            <a:endParaRPr b="0" lang="en-GB" sz="1800" strike="noStrike" u="none">
              <a:solidFill>
                <a:srgbClr val="ffffff"/>
              </a:solidFill>
              <a:effectLst/>
              <a:uFillTx/>
              <a:latin typeface="Arial"/>
            </a:endParaRPr>
          </a:p>
        </p:txBody>
      </p:sp>
      <p:sp>
        <p:nvSpPr>
          <p:cNvPr id="87" name="TekstSylinder 59"/>
          <p:cNvSpPr/>
          <p:nvPr/>
        </p:nvSpPr>
        <p:spPr>
          <a:xfrm>
            <a:off x="4793760" y="2996280"/>
            <a:ext cx="2599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Pulse width modulation</a:t>
            </a:r>
            <a:endParaRPr b="0" lang="en-GB" sz="1800" strike="noStrike" u="none">
              <a:solidFill>
                <a:srgbClr val="ffffff"/>
              </a:solidFill>
              <a:effectLst/>
              <a:uFillTx/>
              <a:latin typeface="Arial"/>
            </a:endParaRPr>
          </a:p>
        </p:txBody>
      </p:sp>
      <p:sp>
        <p:nvSpPr>
          <p:cNvPr id="88" name="TekstSylinder 60"/>
          <p:cNvSpPr/>
          <p:nvPr/>
        </p:nvSpPr>
        <p:spPr>
          <a:xfrm>
            <a:off x="8167680" y="2985480"/>
            <a:ext cx="191880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Analog to digital converter</a:t>
            </a:r>
            <a:endParaRPr b="0" lang="en-GB" sz="1800" strike="noStrike" u="none">
              <a:solidFill>
                <a:srgbClr val="ffffff"/>
              </a:solidFill>
              <a:effectLst/>
              <a:uFillTx/>
              <a:latin typeface="Arial"/>
            </a:endParaRPr>
          </a:p>
        </p:txBody>
      </p:sp>
      <p:sp>
        <p:nvSpPr>
          <p:cNvPr id="89" name="TekstSylinder 61"/>
          <p:cNvSpPr/>
          <p:nvPr/>
        </p:nvSpPr>
        <p:spPr>
          <a:xfrm>
            <a:off x="10437120" y="2996280"/>
            <a:ext cx="10843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USART</a:t>
            </a:r>
            <a:endParaRPr b="0" lang="en-GB" sz="1800" strike="noStrike" u="none">
              <a:solidFill>
                <a:srgbClr val="ffffff"/>
              </a:solidFill>
              <a:effectLst/>
              <a:uFillTx/>
              <a:latin typeface="Arial"/>
            </a:endParaRPr>
          </a:p>
        </p:txBody>
      </p:sp>
      <p:sp>
        <p:nvSpPr>
          <p:cNvPr id="90" name="Venstre klammeparentes 62"/>
          <p:cNvSpPr/>
          <p:nvPr/>
        </p:nvSpPr>
        <p:spPr>
          <a:xfrm rot="16200000">
            <a:off x="2260800" y="2405880"/>
            <a:ext cx="243720" cy="27655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91" name="Venstre klammeparentes 1023"/>
          <p:cNvSpPr/>
          <p:nvPr/>
        </p:nvSpPr>
        <p:spPr>
          <a:xfrm rot="16200000">
            <a:off x="5971680" y="2617200"/>
            <a:ext cx="243720" cy="234324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92" name="Venstre klammeparentes 1024"/>
          <p:cNvSpPr/>
          <p:nvPr/>
        </p:nvSpPr>
        <p:spPr>
          <a:xfrm rot="16200000">
            <a:off x="9729720" y="2174040"/>
            <a:ext cx="243720" cy="31687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93" name="TekstSylinder 1026"/>
          <p:cNvSpPr/>
          <p:nvPr/>
        </p:nvSpPr>
        <p:spPr>
          <a:xfrm>
            <a:off x="199836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1</a:t>
            </a:r>
            <a:endParaRPr b="0" lang="en-GB" sz="1800" strike="noStrike" u="none">
              <a:solidFill>
                <a:srgbClr val="ffffff"/>
              </a:solidFill>
              <a:effectLst/>
              <a:uFillTx/>
              <a:latin typeface="Arial"/>
            </a:endParaRPr>
          </a:p>
        </p:txBody>
      </p:sp>
      <p:sp>
        <p:nvSpPr>
          <p:cNvPr id="94" name="TekstSylinder 1028"/>
          <p:cNvSpPr/>
          <p:nvPr/>
        </p:nvSpPr>
        <p:spPr>
          <a:xfrm>
            <a:off x="568224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2</a:t>
            </a:r>
            <a:endParaRPr b="0" lang="en-GB" sz="1800" strike="noStrike" u="none">
              <a:solidFill>
                <a:srgbClr val="ffffff"/>
              </a:solidFill>
              <a:effectLst/>
              <a:uFillTx/>
              <a:latin typeface="Arial"/>
            </a:endParaRPr>
          </a:p>
        </p:txBody>
      </p:sp>
      <p:sp>
        <p:nvSpPr>
          <p:cNvPr id="95" name="TekstSylinder 1029"/>
          <p:cNvSpPr/>
          <p:nvPr/>
        </p:nvSpPr>
        <p:spPr>
          <a:xfrm>
            <a:off x="951768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3</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
                                  <p:stCondLst>
                                    <p:cond delay="0"/>
                                  </p:stCondLst>
                                  <p:childTnLst>
                                    <p:set>
                                      <p:cBhvr>
                                        <p:cTn id="6" dur="1" fill="hold">
                                          <p:stCondLst>
                                            <p:cond delay="0"/>
                                          </p:stCondLst>
                                        </p:cTn>
                                        <p:tgtEl>
                                          <p:spTgt spid="71"/>
                                        </p:tgtEl>
                                        <p:attrNameLst>
                                          <p:attrName>style.visibility</p:attrName>
                                        </p:attrNameLst>
                                      </p:cBhvr>
                                      <p:to>
                                        <p:strVal val="visible"/>
                                      </p:to>
                                    </p:set>
                                  </p:childTnLst>
                                </p:cTn>
                              </p:par>
                              <p:par>
                                <p:cTn id="7" nodeType="withEffect" fill="hold" presetClass="entr" presetID="1">
                                  <p:stCondLst>
                                    <p:cond delay="0"/>
                                  </p:stCondLst>
                                  <p:childTnLst>
                                    <p:set>
                                      <p:cBhvr>
                                        <p:cTn id="8" dur="1" fill="hold">
                                          <p:stCondLst>
                                            <p:cond delay="0"/>
                                          </p:stCondLst>
                                        </p:cTn>
                                        <p:tgtEl>
                                          <p:spTgt spid="8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nodeType="clickEffect" fill="hold" presetClass="entr" presetID="1">
                                  <p:stCondLst>
                                    <p:cond delay="0"/>
                                  </p:stCondLst>
                                  <p:childTnLst>
                                    <p:set>
                                      <p:cBhvr>
                                        <p:cTn id="12" dur="1" fill="hold">
                                          <p:stCondLst>
                                            <p:cond delay="0"/>
                                          </p:stCondLst>
                                        </p:cTn>
                                        <p:tgtEl>
                                          <p:spTgt spid="70"/>
                                        </p:tgtEl>
                                        <p:attrNameLst>
                                          <p:attrName>style.visibility</p:attrName>
                                        </p:attrNameLst>
                                      </p:cBhvr>
                                      <p:to>
                                        <p:strVal val="visible"/>
                                      </p:to>
                                    </p:set>
                                  </p:childTnLst>
                                </p:cTn>
                              </p:par>
                              <p:par>
                                <p:cTn id="13" nodeType="withEffect" fill="hold" presetClass="entr" presetID="1">
                                  <p:stCondLst>
                                    <p:cond delay="0"/>
                                  </p:stCondLst>
                                  <p:childTnLst>
                                    <p:set>
                                      <p:cBhvr>
                                        <p:cTn id="14" dur="1" fill="hold">
                                          <p:stCondLst>
                                            <p:cond delay="0"/>
                                          </p:stCondLst>
                                        </p:cTn>
                                        <p:tgtEl>
                                          <p:spTgt spid="8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nodeType="clickEffect" fill="hold" presetClass="entr" presetID="1">
                                  <p:stCondLst>
                                    <p:cond delay="0"/>
                                  </p:stCondLst>
                                  <p:childTnLst>
                                    <p:set>
                                      <p:cBhvr>
                                        <p:cTn id="18" dur="1" fill="hold">
                                          <p:stCondLst>
                                            <p:cond delay="0"/>
                                          </p:stCondLst>
                                        </p:cTn>
                                        <p:tgtEl>
                                          <p:spTgt spid="93"/>
                                        </p:tgtEl>
                                        <p:attrNameLst>
                                          <p:attrName>style.visibility</p:attrName>
                                        </p:attrNameLst>
                                      </p:cBhvr>
                                      <p:to>
                                        <p:strVal val="visible"/>
                                      </p:to>
                                    </p:set>
                                  </p:childTnLst>
                                </p:cTn>
                              </p:par>
                              <p:par>
                                <p:cTn id="19" nodeType="withEffect" fill="hold" presetClass="entr" presetID="1">
                                  <p:stCondLst>
                                    <p:cond delay="0"/>
                                  </p:stCondLst>
                                  <p:childTnLst>
                                    <p:set>
                                      <p:cBhvr>
                                        <p:cTn id="20" dur="1" fill="hold">
                                          <p:stCondLst>
                                            <p:cond delay="0"/>
                                          </p:stCondLst>
                                        </p:cTn>
                                        <p:tgtEl>
                                          <p:spTgt spid="9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nodeType="clickEffect" fill="hold" presetClass="entr" presetID="1">
                                  <p:stCondLst>
                                    <p:cond delay="0"/>
                                  </p:stCondLst>
                                  <p:childTnLst>
                                    <p:set>
                                      <p:cBhvr>
                                        <p:cTn id="24" dur="1" fill="hold">
                                          <p:stCondLst>
                                            <p:cond delay="0"/>
                                          </p:stCondLst>
                                        </p:cTn>
                                        <p:tgtEl>
                                          <p:spTgt spid="72"/>
                                        </p:tgtEl>
                                        <p:attrNameLst>
                                          <p:attrName>style.visibility</p:attrName>
                                        </p:attrNameLst>
                                      </p:cBhvr>
                                      <p:to>
                                        <p:strVal val="visible"/>
                                      </p:to>
                                    </p:set>
                                  </p:childTnLst>
                                </p:cTn>
                              </p:par>
                              <p:par>
                                <p:cTn id="25" nodeType="withEffect" fill="hold" presetClass="entr" presetID="1">
                                  <p:stCondLst>
                                    <p:cond delay="0"/>
                                  </p:stCondLst>
                                  <p:childTnLst>
                                    <p:set>
                                      <p:cBhvr>
                                        <p:cTn id="26" dur="1" fill="hold">
                                          <p:stCondLst>
                                            <p:cond delay="0"/>
                                          </p:stCondLst>
                                        </p:cTn>
                                        <p:tgtEl>
                                          <p:spTgt spid="8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nodeType="clickEffect" fill="hold" presetClass="entr" presetID="1">
                                  <p:stCondLst>
                                    <p:cond delay="0"/>
                                  </p:stCondLst>
                                  <p:childTnLst>
                                    <p:set>
                                      <p:cBhvr>
                                        <p:cTn id="30" dur="1" fill="hold">
                                          <p:stCondLst>
                                            <p:cond delay="0"/>
                                          </p:stCondLst>
                                        </p:cTn>
                                        <p:tgtEl>
                                          <p:spTgt spid="91"/>
                                        </p:tgtEl>
                                        <p:attrNameLst>
                                          <p:attrName>style.visibility</p:attrName>
                                        </p:attrNameLst>
                                      </p:cBhvr>
                                      <p:to>
                                        <p:strVal val="visible"/>
                                      </p:to>
                                    </p:set>
                                  </p:childTnLst>
                                </p:cTn>
                              </p:par>
                              <p:par>
                                <p:cTn id="31" nodeType="withEffect" fill="hold" presetClass="entr" presetID="1">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
                                  <p:stCondLst>
                                    <p:cond delay="0"/>
                                  </p:stCondLst>
                                  <p:childTnLst>
                                    <p:set>
                                      <p:cBhvr>
                                        <p:cTn id="36" dur="1" fill="hold">
                                          <p:stCondLst>
                                            <p:cond delay="0"/>
                                          </p:stCondLst>
                                        </p:cTn>
                                        <p:tgtEl>
                                          <p:spTgt spid="76"/>
                                        </p:tgtEl>
                                        <p:attrNameLst>
                                          <p:attrName>style.visibility</p:attrName>
                                        </p:attrNameLst>
                                      </p:cBhvr>
                                      <p:to>
                                        <p:strVal val="visible"/>
                                      </p:to>
                                    </p:set>
                                  </p:childTnLst>
                                </p:cTn>
                              </p:par>
                              <p:par>
                                <p:cTn id="37" nodeType="withEffect" fill="hold" presetClass="entr" presetID="1">
                                  <p:stCondLst>
                                    <p:cond delay="0"/>
                                  </p:stCondLst>
                                  <p:childTnLst>
                                    <p:set>
                                      <p:cBhvr>
                                        <p:cTn id="38" dur="1" fill="hold">
                                          <p:stCondLst>
                                            <p:cond delay="0"/>
                                          </p:stCondLst>
                                        </p:cTn>
                                        <p:tgtEl>
                                          <p:spTgt spid="88"/>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nodeType="clickEffect" fill="hold" presetClass="entr" presetID="1">
                                  <p:stCondLst>
                                    <p:cond delay="0"/>
                                  </p:stCondLst>
                                  <p:childTnLst>
                                    <p:set>
                                      <p:cBhvr>
                                        <p:cTn id="42" dur="1" fill="hold">
                                          <p:stCondLst>
                                            <p:cond delay="0"/>
                                          </p:stCondLst>
                                        </p:cTn>
                                        <p:tgtEl>
                                          <p:spTgt spid="81"/>
                                        </p:tgtEl>
                                        <p:attrNameLst>
                                          <p:attrName>style.visibility</p:attrName>
                                        </p:attrNameLst>
                                      </p:cBhvr>
                                      <p:to>
                                        <p:strVal val="visible"/>
                                      </p:to>
                                    </p:set>
                                  </p:childTnLst>
                                </p:cTn>
                              </p:par>
                              <p:par>
                                <p:cTn id="43" nodeType="withEffect" fill="hold" presetClass="entr" presetID="1">
                                  <p:stCondLst>
                                    <p:cond delay="0"/>
                                  </p:stCondLst>
                                  <p:childTnLst>
                                    <p:set>
                                      <p:cBhvr>
                                        <p:cTn id="44" dur="1" fill="hold">
                                          <p:stCondLst>
                                            <p:cond delay="0"/>
                                          </p:stCondLst>
                                        </p:cTn>
                                        <p:tgtEl>
                                          <p:spTgt spid="89"/>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nodeType="clickEffect" fill="hold" presetClass="entr" presetID="1">
                                  <p:stCondLst>
                                    <p:cond delay="0"/>
                                  </p:stCondLst>
                                  <p:childTnLst>
                                    <p:set>
                                      <p:cBhvr>
                                        <p:cTn id="48" dur="1" fill="hold">
                                          <p:stCondLst>
                                            <p:cond delay="0"/>
                                          </p:stCondLst>
                                        </p:cTn>
                                        <p:tgtEl>
                                          <p:spTgt spid="92"/>
                                        </p:tgtEl>
                                        <p:attrNameLst>
                                          <p:attrName>style.visibility</p:attrName>
                                        </p:attrNameLst>
                                      </p:cBhvr>
                                      <p:to>
                                        <p:strVal val="visible"/>
                                      </p:to>
                                    </p:set>
                                  </p:childTnLst>
                                </p:cTn>
                              </p:par>
                              <p:par>
                                <p:cTn id="49" nodeType="withEffect" fill="hold" presetClass="entr" presetID="1">
                                  <p:stCondLst>
                                    <p:cond delay="0"/>
                                  </p:stCondLst>
                                  <p:childTnLst>
                                    <p:set>
                                      <p:cBhvr>
                                        <p:cTn id="50" dur="1" fill="hold">
                                          <p:stCondLst>
                                            <p:cond delay="0"/>
                                          </p:stCondLst>
                                        </p:cTn>
                                        <p:tgtEl>
                                          <p:spTgt spid="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kstSylinder 3"/>
          <p:cNvSpPr/>
          <p:nvPr/>
        </p:nvSpPr>
        <p:spPr>
          <a:xfrm>
            <a:off x="3009960" y="3244320"/>
            <a:ext cx="6171840" cy="1323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Basically, like a plain stopwatch on your phone</a:t>
            </a:r>
            <a:endParaRPr b="0" lang="en-GB" sz="4000" strike="noStrike" u="none">
              <a:solidFill>
                <a:srgbClr val="ffffff"/>
              </a:solidFill>
              <a:effectLst/>
              <a:uFillTx/>
              <a:latin typeface="Arial"/>
            </a:endParaRPr>
          </a:p>
        </p:txBody>
      </p:sp>
      <p:sp>
        <p:nvSpPr>
          <p:cNvPr id="9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a:t>
            </a:r>
            <a:r>
              <a:rPr b="0" lang="en-US" sz="4400" strike="noStrike" u="sng">
                <a:solidFill>
                  <a:schemeClr val="lt1"/>
                </a:solidFill>
                <a:effectLst/>
                <a:uFillTx/>
                <a:latin typeface="Calibri Light"/>
              </a:rPr>
              <a:t>i</a:t>
            </a:r>
            <a:r>
              <a:rPr b="0" lang="en-US" sz="4400" strike="noStrike" u="sng">
                <a:solidFill>
                  <a:schemeClr val="lt1"/>
                </a:solidFill>
                <a:effectLst/>
                <a:uFillTx/>
                <a:latin typeface="Calibri Light"/>
              </a:rPr>
              <a:t>m</a:t>
            </a:r>
            <a:r>
              <a:rPr b="0" lang="en-US" sz="4400" strike="noStrike" u="sng">
                <a:solidFill>
                  <a:schemeClr val="lt1"/>
                </a:solidFill>
                <a:effectLst/>
                <a:uFillTx/>
                <a:latin typeface="Calibri Light"/>
              </a:rPr>
              <a:t>e</a:t>
            </a:r>
            <a:r>
              <a:rPr b="0" lang="en-US" sz="4400" strike="noStrike" u="sng">
                <a:solidFill>
                  <a:schemeClr val="lt1"/>
                </a:solidFill>
                <a:effectLst/>
                <a:uFillTx/>
                <a:latin typeface="Calibri Light"/>
              </a:rPr>
              <a:t>r</a:t>
            </a:r>
            <a:r>
              <a:rPr b="0" lang="en-US" sz="4400" strike="noStrike" u="sng">
                <a:solidFill>
                  <a:schemeClr val="lt1"/>
                </a:solidFill>
                <a:effectLst/>
                <a:uFillTx/>
                <a:latin typeface="Calibri Light"/>
              </a:rPr>
              <a:t>s</a:t>
            </a:r>
            <a:r>
              <a:rPr b="0" lang="en-US" sz="4400" strike="noStrike" u="sng">
                <a:solidFill>
                  <a:schemeClr val="lt1"/>
                </a:solidFill>
                <a:effectLst/>
                <a:uFillTx/>
                <a:latin typeface="Calibri Light"/>
              </a:rPr>
              <a:t>/</a:t>
            </a:r>
            <a:r>
              <a:rPr b="0" lang="en-US" sz="4400" strike="noStrike" u="sng">
                <a:solidFill>
                  <a:schemeClr val="lt1"/>
                </a:solidFill>
                <a:effectLst/>
                <a:uFillTx/>
                <a:latin typeface="Calibri Light"/>
              </a:rPr>
              <a:t>c</a:t>
            </a:r>
            <a:r>
              <a:rPr b="0" lang="en-US" sz="4400" strike="noStrike" u="sng">
                <a:solidFill>
                  <a:schemeClr val="lt1"/>
                </a:solidFill>
                <a:effectLst/>
                <a:uFillTx/>
                <a:latin typeface="Calibri Light"/>
              </a:rPr>
              <a:t>o</a:t>
            </a:r>
            <a:r>
              <a:rPr b="0" lang="en-US" sz="4400" strike="noStrike" u="sng">
                <a:solidFill>
                  <a:schemeClr val="lt1"/>
                </a:solidFill>
                <a:effectLst/>
                <a:uFillTx/>
                <a:latin typeface="Calibri Light"/>
              </a:rPr>
              <a:t>u</a:t>
            </a:r>
            <a:r>
              <a:rPr b="0" lang="en-US" sz="4400" strike="noStrike" u="sng">
                <a:solidFill>
                  <a:schemeClr val="lt1"/>
                </a:solidFill>
                <a:effectLst/>
                <a:uFillTx/>
                <a:latin typeface="Calibri Light"/>
              </a:rPr>
              <a:t>n</a:t>
            </a:r>
            <a:r>
              <a:rPr b="0" lang="en-US" sz="4400" strike="noStrike" u="sng">
                <a:solidFill>
                  <a:schemeClr val="lt1"/>
                </a:solidFill>
                <a:effectLst/>
                <a:uFillTx/>
                <a:latin typeface="Calibri Light"/>
              </a:rPr>
              <a:t>t</a:t>
            </a:r>
            <a:r>
              <a:rPr b="0" lang="en-US" sz="4400" strike="noStrike" u="sng">
                <a:solidFill>
                  <a:schemeClr val="lt1"/>
                </a:solidFill>
                <a:effectLst/>
                <a:uFillTx/>
                <a:latin typeface="Calibri Light"/>
              </a:rPr>
              <a:t>e</a:t>
            </a:r>
            <a:r>
              <a:rPr b="0" lang="en-US" sz="4400" strike="noStrike" u="sng">
                <a:solidFill>
                  <a:schemeClr val="lt1"/>
                </a:solidFill>
                <a:effectLst/>
                <a:uFillTx/>
                <a:latin typeface="Calibri Light"/>
              </a:rPr>
              <a:t>r</a:t>
            </a:r>
            <a:r>
              <a:rPr b="0" lang="en-US" sz="4400" strike="noStrike" u="sng">
                <a:solidFill>
                  <a:schemeClr val="lt1"/>
                </a:solidFill>
                <a:effectLst/>
                <a:uFillTx/>
                <a:latin typeface="Calibri Light"/>
              </a:rPr>
              <a:t>s</a:t>
            </a:r>
            <a:r>
              <a:rPr b="0" lang="en-US" sz="4400" strike="noStrike" u="sng">
                <a:solidFill>
                  <a:schemeClr val="lt1"/>
                </a:solidFill>
                <a:effectLst/>
                <a:uFillTx/>
                <a:latin typeface="Calibri Light"/>
              </a:rPr>
              <a:t> </a:t>
            </a:r>
            <a:r>
              <a:rPr b="0" lang="en-US" sz="4400" strike="noStrike" u="sng">
                <a:solidFill>
                  <a:schemeClr val="lt1"/>
                </a:solidFill>
                <a:effectLst/>
                <a:uFillTx/>
                <a:latin typeface="Calibri Light"/>
              </a:rPr>
              <a:t>–</a:t>
            </a:r>
            <a:r>
              <a:rPr b="0" lang="en-US" sz="4400" strike="noStrike" u="sng">
                <a:solidFill>
                  <a:schemeClr val="lt1"/>
                </a:solidFill>
                <a:effectLst/>
                <a:uFillTx/>
                <a:latin typeface="Calibri Light"/>
              </a:rPr>
              <a:t> </a:t>
            </a:r>
            <a:r>
              <a:rPr b="0" lang="en-US" sz="4400" strike="noStrike" u="sng">
                <a:solidFill>
                  <a:schemeClr val="lt1"/>
                </a:solidFill>
                <a:effectLst/>
                <a:uFillTx/>
                <a:latin typeface="Calibri Light"/>
              </a:rPr>
              <a:t>I</a:t>
            </a:r>
            <a:r>
              <a:rPr b="0" lang="en-US" sz="4400" strike="noStrike" u="sng">
                <a:solidFill>
                  <a:schemeClr val="lt1"/>
                </a:solidFill>
                <a:effectLst/>
                <a:uFillTx/>
                <a:latin typeface="Calibri Light"/>
              </a:rPr>
              <a:t>n</a:t>
            </a:r>
            <a:r>
              <a:rPr b="0" lang="en-US" sz="4400" strike="noStrike" u="sng">
                <a:solidFill>
                  <a:schemeClr val="lt1"/>
                </a:solidFill>
                <a:effectLst/>
                <a:uFillTx/>
                <a:latin typeface="Calibri Light"/>
              </a:rPr>
              <a:t> </a:t>
            </a:r>
            <a:r>
              <a:rPr b="0" lang="en-US" sz="4400" strike="noStrike" u="sng">
                <a:solidFill>
                  <a:schemeClr val="lt1"/>
                </a:solidFill>
                <a:effectLst/>
                <a:uFillTx/>
                <a:latin typeface="Calibri Light"/>
              </a:rPr>
              <a:t>g</a:t>
            </a:r>
            <a:r>
              <a:rPr b="0" lang="en-US" sz="4400" strike="noStrike" u="sng">
                <a:solidFill>
                  <a:schemeClr val="lt1"/>
                </a:solidFill>
                <a:effectLst/>
                <a:uFillTx/>
                <a:latin typeface="Calibri Light"/>
              </a:rPr>
              <a:t>e</a:t>
            </a:r>
            <a:r>
              <a:rPr b="0" lang="en-US" sz="4400" strike="noStrike" u="sng">
                <a:solidFill>
                  <a:schemeClr val="lt1"/>
                </a:solidFill>
                <a:effectLst/>
                <a:uFillTx/>
                <a:latin typeface="Calibri Light"/>
              </a:rPr>
              <a:t>n</a:t>
            </a:r>
            <a:r>
              <a:rPr b="0" lang="en-US" sz="4400" strike="noStrike" u="sng">
                <a:solidFill>
                  <a:schemeClr val="lt1"/>
                </a:solidFill>
                <a:effectLst/>
                <a:uFillTx/>
                <a:latin typeface="Calibri Light"/>
              </a:rPr>
              <a:t>e</a:t>
            </a:r>
            <a:r>
              <a:rPr b="0" lang="en-US" sz="4400" strike="noStrike" u="sng">
                <a:solidFill>
                  <a:schemeClr val="lt1"/>
                </a:solidFill>
                <a:effectLst/>
                <a:uFillTx/>
                <a:latin typeface="Calibri Light"/>
              </a:rPr>
              <a:t>r</a:t>
            </a:r>
            <a:r>
              <a:rPr b="0" lang="en-US" sz="4400" strike="noStrike" u="sng">
                <a:solidFill>
                  <a:schemeClr val="lt1"/>
                </a:solidFill>
                <a:effectLst/>
                <a:uFillTx/>
                <a:latin typeface="Calibri Light"/>
              </a:rPr>
              <a:t>a</a:t>
            </a:r>
            <a:r>
              <a:rPr b="0" lang="en-US" sz="4400" strike="noStrike" u="sng">
                <a:solidFill>
                  <a:schemeClr val="lt1"/>
                </a:solidFill>
                <a:effectLst/>
                <a:uFillTx/>
                <a:latin typeface="Calibri Light"/>
              </a:rPr>
              <a:t>l</a:t>
            </a:r>
            <a:endParaRPr b="0" lang="en-US" sz="4400" strike="noStrike" u="none">
              <a:solidFill>
                <a:schemeClr val="lt1"/>
              </a:solidFill>
              <a:effectLst/>
              <a:uFillTx/>
              <a:latin typeface="Calibri"/>
            </a:endParaRPr>
          </a:p>
        </p:txBody>
      </p:sp>
      <p:pic>
        <p:nvPicPr>
          <p:cNvPr id="98"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9" name="TekstSylinder 3"/>
          <p:cNvSpPr/>
          <p:nvPr/>
        </p:nvSpPr>
        <p:spPr>
          <a:xfrm>
            <a:off x="3009960" y="3244320"/>
            <a:ext cx="617184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Why do we care?</a:t>
            </a:r>
            <a:endParaRPr b="0" lang="en-GB" sz="4000" strike="noStrike" u="none">
              <a:solidFill>
                <a:srgbClr val="ffffff"/>
              </a:solidFill>
              <a:effectLst/>
              <a:uFillTx/>
              <a:latin typeface="Arial"/>
            </a:endParaRPr>
          </a:p>
        </p:txBody>
      </p:sp>
      <p:sp>
        <p:nvSpPr>
          <p:cNvPr id="10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In general</a:t>
            </a:r>
            <a:endParaRPr b="0" lang="en-US" sz="4400" strike="noStrike" u="none">
              <a:solidFill>
                <a:schemeClr val="lt1"/>
              </a:solidFill>
              <a:effectLst/>
              <a:uFillTx/>
              <a:latin typeface="Calibri"/>
            </a:endParaRPr>
          </a:p>
        </p:txBody>
      </p:sp>
      <p:pic>
        <p:nvPicPr>
          <p:cNvPr id="101"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In general</a:t>
            </a:r>
            <a:endParaRPr b="0" lang="en-US" sz="4400" strike="noStrike" u="none">
              <a:solidFill>
                <a:schemeClr val="lt1"/>
              </a:solidFill>
              <a:effectLst/>
              <a:uFillTx/>
              <a:latin typeface="Calibri"/>
            </a:endParaRPr>
          </a:p>
        </p:txBody>
      </p:sp>
      <p:pic>
        <p:nvPicPr>
          <p:cNvPr id="103"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04" name="Grafikk 5" descr="Prosessor kontur"/>
          <p:cNvPicPr/>
          <p:nvPr/>
        </p:nvPicPr>
        <p:blipFill>
          <a:blip r:embed="rId3">
            <a:extLst>
              <a:ext uri="{96DAC541-7B7A-43D3-8B79-37D633B846F1}">
                <asvg:svgBlip xmlns:asvg="http://schemas.microsoft.com/office/drawing/2016/SVG/main" r:embed="rId4"/>
              </a:ext>
            </a:extLst>
          </a:blip>
          <a:stretch/>
        </p:blipFill>
        <p:spPr>
          <a:xfrm>
            <a:off x="6429240" y="3192480"/>
            <a:ext cx="1542600" cy="1542600"/>
          </a:xfrm>
          <a:prstGeom prst="rect">
            <a:avLst/>
          </a:prstGeom>
          <a:noFill/>
          <a:ln w="0">
            <a:noFill/>
          </a:ln>
        </p:spPr>
      </p:pic>
      <p:pic>
        <p:nvPicPr>
          <p:cNvPr id="105" name="Grafikk 7" descr="Mann kontur"/>
          <p:cNvPicPr/>
          <p:nvPr/>
        </p:nvPicPr>
        <p:blipFill>
          <a:blip r:embed="rId5">
            <a:extLst>
              <a:ext uri="{96DAC541-7B7A-43D3-8B79-37D633B846F1}">
                <asvg:svgBlip xmlns:asvg="http://schemas.microsoft.com/office/drawing/2016/SVG/main" r:embed="rId6"/>
              </a:ext>
            </a:extLst>
          </a:blip>
          <a:stretch/>
        </p:blipFill>
        <p:spPr>
          <a:xfrm>
            <a:off x="4772160" y="3285360"/>
            <a:ext cx="1323720" cy="1323720"/>
          </a:xfrm>
          <a:prstGeom prst="rect">
            <a:avLst/>
          </a:prstGeom>
          <a:noFill/>
          <a:ln w="0">
            <a:noFill/>
          </a:ln>
        </p:spPr>
      </p:pic>
      <p:sp>
        <p:nvSpPr>
          <p:cNvPr id="106" name="Snakkeboble: oval 8"/>
          <p:cNvSpPr/>
          <p:nvPr/>
        </p:nvSpPr>
        <p:spPr>
          <a:xfrm>
            <a:off x="5433840" y="2570760"/>
            <a:ext cx="1323720" cy="650520"/>
          </a:xfrm>
          <a:prstGeom prst="wedgeEllipseCallout">
            <a:avLst>
              <a:gd name="adj1" fmla="val -20833"/>
              <a:gd name="adj2" fmla="val 62500"/>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nb-NO" sz="1800" strike="noStrike" u="none">
                <a:solidFill>
                  <a:schemeClr val="lt1"/>
                </a:solidFill>
                <a:effectLst/>
                <a:uFillTx/>
                <a:latin typeface="Calibri"/>
              </a:rPr>
              <a:t>Count to 10</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In general</a:t>
            </a:r>
            <a:endParaRPr b="0" lang="en-US" sz="4400" strike="noStrike" u="none">
              <a:solidFill>
                <a:schemeClr val="lt1"/>
              </a:solidFill>
              <a:effectLst/>
              <a:uFillTx/>
              <a:latin typeface="Calibri"/>
            </a:endParaRPr>
          </a:p>
        </p:txBody>
      </p:sp>
      <p:pic>
        <p:nvPicPr>
          <p:cNvPr id="108"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09" name="Grafikk 5" descr="Prosessor kontur"/>
          <p:cNvPicPr/>
          <p:nvPr/>
        </p:nvPicPr>
        <p:blipFill>
          <a:blip r:embed="rId3">
            <a:extLst>
              <a:ext uri="{96DAC541-7B7A-43D3-8B79-37D633B846F1}">
                <asvg:svgBlip xmlns:asvg="http://schemas.microsoft.com/office/drawing/2016/SVG/main" r:embed="rId4"/>
              </a:ext>
            </a:extLst>
          </a:blip>
          <a:stretch/>
        </p:blipFill>
        <p:spPr>
          <a:xfrm>
            <a:off x="6429240" y="3192480"/>
            <a:ext cx="1542600" cy="1542600"/>
          </a:xfrm>
          <a:prstGeom prst="rect">
            <a:avLst/>
          </a:prstGeom>
          <a:noFill/>
          <a:ln w="0">
            <a:noFill/>
          </a:ln>
        </p:spPr>
      </p:pic>
      <p:pic>
        <p:nvPicPr>
          <p:cNvPr id="110" name="Grafikk 7" descr="Mann kontur"/>
          <p:cNvPicPr/>
          <p:nvPr/>
        </p:nvPicPr>
        <p:blipFill>
          <a:blip r:embed="rId5">
            <a:extLst>
              <a:ext uri="{96DAC541-7B7A-43D3-8B79-37D633B846F1}">
                <asvg:svgBlip xmlns:asvg="http://schemas.microsoft.com/office/drawing/2016/SVG/main" r:embed="rId6"/>
              </a:ext>
            </a:extLst>
          </a:blip>
          <a:stretch/>
        </p:blipFill>
        <p:spPr>
          <a:xfrm>
            <a:off x="4772160" y="3285360"/>
            <a:ext cx="1323720" cy="1323720"/>
          </a:xfrm>
          <a:prstGeom prst="rect">
            <a:avLst/>
          </a:prstGeom>
          <a:noFill/>
          <a:ln w="0">
            <a:noFill/>
          </a:ln>
        </p:spPr>
      </p:pic>
      <p:sp>
        <p:nvSpPr>
          <p:cNvPr id="111" name="Snakkeboble: oval 8"/>
          <p:cNvSpPr/>
          <p:nvPr/>
        </p:nvSpPr>
        <p:spPr>
          <a:xfrm>
            <a:off x="5433840" y="2570760"/>
            <a:ext cx="1323720" cy="650520"/>
          </a:xfrm>
          <a:prstGeom prst="wedgeEllipseCallout">
            <a:avLst>
              <a:gd name="adj1" fmla="val 34563"/>
              <a:gd name="adj2" fmla="val 58111"/>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nb-NO" sz="1800" strike="noStrike" u="none">
                <a:solidFill>
                  <a:schemeClr val="lt1"/>
                </a:solidFill>
                <a:effectLst/>
                <a:uFillTx/>
                <a:latin typeface="Calibri"/>
              </a:rPr>
              <a:t>Okey dokey</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In general</a:t>
            </a:r>
            <a:endParaRPr b="0" lang="en-US" sz="4400" strike="noStrike" u="none">
              <a:solidFill>
                <a:schemeClr val="lt1"/>
              </a:solidFill>
              <a:effectLst/>
              <a:uFillTx/>
              <a:latin typeface="Calibri"/>
            </a:endParaRPr>
          </a:p>
        </p:txBody>
      </p:sp>
      <p:pic>
        <p:nvPicPr>
          <p:cNvPr id="113"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14" name="Picture 2" descr="10 Seconds Later | SpongeBob Time Card - YouTube"/>
          <p:cNvPicPr/>
          <p:nvPr/>
        </p:nvPicPr>
        <p:blipFill>
          <a:blip r:embed="rId3"/>
          <a:stretch/>
        </p:blipFill>
        <p:spPr>
          <a:xfrm>
            <a:off x="3383280" y="2227680"/>
            <a:ext cx="5425200" cy="305136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In general</a:t>
            </a:r>
            <a:endParaRPr b="0" lang="en-US" sz="4400" strike="noStrike" u="none">
              <a:solidFill>
                <a:schemeClr val="lt1"/>
              </a:solidFill>
              <a:effectLst/>
              <a:uFillTx/>
              <a:latin typeface="Calibri"/>
            </a:endParaRPr>
          </a:p>
        </p:txBody>
      </p:sp>
      <p:pic>
        <p:nvPicPr>
          <p:cNvPr id="116"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17" name="Grafikk 5" descr="Prosessor kontur"/>
          <p:cNvPicPr/>
          <p:nvPr/>
        </p:nvPicPr>
        <p:blipFill>
          <a:blip r:embed="rId3">
            <a:extLst>
              <a:ext uri="{96DAC541-7B7A-43D3-8B79-37D633B846F1}">
                <asvg:svgBlip xmlns:asvg="http://schemas.microsoft.com/office/drawing/2016/SVG/main" r:embed="rId4"/>
              </a:ext>
            </a:extLst>
          </a:blip>
          <a:stretch/>
        </p:blipFill>
        <p:spPr>
          <a:xfrm>
            <a:off x="6429240" y="3192480"/>
            <a:ext cx="1542600" cy="1542600"/>
          </a:xfrm>
          <a:prstGeom prst="rect">
            <a:avLst/>
          </a:prstGeom>
          <a:noFill/>
          <a:ln w="0">
            <a:noFill/>
          </a:ln>
        </p:spPr>
      </p:pic>
      <p:pic>
        <p:nvPicPr>
          <p:cNvPr id="118" name="Grafikk 7" descr="Mann kontur"/>
          <p:cNvPicPr/>
          <p:nvPr/>
        </p:nvPicPr>
        <p:blipFill>
          <a:blip r:embed="rId5">
            <a:extLst>
              <a:ext uri="{96DAC541-7B7A-43D3-8B79-37D633B846F1}">
                <asvg:svgBlip xmlns:asvg="http://schemas.microsoft.com/office/drawing/2016/SVG/main" r:embed="rId6"/>
              </a:ext>
            </a:extLst>
          </a:blip>
          <a:stretch/>
        </p:blipFill>
        <p:spPr>
          <a:xfrm>
            <a:off x="4772160" y="3285360"/>
            <a:ext cx="1323720" cy="1323720"/>
          </a:xfrm>
          <a:prstGeom prst="rect">
            <a:avLst/>
          </a:prstGeom>
          <a:noFill/>
          <a:ln w="0">
            <a:noFill/>
          </a:ln>
        </p:spPr>
      </p:pic>
      <p:sp>
        <p:nvSpPr>
          <p:cNvPr id="119" name="Snakkeboble: oval 8"/>
          <p:cNvSpPr/>
          <p:nvPr/>
        </p:nvSpPr>
        <p:spPr>
          <a:xfrm>
            <a:off x="5103000" y="2184480"/>
            <a:ext cx="1985760" cy="1007640"/>
          </a:xfrm>
          <a:prstGeom prst="wedgeEllipseCallout">
            <a:avLst>
              <a:gd name="adj1" fmla="val 34563"/>
              <a:gd name="adj2" fmla="val 58111"/>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Calibri"/>
              </a:rPr>
              <a:t>I’ve finished counting chief</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In practice</a:t>
            </a:r>
            <a:endParaRPr b="0" lang="en-US" sz="4400" strike="noStrike" u="none">
              <a:solidFill>
                <a:schemeClr val="lt1"/>
              </a:solidFill>
              <a:effectLst/>
              <a:uFillTx/>
              <a:latin typeface="Calibri"/>
            </a:endParaRPr>
          </a:p>
        </p:txBody>
      </p:sp>
      <p:pic>
        <p:nvPicPr>
          <p:cNvPr id="121"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
        <p:nvSpPr>
          <p:cNvPr id="122" name="TekstSylinder 3"/>
          <p:cNvSpPr/>
          <p:nvPr/>
        </p:nvSpPr>
        <p:spPr>
          <a:xfrm>
            <a:off x="914400" y="1886040"/>
            <a:ext cx="7000560" cy="11869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have multiple timers/counter on the AVR128DB:</a:t>
            </a:r>
            <a:endParaRPr b="0" lang="en-GB" sz="1800" strike="noStrike" u="none">
              <a:solidFill>
                <a:srgbClr val="ffffff"/>
              </a:solidFill>
              <a:effectLst/>
              <a:uFillTx/>
              <a:latin typeface="Arial"/>
            </a:endParaRPr>
          </a:p>
          <a:p>
            <a:pPr marL="285840" indent="-285840" defTabSz="457200">
              <a:lnSpc>
                <a:spcPct val="100000"/>
              </a:lnSpc>
              <a:buClr>
                <a:srgbClr val="ffffff"/>
              </a:buClr>
              <a:buFont typeface="OpenSymbol"/>
              <a:buChar char="-"/>
            </a:pPr>
            <a:r>
              <a:rPr b="0" lang="en-US" sz="1800" strike="noStrike" u="none">
                <a:solidFill>
                  <a:schemeClr val="lt1"/>
                </a:solidFill>
                <a:effectLst/>
                <a:uFillTx/>
                <a:latin typeface="Calibri"/>
              </a:rPr>
              <a:t>Timer A</a:t>
            </a:r>
            <a:endParaRPr b="0" lang="en-GB" sz="1800" strike="noStrike" u="none">
              <a:solidFill>
                <a:srgbClr val="ffffff"/>
              </a:solidFill>
              <a:effectLst/>
              <a:uFillTx/>
              <a:latin typeface="Arial"/>
            </a:endParaRPr>
          </a:p>
          <a:p>
            <a:pPr marL="285840" indent="-285840" defTabSz="457200">
              <a:lnSpc>
                <a:spcPct val="100000"/>
              </a:lnSpc>
              <a:buClr>
                <a:srgbClr val="ffffff"/>
              </a:buClr>
              <a:buFont typeface="OpenSymbol"/>
              <a:buChar char="-"/>
            </a:pPr>
            <a:r>
              <a:rPr b="0" lang="en-US" sz="1800" strike="noStrike" u="none">
                <a:solidFill>
                  <a:schemeClr val="lt1"/>
                </a:solidFill>
                <a:effectLst/>
                <a:uFillTx/>
                <a:latin typeface="Calibri"/>
              </a:rPr>
              <a:t>Timer B</a:t>
            </a:r>
            <a:endParaRPr b="0" lang="en-GB" sz="1800" strike="noStrike" u="none">
              <a:solidFill>
                <a:srgbClr val="ffffff"/>
              </a:solidFill>
              <a:effectLst/>
              <a:uFillTx/>
              <a:latin typeface="Arial"/>
            </a:endParaRPr>
          </a:p>
          <a:p>
            <a:pPr marL="285840" indent="-285840" defTabSz="457200">
              <a:lnSpc>
                <a:spcPct val="100000"/>
              </a:lnSpc>
              <a:buClr>
                <a:srgbClr val="ffffff"/>
              </a:buClr>
              <a:buFont typeface="OpenSymbol"/>
              <a:buChar char="-"/>
            </a:pPr>
            <a:r>
              <a:rPr b="0" lang="en-US" sz="1800" strike="noStrike" u="none">
                <a:solidFill>
                  <a:schemeClr val="lt1"/>
                </a:solidFill>
                <a:effectLst/>
                <a:uFillTx/>
                <a:latin typeface="Calibri"/>
              </a:rPr>
              <a:t>Timer D</a:t>
            </a:r>
            <a:endParaRPr b="0" lang="en-GB" sz="1800" strike="noStrike" u="none">
              <a:solidFill>
                <a:srgbClr val="ffffff"/>
              </a:solidFill>
              <a:effectLst/>
              <a:uFillTx/>
              <a:latin typeface="Arial"/>
            </a:endParaRPr>
          </a:p>
        </p:txBody>
      </p:sp>
      <p:sp>
        <p:nvSpPr>
          <p:cNvPr id="123" name="Rektangel 4"/>
          <p:cNvSpPr/>
          <p:nvPr/>
        </p:nvSpPr>
        <p:spPr>
          <a:xfrm>
            <a:off x="1219320" y="2209680"/>
            <a:ext cx="904680" cy="256680"/>
          </a:xfrm>
          <a:prstGeom prst="rect">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cxnSp>
        <p:nvCxnSpPr>
          <p:cNvPr id="124" name="Rett pilkobling 9"/>
          <p:cNvCxnSpPr/>
          <p:nvPr/>
        </p:nvCxnSpPr>
        <p:spPr>
          <a:xfrm flipH="1">
            <a:off x="2333520" y="2333520"/>
            <a:ext cx="581400" cy="360"/>
          </a:xfrm>
          <a:prstGeom prst="straightConnector1">
            <a:avLst/>
          </a:prstGeom>
          <a:ln>
            <a:solidFill>
              <a:srgbClr val="ffffff"/>
            </a:solidFill>
            <a:tailEnd len="med" type="triangle" w="med"/>
          </a:ln>
        </p:spPr>
      </p:cxnSp>
      <p:sp>
        <p:nvSpPr>
          <p:cNvPr id="125" name="TekstSylinder 10"/>
          <p:cNvSpPr/>
          <p:nvPr/>
        </p:nvSpPr>
        <p:spPr>
          <a:xfrm>
            <a:off x="3124080" y="2179800"/>
            <a:ext cx="1923840" cy="3081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400" strike="noStrike" u="none">
                <a:solidFill>
                  <a:schemeClr val="lt1"/>
                </a:solidFill>
                <a:effectLst/>
                <a:uFillTx/>
                <a:latin typeface="Calibri"/>
              </a:rPr>
              <a:t>We will use this one</a:t>
            </a:r>
            <a:endParaRPr b="0" lang="en-GB" sz="1400" strike="noStrike" u="none">
              <a:solidFill>
                <a:srgbClr val="ffffff"/>
              </a:solidFill>
              <a:effectLst/>
              <a:uFillTx/>
              <a:latin typeface="Arial"/>
            </a:endParaRPr>
          </a:p>
        </p:txBody>
      </p:sp>
      <p:sp>
        <p:nvSpPr>
          <p:cNvPr id="126" name="TekstSylinder 11"/>
          <p:cNvSpPr/>
          <p:nvPr/>
        </p:nvSpPr>
        <p:spPr>
          <a:xfrm>
            <a:off x="914400" y="3133080"/>
            <a:ext cx="7000560" cy="646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need to tell the timer/counter what </a:t>
            </a:r>
            <a:r>
              <a:rPr b="0" i="1" lang="en-US" sz="1800" strike="noStrike" u="sng">
                <a:solidFill>
                  <a:schemeClr val="lt1"/>
                </a:solidFill>
                <a:effectLst/>
                <a:uFillTx/>
                <a:latin typeface="Calibri"/>
              </a:rPr>
              <a:t>value</a:t>
            </a:r>
            <a:r>
              <a:rPr b="0" lang="en-US" sz="1800" strike="noStrike" u="none">
                <a:solidFill>
                  <a:schemeClr val="lt1"/>
                </a:solidFill>
                <a:effectLst/>
                <a:uFillTx/>
                <a:latin typeface="Calibri"/>
              </a:rPr>
              <a:t> to count to (in practice how many clock cycles)</a:t>
            </a:r>
            <a:endParaRPr b="0" lang="en-GB" sz="1800" strike="noStrike" u="none">
              <a:solidFill>
                <a:srgbClr val="ffffff"/>
              </a:solidFill>
              <a:effectLst/>
              <a:uFillTx/>
              <a:latin typeface="Arial"/>
            </a:endParaRPr>
          </a:p>
        </p:txBody>
      </p:sp>
      <p:sp>
        <p:nvSpPr>
          <p:cNvPr id="127" name="TekstSylinder 12"/>
          <p:cNvSpPr/>
          <p:nvPr/>
        </p:nvSpPr>
        <p:spPr>
          <a:xfrm>
            <a:off x="914400" y="4380480"/>
            <a:ext cx="70005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need to tell how </a:t>
            </a:r>
            <a:r>
              <a:rPr b="0" i="1" lang="en-US" sz="1800" strike="noStrike" u="sng">
                <a:solidFill>
                  <a:schemeClr val="lt1"/>
                </a:solidFill>
                <a:effectLst/>
                <a:uFillTx/>
                <a:latin typeface="Calibri"/>
              </a:rPr>
              <a:t>quickly</a:t>
            </a:r>
            <a:r>
              <a:rPr b="0" lang="en-US" sz="1800" strike="noStrike" u="none">
                <a:solidFill>
                  <a:schemeClr val="lt1"/>
                </a:solidFill>
                <a:effectLst/>
                <a:uFillTx/>
                <a:latin typeface="Calibri"/>
              </a:rPr>
              <a:t> the timer should count, with a </a:t>
            </a:r>
            <a:r>
              <a:rPr b="0" i="1" lang="en-US" sz="1800" strike="noStrike" u="sng">
                <a:solidFill>
                  <a:schemeClr val="lt1"/>
                </a:solidFill>
                <a:effectLst/>
                <a:uFillTx/>
                <a:latin typeface="Calibri"/>
              </a:rPr>
              <a:t>prescaler</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51" dur="indefinite" restart="never" nodeType="tmRoot">
          <p:childTnLst>
            <p:seq>
              <p:cTn id="52" dur="indefinite" nodeType="mainSeq">
                <p:childTnLst>
                  <p:par>
                    <p:cTn id="53" fill="hold">
                      <p:stCondLst>
                        <p:cond delay="indefinite"/>
                      </p:stCondLst>
                      <p:childTnLst>
                        <p:par>
                          <p:cTn id="54" fill="hold">
                            <p:stCondLst>
                              <p:cond delay="0"/>
                            </p:stCondLst>
                            <p:childTnLst>
                              <p:par>
                                <p:cTn id="55" nodeType="clickEffect" fill="hold" presetClass="entr" presetID="1">
                                  <p:stCondLst>
                                    <p:cond delay="0"/>
                                  </p:stCondLst>
                                  <p:childTnLst>
                                    <p:set>
                                      <p:cBhvr>
                                        <p:cTn id="56" dur="1" fill="hold">
                                          <p:stCondLst>
                                            <p:cond delay="0"/>
                                          </p:stCondLst>
                                        </p:cTn>
                                        <p:tgtEl>
                                          <p:spTgt spid="122"/>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nodeType="clickEffect" fill="hold" presetClass="entr" presetID="1">
                                  <p:stCondLst>
                                    <p:cond delay="0"/>
                                  </p:stCondLst>
                                  <p:childTnLst>
                                    <p:set>
                                      <p:cBhvr>
                                        <p:cTn id="60" dur="1" fill="hold">
                                          <p:stCondLst>
                                            <p:cond delay="0"/>
                                          </p:stCondLst>
                                        </p:cTn>
                                        <p:tgtEl>
                                          <p:spTgt spid="123"/>
                                        </p:tgtEl>
                                        <p:attrNameLst>
                                          <p:attrName>style.visibility</p:attrName>
                                        </p:attrNameLst>
                                      </p:cBhvr>
                                      <p:to>
                                        <p:strVal val="visible"/>
                                      </p:to>
                                    </p:set>
                                  </p:childTnLst>
                                </p:cTn>
                              </p:par>
                              <p:par>
                                <p:cTn id="61" nodeType="withEffect" fill="hold" presetClass="entr" presetID="1">
                                  <p:stCondLst>
                                    <p:cond delay="0"/>
                                  </p:stCondLst>
                                  <p:childTnLst>
                                    <p:set>
                                      <p:cBhvr>
                                        <p:cTn id="62" dur="1" fill="hold">
                                          <p:stCondLst>
                                            <p:cond delay="0"/>
                                          </p:stCondLst>
                                        </p:cTn>
                                        <p:tgtEl>
                                          <p:spTgt spid="124"/>
                                        </p:tgtEl>
                                        <p:attrNameLst>
                                          <p:attrName>style.visibility</p:attrName>
                                        </p:attrNameLst>
                                      </p:cBhvr>
                                      <p:to>
                                        <p:strVal val="visible"/>
                                      </p:to>
                                    </p:set>
                                  </p:childTnLst>
                                </p:cTn>
                              </p:par>
                              <p:par>
                                <p:cTn id="63" nodeType="withEffect" fill="hold" presetClass="entr" presetID="1">
                                  <p:stCondLst>
                                    <p:cond delay="0"/>
                                  </p:stCondLst>
                                  <p:childTnLst>
                                    <p:set>
                                      <p:cBhvr>
                                        <p:cTn id="64" dur="1" fill="hold">
                                          <p:stCondLst>
                                            <p:cond delay="0"/>
                                          </p:stCondLst>
                                        </p:cTn>
                                        <p:tgtEl>
                                          <p:spTgt spid="125"/>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nodeType="clickEffect" fill="hold" presetClass="emph" presetID="24">
                                  <p:stCondLst>
                                    <p:cond delay="0"/>
                                  </p:stCondLst>
                                  <p:childTnLst>
                                    <p:animClr clrSpc="hsl" dir="cw">
                                      <p:cBhvr>
                                        <p:cTn id="68" dur="10" fill="hold"/>
                                        <p:tgtEl>
                                          <p:spTgt spid="122"/>
                                        </p:tgtEl>
                                        <p:attrNameLst>
                                          <p:attrName>style.color</p:attrName>
                                        </p:attrNameLst>
                                      </p:cBhvr>
                                      <p:by>
                                        <p:hsl h="0" s="-12549" l="-25098"/>
                                      </p:by>
                                    </p:animClr>
                                    <p:animClr clrSpc="hsl" dir="cw">
                                      <p:cBhvr>
                                        <p:cTn id="69" dur="10" fill="hold"/>
                                        <p:tgtEl>
                                          <p:spTgt spid="122"/>
                                        </p:tgtEl>
                                        <p:attrNameLst>
                                          <p:attrName>fillcolor</p:attrName>
                                        </p:attrNameLst>
                                      </p:cBhvr>
                                      <p:by>
                                        <p:hsl h="0" s="-12549" l="-25098"/>
                                      </p:by>
                                    </p:animClr>
                                    <p:animClr clrSpc="hsl" dir="cw">
                                      <p:cBhvr>
                                        <p:cTn id="70" dur="10" fill="hold"/>
                                        <p:tgtEl>
                                          <p:spTgt spid="122"/>
                                        </p:tgtEl>
                                        <p:attrNameLst>
                                          <p:attrName>stroke.color</p:attrName>
                                        </p:attrNameLst>
                                      </p:cBhvr>
                                      <p:by>
                                        <p:hsl h="0" s="-12549" l="-25098"/>
                                      </p:by>
                                    </p:animClr>
                                    <p:set>
                                      <p:cBhvr>
                                        <p:cTn id="71" dur="10" fill="hold"/>
                                        <p:tgtEl>
                                          <p:spTgt spid="122"/>
                                        </p:tgtEl>
                                        <p:attrNameLst>
                                          <p:attrName>fill.type</p:attrName>
                                        </p:attrNameLst>
                                      </p:cBhvr>
                                      <p:to>
                                        <p:strVal val="solid"/>
                                      </p:to>
                                    </p:set>
                                  </p:childTnLst>
                                </p:cTn>
                              </p:par>
                              <p:par>
                                <p:cTn id="72" nodeType="withEffect" fill="hold" presetClass="emph" presetID="24">
                                  <p:stCondLst>
                                    <p:cond delay="0"/>
                                  </p:stCondLst>
                                  <p:childTnLst>
                                    <p:animClr clrSpc="hsl" dir="cw">
                                      <p:cBhvr>
                                        <p:cTn id="73" dur="10" fill="hold"/>
                                        <p:tgtEl>
                                          <p:spTgt spid="123"/>
                                        </p:tgtEl>
                                        <p:attrNameLst>
                                          <p:attrName>style.color</p:attrName>
                                        </p:attrNameLst>
                                      </p:cBhvr>
                                      <p:by>
                                        <p:hsl h="0" s="-12549" l="-25098"/>
                                      </p:by>
                                    </p:animClr>
                                    <p:animClr clrSpc="hsl" dir="cw">
                                      <p:cBhvr>
                                        <p:cTn id="74" dur="10" fill="hold"/>
                                        <p:tgtEl>
                                          <p:spTgt spid="123"/>
                                        </p:tgtEl>
                                        <p:attrNameLst>
                                          <p:attrName>fillcolor</p:attrName>
                                        </p:attrNameLst>
                                      </p:cBhvr>
                                      <p:by>
                                        <p:hsl h="0" s="-12549" l="-25098"/>
                                      </p:by>
                                    </p:animClr>
                                    <p:animClr clrSpc="hsl" dir="cw">
                                      <p:cBhvr>
                                        <p:cTn id="75" dur="10" fill="hold"/>
                                        <p:tgtEl>
                                          <p:spTgt spid="123"/>
                                        </p:tgtEl>
                                        <p:attrNameLst>
                                          <p:attrName>stroke.color</p:attrName>
                                        </p:attrNameLst>
                                      </p:cBhvr>
                                      <p:by>
                                        <p:hsl h="0" s="-12549" l="-25098"/>
                                      </p:by>
                                    </p:animClr>
                                    <p:set>
                                      <p:cBhvr>
                                        <p:cTn id="76" dur="10" fill="hold"/>
                                        <p:tgtEl>
                                          <p:spTgt spid="123"/>
                                        </p:tgtEl>
                                        <p:attrNameLst>
                                          <p:attrName>fill.type</p:attrName>
                                        </p:attrNameLst>
                                      </p:cBhvr>
                                      <p:to>
                                        <p:strVal val="solid"/>
                                      </p:to>
                                    </p:set>
                                  </p:childTnLst>
                                </p:cTn>
                              </p:par>
                              <p:par>
                                <p:cTn id="77" nodeType="withEffect" fill="hold" presetClass="emph" presetID="24">
                                  <p:stCondLst>
                                    <p:cond delay="0"/>
                                  </p:stCondLst>
                                  <p:childTnLst>
                                    <p:animClr clrSpc="hsl" dir="cw">
                                      <p:cBhvr>
                                        <p:cTn id="78" dur="10" fill="hold"/>
                                        <p:tgtEl>
                                          <p:spTgt spid="124"/>
                                        </p:tgtEl>
                                        <p:attrNameLst>
                                          <p:attrName>style.color</p:attrName>
                                        </p:attrNameLst>
                                      </p:cBhvr>
                                      <p:by>
                                        <p:hsl h="0" s="-12549" l="-25098"/>
                                      </p:by>
                                    </p:animClr>
                                    <p:animClr clrSpc="hsl" dir="cw">
                                      <p:cBhvr>
                                        <p:cTn id="79" dur="10" fill="hold"/>
                                        <p:tgtEl>
                                          <p:spTgt spid="124"/>
                                        </p:tgtEl>
                                        <p:attrNameLst>
                                          <p:attrName>fillcolor</p:attrName>
                                        </p:attrNameLst>
                                      </p:cBhvr>
                                      <p:by>
                                        <p:hsl h="0" s="-12549" l="-25098"/>
                                      </p:by>
                                    </p:animClr>
                                    <p:animClr clrSpc="hsl" dir="cw">
                                      <p:cBhvr>
                                        <p:cTn id="80" dur="10" fill="hold"/>
                                        <p:tgtEl>
                                          <p:spTgt spid="124"/>
                                        </p:tgtEl>
                                        <p:attrNameLst>
                                          <p:attrName>stroke.color</p:attrName>
                                        </p:attrNameLst>
                                      </p:cBhvr>
                                      <p:by>
                                        <p:hsl h="0" s="-12549" l="-25098"/>
                                      </p:by>
                                    </p:animClr>
                                    <p:set>
                                      <p:cBhvr>
                                        <p:cTn id="81" dur="10" fill="hold"/>
                                        <p:tgtEl>
                                          <p:spTgt spid="124"/>
                                        </p:tgtEl>
                                        <p:attrNameLst>
                                          <p:attrName>fill.type</p:attrName>
                                        </p:attrNameLst>
                                      </p:cBhvr>
                                      <p:to>
                                        <p:strVal val="solid"/>
                                      </p:to>
                                    </p:set>
                                  </p:childTnLst>
                                </p:cTn>
                              </p:par>
                              <p:par>
                                <p:cTn id="82" nodeType="withEffect" fill="hold" presetClass="emph" presetID="24">
                                  <p:stCondLst>
                                    <p:cond delay="0"/>
                                  </p:stCondLst>
                                  <p:childTnLst>
                                    <p:animClr clrSpc="hsl" dir="cw">
                                      <p:cBhvr>
                                        <p:cTn id="83" dur="10" fill="hold"/>
                                        <p:tgtEl>
                                          <p:spTgt spid="125"/>
                                        </p:tgtEl>
                                        <p:attrNameLst>
                                          <p:attrName>style.color</p:attrName>
                                        </p:attrNameLst>
                                      </p:cBhvr>
                                      <p:by>
                                        <p:hsl h="0" s="-12549" l="-25098"/>
                                      </p:by>
                                    </p:animClr>
                                    <p:animClr clrSpc="hsl" dir="cw">
                                      <p:cBhvr>
                                        <p:cTn id="84" dur="10" fill="hold"/>
                                        <p:tgtEl>
                                          <p:spTgt spid="125"/>
                                        </p:tgtEl>
                                        <p:attrNameLst>
                                          <p:attrName>fillcolor</p:attrName>
                                        </p:attrNameLst>
                                      </p:cBhvr>
                                      <p:by>
                                        <p:hsl h="0" s="-12549" l="-25098"/>
                                      </p:by>
                                    </p:animClr>
                                    <p:animClr clrSpc="hsl" dir="cw">
                                      <p:cBhvr>
                                        <p:cTn id="85" dur="10" fill="hold"/>
                                        <p:tgtEl>
                                          <p:spTgt spid="125"/>
                                        </p:tgtEl>
                                        <p:attrNameLst>
                                          <p:attrName>stroke.color</p:attrName>
                                        </p:attrNameLst>
                                      </p:cBhvr>
                                      <p:by>
                                        <p:hsl h="0" s="-12549" l="-25098"/>
                                      </p:by>
                                    </p:animClr>
                                    <p:set>
                                      <p:cBhvr>
                                        <p:cTn id="86" dur="10" fill="hold"/>
                                        <p:tgtEl>
                                          <p:spTgt spid="125"/>
                                        </p:tgtEl>
                                        <p:attrNameLst>
                                          <p:attrName>fill.type</p:attrName>
                                        </p:attrNameLst>
                                      </p:cBhvr>
                                      <p:to>
                                        <p:strVal val="solid"/>
                                      </p:to>
                                    </p:set>
                                  </p:childTnLst>
                                </p:cTn>
                              </p:par>
                              <p:par>
                                <p:cTn id="87" nodeType="withEffect" fill="hold" presetClass="entr" presetID="1">
                                  <p:stCondLst>
                                    <p:cond delay="0"/>
                                  </p:stCondLst>
                                  <p:childTnLst>
                                    <p:set>
                                      <p:cBhvr>
                                        <p:cTn id="88" dur="1" fill="hold">
                                          <p:stCondLst>
                                            <p:cond delay="0"/>
                                          </p:stCondLst>
                                        </p:cTn>
                                        <p:tgtEl>
                                          <p:spTgt spid="126"/>
                                        </p:tgtEl>
                                        <p:attrNameLst>
                                          <p:attrName>style.visibility</p:attrName>
                                        </p:attrNameLst>
                                      </p:cBhvr>
                                      <p:to>
                                        <p:strVal val="visible"/>
                                      </p:to>
                                    </p:set>
                                  </p:childTnLst>
                                </p:cTn>
                              </p:par>
                            </p:childTnLst>
                          </p:cTn>
                        </p:par>
                      </p:childTnLst>
                    </p:cTn>
                  </p:par>
                  <p:par>
                    <p:cTn id="89" fill="hold">
                      <p:stCondLst>
                        <p:cond delay="indefinite"/>
                      </p:stCondLst>
                      <p:childTnLst>
                        <p:par>
                          <p:cTn id="90" fill="hold">
                            <p:stCondLst>
                              <p:cond delay="0"/>
                            </p:stCondLst>
                            <p:childTnLst>
                              <p:par>
                                <p:cTn id="91" nodeType="clickEffect" fill="hold" presetClass="emph" presetID="24">
                                  <p:stCondLst>
                                    <p:cond delay="0"/>
                                  </p:stCondLst>
                                  <p:childTnLst>
                                    <p:animClr clrSpc="hsl" dir="cw">
                                      <p:cBhvr>
                                        <p:cTn id="92" dur="10" fill="hold"/>
                                        <p:tgtEl>
                                          <p:spTgt spid="126"/>
                                        </p:tgtEl>
                                        <p:attrNameLst>
                                          <p:attrName>style.color</p:attrName>
                                        </p:attrNameLst>
                                      </p:cBhvr>
                                      <p:by>
                                        <p:hsl h="0" s="-12549" l="-25098"/>
                                      </p:by>
                                    </p:animClr>
                                    <p:animClr clrSpc="hsl" dir="cw">
                                      <p:cBhvr>
                                        <p:cTn id="93" dur="10" fill="hold"/>
                                        <p:tgtEl>
                                          <p:spTgt spid="126"/>
                                        </p:tgtEl>
                                        <p:attrNameLst>
                                          <p:attrName>fillcolor</p:attrName>
                                        </p:attrNameLst>
                                      </p:cBhvr>
                                      <p:by>
                                        <p:hsl h="0" s="-12549" l="-25098"/>
                                      </p:by>
                                    </p:animClr>
                                    <p:animClr clrSpc="hsl" dir="cw">
                                      <p:cBhvr>
                                        <p:cTn id="94" dur="10" fill="hold"/>
                                        <p:tgtEl>
                                          <p:spTgt spid="126"/>
                                        </p:tgtEl>
                                        <p:attrNameLst>
                                          <p:attrName>stroke.color</p:attrName>
                                        </p:attrNameLst>
                                      </p:cBhvr>
                                      <p:by>
                                        <p:hsl h="0" s="-12549" l="-25098"/>
                                      </p:by>
                                    </p:animClr>
                                    <p:set>
                                      <p:cBhvr>
                                        <p:cTn id="95" dur="10" fill="hold"/>
                                        <p:tgtEl>
                                          <p:spTgt spid="126"/>
                                        </p:tgtEl>
                                        <p:attrNameLst>
                                          <p:attrName>fill.type</p:attrName>
                                        </p:attrNameLst>
                                      </p:cBhvr>
                                      <p:to>
                                        <p:strVal val="solid"/>
                                      </p:to>
                                    </p:set>
                                  </p:childTnLst>
                                </p:cTn>
                              </p:par>
                              <p:par>
                                <p:cTn id="96" nodeType="withEffect" fill="hold" presetClass="entr" presetID="1">
                                  <p:stCondLst>
                                    <p:cond delay="0"/>
                                  </p:stCondLst>
                                  <p:childTnLst>
                                    <p:set>
                                      <p:cBhvr>
                                        <p:cTn id="97"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Prescalers</a:t>
            </a:r>
            <a:endParaRPr b="0" lang="en-US" sz="4400" strike="noStrike" u="none">
              <a:solidFill>
                <a:schemeClr val="lt1"/>
              </a:solidFill>
              <a:effectLst/>
              <a:uFillTx/>
              <a:latin typeface="Calibri"/>
            </a:endParaRPr>
          </a:p>
        </p:txBody>
      </p:sp>
      <p:pic>
        <p:nvPicPr>
          <p:cNvPr id="129"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
        <p:nvSpPr>
          <p:cNvPr id="130" name="TekstSylinder 5"/>
          <p:cNvSpPr/>
          <p:nvPr/>
        </p:nvSpPr>
        <p:spPr>
          <a:xfrm>
            <a:off x="838080" y="2023560"/>
            <a:ext cx="5333760" cy="646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Prescalers determine the clock frequency of the timer/counter</a:t>
            </a:r>
            <a:endParaRPr b="0" lang="en-GB" sz="1800" strike="noStrike" u="none">
              <a:solidFill>
                <a:srgbClr val="ffffff"/>
              </a:solidFill>
              <a:effectLst/>
              <a:uFillTx/>
              <a:latin typeface="Arial"/>
            </a:endParaRPr>
          </a:p>
        </p:txBody>
      </p:sp>
      <p:sp>
        <p:nvSpPr>
          <p:cNvPr id="131" name="TekstSylinder 6"/>
          <p:cNvSpPr/>
          <p:nvPr/>
        </p:nvSpPr>
        <p:spPr>
          <a:xfrm>
            <a:off x="7267680" y="2059920"/>
            <a:ext cx="4285080" cy="57276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457200">
              <a:lnSpc>
                <a:spcPct val="100000"/>
              </a:lnSpc>
            </a:pPr>
            <a:r>
              <a:rPr b="0" lang="nb-NO" sz="1800" strike="noStrike" u="none">
                <a:solidFill>
                  <a:srgbClr val="ffffff">
                    <a:alpha val="1000"/>
                  </a:srgbClr>
                </a:solidFill>
                <a:effectLst/>
                <a:uFillTx/>
                <a:latin typeface="Calibri"/>
              </a:rPr>
              <a:t> </a:t>
            </a:r>
            <a:endParaRPr b="0" lang="en-GB" sz="1800" strike="noStrike" u="none">
              <a:solidFill>
                <a:srgbClr val="000000"/>
              </a:solidFill>
              <a:effectLst/>
              <a:uFillTx/>
              <a:latin typeface="Arial"/>
            </a:endParaRPr>
          </a:p>
        </p:txBody>
      </p:sp>
      <p:sp>
        <p:nvSpPr>
          <p:cNvPr id="132" name="TekstSylinder 7"/>
          <p:cNvSpPr/>
          <p:nvPr/>
        </p:nvSpPr>
        <p:spPr>
          <a:xfrm>
            <a:off x="1557360" y="4737960"/>
            <a:ext cx="9077040" cy="923760"/>
          </a:xfrm>
          <a:prstGeom prst="rect">
            <a:avLst/>
          </a:prstGeom>
          <a:noFill/>
          <a:ln w="19050">
            <a:solidFill>
              <a:srgbClr val="ffffff"/>
            </a:solidFill>
            <a:round/>
          </a:ln>
        </p:spPr>
        <p:style>
          <a:lnRef idx="0"/>
          <a:fillRef idx="0"/>
          <a:effectRef idx="0"/>
          <a:fontRef idx="minor"/>
        </p:style>
        <p:txBody>
          <a:bodyPr lIns="90000" rIns="90000" tIns="45000" bIns="45000" anchor="t">
            <a:spAutoFit/>
          </a:bodyPr>
          <a:p>
            <a:pPr defTabSz="457200">
              <a:lnSpc>
                <a:spcPct val="100000"/>
              </a:lnSpc>
            </a:pPr>
            <a:r>
              <a:rPr b="0" i="1" lang="en-US" sz="1800" strike="noStrike" u="sng">
                <a:solidFill>
                  <a:schemeClr val="lt1"/>
                </a:solidFill>
                <a:effectLst/>
                <a:uFillTx/>
                <a:latin typeface="Calibri"/>
              </a:rPr>
              <a:t>Example</a:t>
            </a:r>
            <a:endParaRPr b="0" lang="en-GB" sz="1800" strike="noStrike" u="none">
              <a:solidFill>
                <a:srgbClr val="ffffff"/>
              </a:solidFill>
              <a:effectLst/>
              <a:uFillTx/>
              <a:latin typeface="Arial"/>
            </a:endParaRPr>
          </a:p>
          <a:p>
            <a:pPr defTabSz="457200">
              <a:lnSpc>
                <a:spcPct val="100000"/>
              </a:lnSpc>
            </a:pPr>
            <a:endParaRPr b="0" lang="en-GB" sz="1800" strike="noStrike" u="none">
              <a:solidFill>
                <a:srgbClr val="ffffff"/>
              </a:solidFill>
              <a:effectLst/>
              <a:uFillTx/>
              <a:latin typeface="Arial"/>
            </a:endParaRPr>
          </a:p>
          <a:p>
            <a:pPr defTabSz="457200">
              <a:lnSpc>
                <a:spcPct val="100000"/>
              </a:lnSpc>
            </a:pPr>
            <a:r>
              <a:rPr b="0" i="1" lang="en-US" sz="1800" strike="noStrike" u="none">
                <a:solidFill>
                  <a:schemeClr val="lt1"/>
                </a:solidFill>
                <a:effectLst/>
                <a:uFillTx/>
                <a:latin typeface="Calibri"/>
              </a:rPr>
              <a:t>We set the prescaler to 2 so that the timer counts twice as slow as the microcontroller frequency</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98" dur="indefinite" restart="never" nodeType="tmRoot">
          <p:childTnLst>
            <p:seq>
              <p:cTn id="99" dur="indefinite" nodeType="mainSeq">
                <p:childTnLst>
                  <p:par>
                    <p:cTn id="100" fill="hold">
                      <p:stCondLst>
                        <p:cond delay="indefinite"/>
                      </p:stCondLst>
                      <p:childTnLst>
                        <p:par>
                          <p:cTn id="101" fill="hold">
                            <p:stCondLst>
                              <p:cond delay="0"/>
                            </p:stCondLst>
                            <p:childTnLst>
                              <p:par>
                                <p:cTn id="102" nodeType="clickEffect" fill="hold" presetClass="entr" presetID="1">
                                  <p:stCondLst>
                                    <p:cond delay="0"/>
                                  </p:stCondLst>
                                  <p:childTnLst>
                                    <p:set>
                                      <p:cBhvr>
                                        <p:cTn id="103" dur="1" fill="hold">
                                          <p:stCondLst>
                                            <p:cond delay="0"/>
                                          </p:stCondLst>
                                        </p:cTn>
                                        <p:tgtEl>
                                          <p:spTgt spid="131"/>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nodeType="clickEffect" fill="hold" presetClass="emph" presetID="24">
                                  <p:stCondLst>
                                    <p:cond delay="0"/>
                                  </p:stCondLst>
                                  <p:childTnLst>
                                    <p:animClr clrSpc="hsl" dir="cw">
                                      <p:cBhvr>
                                        <p:cTn id="107" dur="10" fill="hold"/>
                                        <p:tgtEl>
                                          <p:spTgt spid="131"/>
                                        </p:tgtEl>
                                        <p:attrNameLst>
                                          <p:attrName>style.color</p:attrName>
                                        </p:attrNameLst>
                                      </p:cBhvr>
                                      <p:by>
                                        <p:hsl h="0" s="-12549" l="-25098"/>
                                      </p:by>
                                    </p:animClr>
                                    <p:animClr clrSpc="hsl" dir="cw">
                                      <p:cBhvr>
                                        <p:cTn id="108" dur="10" fill="hold"/>
                                        <p:tgtEl>
                                          <p:spTgt spid="131"/>
                                        </p:tgtEl>
                                        <p:attrNameLst>
                                          <p:attrName>fillcolor</p:attrName>
                                        </p:attrNameLst>
                                      </p:cBhvr>
                                      <p:by>
                                        <p:hsl h="0" s="-12549" l="-25098"/>
                                      </p:by>
                                    </p:animClr>
                                    <p:animClr clrSpc="hsl" dir="cw">
                                      <p:cBhvr>
                                        <p:cTn id="109" dur="10" fill="hold"/>
                                        <p:tgtEl>
                                          <p:spTgt spid="131"/>
                                        </p:tgtEl>
                                        <p:attrNameLst>
                                          <p:attrName>stroke.color</p:attrName>
                                        </p:attrNameLst>
                                      </p:cBhvr>
                                      <p:by>
                                        <p:hsl h="0" s="-12549" l="-25098"/>
                                      </p:by>
                                    </p:animClr>
                                    <p:set>
                                      <p:cBhvr>
                                        <p:cTn id="110" dur="10" fill="hold"/>
                                        <p:tgtEl>
                                          <p:spTgt spid="131"/>
                                        </p:tgtEl>
                                        <p:attrNameLst>
                                          <p:attrName>fill.type</p:attrName>
                                        </p:attrNameLst>
                                      </p:cBhvr>
                                      <p:to>
                                        <p:strVal val="solid"/>
                                      </p:to>
                                    </p:set>
                                  </p:childTnLst>
                                </p:cTn>
                              </p:par>
                              <p:par>
                                <p:cTn id="111" nodeType="withEffect" fill="hold" presetClass="emph" presetID="24">
                                  <p:stCondLst>
                                    <p:cond delay="0"/>
                                  </p:stCondLst>
                                  <p:childTnLst>
                                    <p:animClr clrSpc="hsl" dir="cw">
                                      <p:cBhvr>
                                        <p:cTn id="112" dur="10" fill="hold"/>
                                        <p:tgtEl>
                                          <p:spTgt spid="130"/>
                                        </p:tgtEl>
                                        <p:attrNameLst>
                                          <p:attrName>style.color</p:attrName>
                                        </p:attrNameLst>
                                      </p:cBhvr>
                                      <p:by>
                                        <p:hsl h="0" s="-12549" l="-25098"/>
                                      </p:by>
                                    </p:animClr>
                                    <p:animClr clrSpc="hsl" dir="cw">
                                      <p:cBhvr>
                                        <p:cTn id="113" dur="10" fill="hold"/>
                                        <p:tgtEl>
                                          <p:spTgt spid="130"/>
                                        </p:tgtEl>
                                        <p:attrNameLst>
                                          <p:attrName>fillcolor</p:attrName>
                                        </p:attrNameLst>
                                      </p:cBhvr>
                                      <p:by>
                                        <p:hsl h="0" s="-12549" l="-25098"/>
                                      </p:by>
                                    </p:animClr>
                                    <p:animClr clrSpc="hsl" dir="cw">
                                      <p:cBhvr>
                                        <p:cTn id="114" dur="10" fill="hold"/>
                                        <p:tgtEl>
                                          <p:spTgt spid="130"/>
                                        </p:tgtEl>
                                        <p:attrNameLst>
                                          <p:attrName>stroke.color</p:attrName>
                                        </p:attrNameLst>
                                      </p:cBhvr>
                                      <p:by>
                                        <p:hsl h="0" s="-12549" l="-25098"/>
                                      </p:by>
                                    </p:animClr>
                                    <p:set>
                                      <p:cBhvr>
                                        <p:cTn id="115" dur="10" fill="hold"/>
                                        <p:tgtEl>
                                          <p:spTgt spid="130"/>
                                        </p:tgtEl>
                                        <p:attrNameLst>
                                          <p:attrName>fill.type</p:attrName>
                                        </p:attrNameLst>
                                      </p:cBhvr>
                                      <p:to>
                                        <p:strVal val="solid"/>
                                      </p:to>
                                    </p:set>
                                  </p:childTnLst>
                                </p:cTn>
                              </p:par>
                            </p:childTnLst>
                          </p:cTn>
                        </p:par>
                      </p:childTnLst>
                    </p:cTn>
                  </p:par>
                  <p:par>
                    <p:cTn id="116" fill="hold">
                      <p:stCondLst>
                        <p:cond delay="indefinite"/>
                      </p:stCondLst>
                      <p:childTnLst>
                        <p:par>
                          <p:cTn id="117" fill="hold">
                            <p:stCondLst>
                              <p:cond delay="0"/>
                            </p:stCondLst>
                            <p:childTnLst>
                              <p:par>
                                <p:cTn id="118" nodeType="clickEffect" fill="hold" presetClass="entr" presetID="1">
                                  <p:stCondLst>
                                    <p:cond delay="0"/>
                                  </p:stCondLst>
                                  <p:childTnLst>
                                    <p:set>
                                      <p:cBhvr>
                                        <p:cTn id="119" dur="1" fill="hold">
                                          <p:stCondLst>
                                            <p:cond delay="0"/>
                                          </p:stCondLst>
                                        </p:cTn>
                                        <p:tgtEl>
                                          <p:spTgt spid="13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Prescalers</a:t>
            </a:r>
            <a:endParaRPr b="0" lang="en-US" sz="4400" strike="noStrike" u="none">
              <a:solidFill>
                <a:schemeClr val="lt1"/>
              </a:solidFill>
              <a:effectLst/>
              <a:uFillTx/>
              <a:latin typeface="Calibri"/>
            </a:endParaRPr>
          </a:p>
        </p:txBody>
      </p:sp>
      <p:pic>
        <p:nvPicPr>
          <p:cNvPr id="134"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35" name="Grafikk 5" descr="Prosessor kontur"/>
          <p:cNvPicPr/>
          <p:nvPr/>
        </p:nvPicPr>
        <p:blipFill>
          <a:blip r:embed="rId3">
            <a:extLst>
              <a:ext uri="{96DAC541-7B7A-43D3-8B79-37D633B846F1}">
                <asvg:svgBlip xmlns:asvg="http://schemas.microsoft.com/office/drawing/2016/SVG/main" r:embed="rId4"/>
              </a:ext>
            </a:extLst>
          </a:blip>
          <a:stretch/>
        </p:blipFill>
        <p:spPr>
          <a:xfrm>
            <a:off x="6429240" y="3192480"/>
            <a:ext cx="1542600" cy="1542600"/>
          </a:xfrm>
          <a:prstGeom prst="rect">
            <a:avLst/>
          </a:prstGeom>
          <a:noFill/>
          <a:ln w="0">
            <a:noFill/>
          </a:ln>
        </p:spPr>
      </p:pic>
      <p:pic>
        <p:nvPicPr>
          <p:cNvPr id="136" name="Grafikk 7" descr="Mann kontur"/>
          <p:cNvPicPr/>
          <p:nvPr/>
        </p:nvPicPr>
        <p:blipFill>
          <a:blip r:embed="rId5">
            <a:extLst>
              <a:ext uri="{96DAC541-7B7A-43D3-8B79-37D633B846F1}">
                <asvg:svgBlip xmlns:asvg="http://schemas.microsoft.com/office/drawing/2016/SVG/main" r:embed="rId6"/>
              </a:ext>
            </a:extLst>
          </a:blip>
          <a:stretch/>
        </p:blipFill>
        <p:spPr>
          <a:xfrm>
            <a:off x="4772160" y="3285360"/>
            <a:ext cx="1323720" cy="1323720"/>
          </a:xfrm>
          <a:prstGeom prst="rect">
            <a:avLst/>
          </a:prstGeom>
          <a:noFill/>
          <a:ln w="0">
            <a:noFill/>
          </a:ln>
        </p:spPr>
      </p:pic>
      <p:sp>
        <p:nvSpPr>
          <p:cNvPr id="137" name="Snakkeboble: oval 8"/>
          <p:cNvSpPr/>
          <p:nvPr/>
        </p:nvSpPr>
        <p:spPr>
          <a:xfrm>
            <a:off x="5433840" y="2570760"/>
            <a:ext cx="1323720" cy="650520"/>
          </a:xfrm>
          <a:prstGeom prst="wedgeEllipseCallout">
            <a:avLst>
              <a:gd name="adj1" fmla="val -20833"/>
              <a:gd name="adj2" fmla="val 62500"/>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nb-NO" sz="1800" strike="noStrike" u="none">
                <a:solidFill>
                  <a:schemeClr val="lt1"/>
                </a:solidFill>
                <a:effectLst/>
                <a:uFillTx/>
                <a:latin typeface="Calibri"/>
              </a:rPr>
              <a:t>Count to 5</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Prescalers</a:t>
            </a:r>
            <a:endParaRPr b="0" lang="en-US" sz="4400" strike="noStrike" u="none">
              <a:solidFill>
                <a:schemeClr val="lt1"/>
              </a:solidFill>
              <a:effectLst/>
              <a:uFillTx/>
              <a:latin typeface="Calibri"/>
            </a:endParaRPr>
          </a:p>
        </p:txBody>
      </p:sp>
      <p:pic>
        <p:nvPicPr>
          <p:cNvPr id="139"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40" name="Grafikk 5" descr="Prosessor kontur"/>
          <p:cNvPicPr/>
          <p:nvPr/>
        </p:nvPicPr>
        <p:blipFill>
          <a:blip r:embed="rId3">
            <a:extLst>
              <a:ext uri="{96DAC541-7B7A-43D3-8B79-37D633B846F1}">
                <asvg:svgBlip xmlns:asvg="http://schemas.microsoft.com/office/drawing/2016/SVG/main" r:embed="rId4"/>
              </a:ext>
            </a:extLst>
          </a:blip>
          <a:stretch/>
        </p:blipFill>
        <p:spPr>
          <a:xfrm>
            <a:off x="6429240" y="3192480"/>
            <a:ext cx="1542600" cy="1542600"/>
          </a:xfrm>
          <a:prstGeom prst="rect">
            <a:avLst/>
          </a:prstGeom>
          <a:noFill/>
          <a:ln w="0">
            <a:noFill/>
          </a:ln>
        </p:spPr>
      </p:pic>
      <p:pic>
        <p:nvPicPr>
          <p:cNvPr id="141" name="Grafikk 7" descr="Mann kontur"/>
          <p:cNvPicPr/>
          <p:nvPr/>
        </p:nvPicPr>
        <p:blipFill>
          <a:blip r:embed="rId5">
            <a:extLst>
              <a:ext uri="{96DAC541-7B7A-43D3-8B79-37D633B846F1}">
                <asvg:svgBlip xmlns:asvg="http://schemas.microsoft.com/office/drawing/2016/SVG/main" r:embed="rId6"/>
              </a:ext>
            </a:extLst>
          </a:blip>
          <a:stretch/>
        </p:blipFill>
        <p:spPr>
          <a:xfrm>
            <a:off x="4772160" y="3285360"/>
            <a:ext cx="1323720" cy="1323720"/>
          </a:xfrm>
          <a:prstGeom prst="rect">
            <a:avLst/>
          </a:prstGeom>
          <a:noFill/>
          <a:ln w="0">
            <a:noFill/>
          </a:ln>
        </p:spPr>
      </p:pic>
      <p:sp>
        <p:nvSpPr>
          <p:cNvPr id="142" name="Snakkeboble: oval 8"/>
          <p:cNvSpPr/>
          <p:nvPr/>
        </p:nvSpPr>
        <p:spPr>
          <a:xfrm>
            <a:off x="5433840" y="2570760"/>
            <a:ext cx="1323720" cy="650520"/>
          </a:xfrm>
          <a:prstGeom prst="wedgeEllipseCallout">
            <a:avLst>
              <a:gd name="adj1" fmla="val 34563"/>
              <a:gd name="adj2" fmla="val 58111"/>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nb-NO" sz="1800" strike="noStrike" u="none">
                <a:solidFill>
                  <a:schemeClr val="lt1"/>
                </a:solidFill>
                <a:effectLst/>
                <a:uFillTx/>
                <a:latin typeface="Calibri"/>
              </a:rPr>
              <a:t>Okey dokey</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Prescalers</a:t>
            </a:r>
            <a:endParaRPr b="0" lang="en-US" sz="4400" strike="noStrike" u="none">
              <a:solidFill>
                <a:schemeClr val="lt1"/>
              </a:solidFill>
              <a:effectLst/>
              <a:uFillTx/>
              <a:latin typeface="Calibri"/>
            </a:endParaRPr>
          </a:p>
        </p:txBody>
      </p:sp>
      <p:pic>
        <p:nvPicPr>
          <p:cNvPr id="144"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45" name="Picture 2" descr="10 Seconds Later | SpongeBob Time Card - YouTube"/>
          <p:cNvPicPr/>
          <p:nvPr/>
        </p:nvPicPr>
        <p:blipFill>
          <a:blip r:embed="rId3"/>
          <a:stretch/>
        </p:blipFill>
        <p:spPr>
          <a:xfrm>
            <a:off x="3383280" y="2227680"/>
            <a:ext cx="5425200" cy="305136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6"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Prescalers</a:t>
            </a:r>
            <a:endParaRPr b="0" lang="en-US" sz="4400" strike="noStrike" u="none">
              <a:solidFill>
                <a:schemeClr val="lt1"/>
              </a:solidFill>
              <a:effectLst/>
              <a:uFillTx/>
              <a:latin typeface="Calibri"/>
            </a:endParaRPr>
          </a:p>
        </p:txBody>
      </p:sp>
      <p:pic>
        <p:nvPicPr>
          <p:cNvPr id="147"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pic>
        <p:nvPicPr>
          <p:cNvPr id="148" name="Grafikk 5" descr="Prosessor kontur"/>
          <p:cNvPicPr/>
          <p:nvPr/>
        </p:nvPicPr>
        <p:blipFill>
          <a:blip r:embed="rId3">
            <a:extLst>
              <a:ext uri="{96DAC541-7B7A-43D3-8B79-37D633B846F1}">
                <asvg:svgBlip xmlns:asvg="http://schemas.microsoft.com/office/drawing/2016/SVG/main" r:embed="rId4"/>
              </a:ext>
            </a:extLst>
          </a:blip>
          <a:stretch/>
        </p:blipFill>
        <p:spPr>
          <a:xfrm>
            <a:off x="6429240" y="3192480"/>
            <a:ext cx="1542600" cy="1542600"/>
          </a:xfrm>
          <a:prstGeom prst="rect">
            <a:avLst/>
          </a:prstGeom>
          <a:noFill/>
          <a:ln w="0">
            <a:noFill/>
          </a:ln>
        </p:spPr>
      </p:pic>
      <p:pic>
        <p:nvPicPr>
          <p:cNvPr id="149" name="Grafikk 7" descr="Mann kontur"/>
          <p:cNvPicPr/>
          <p:nvPr/>
        </p:nvPicPr>
        <p:blipFill>
          <a:blip r:embed="rId5">
            <a:extLst>
              <a:ext uri="{96DAC541-7B7A-43D3-8B79-37D633B846F1}">
                <asvg:svgBlip xmlns:asvg="http://schemas.microsoft.com/office/drawing/2016/SVG/main" r:embed="rId6"/>
              </a:ext>
            </a:extLst>
          </a:blip>
          <a:stretch/>
        </p:blipFill>
        <p:spPr>
          <a:xfrm>
            <a:off x="4772160" y="3285360"/>
            <a:ext cx="1323720" cy="1323720"/>
          </a:xfrm>
          <a:prstGeom prst="rect">
            <a:avLst/>
          </a:prstGeom>
          <a:noFill/>
          <a:ln w="0">
            <a:noFill/>
          </a:ln>
        </p:spPr>
      </p:pic>
      <p:sp>
        <p:nvSpPr>
          <p:cNvPr id="150" name="Snakkeboble: oval 8"/>
          <p:cNvSpPr/>
          <p:nvPr/>
        </p:nvSpPr>
        <p:spPr>
          <a:xfrm>
            <a:off x="5103000" y="2184480"/>
            <a:ext cx="1985760" cy="1007640"/>
          </a:xfrm>
          <a:prstGeom prst="wedgeEllipseCallout">
            <a:avLst>
              <a:gd name="adj1" fmla="val 34563"/>
              <a:gd name="adj2" fmla="val 58111"/>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800" strike="noStrike" u="none">
                <a:solidFill>
                  <a:schemeClr val="lt1"/>
                </a:solidFill>
                <a:effectLst/>
                <a:uFillTx/>
                <a:latin typeface="Calibri"/>
              </a:rPr>
              <a:t>I’ve finished counting chief</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Registers</a:t>
            </a:r>
            <a:endParaRPr b="0" lang="en-US" sz="4400" strike="noStrike" u="none">
              <a:solidFill>
                <a:schemeClr val="lt1"/>
              </a:solidFill>
              <a:effectLst/>
              <a:uFillTx/>
              <a:latin typeface="Calibri"/>
            </a:endParaRPr>
          </a:p>
        </p:txBody>
      </p:sp>
      <p:pic>
        <p:nvPicPr>
          <p:cNvPr id="152"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
        <p:nvSpPr>
          <p:cNvPr id="153" name="TekstSylinder 11"/>
          <p:cNvSpPr/>
          <p:nvPr/>
        </p:nvSpPr>
        <p:spPr>
          <a:xfrm>
            <a:off x="914400" y="2477520"/>
            <a:ext cx="5533560" cy="646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need to tell the timer/counter what </a:t>
            </a:r>
            <a:r>
              <a:rPr b="0" i="1" lang="en-US" sz="1800" strike="noStrike" u="sng">
                <a:solidFill>
                  <a:schemeClr val="lt1"/>
                </a:solidFill>
                <a:effectLst/>
                <a:uFillTx/>
                <a:latin typeface="Calibri"/>
              </a:rPr>
              <a:t>value</a:t>
            </a:r>
            <a:r>
              <a:rPr b="0" lang="en-US" sz="1800" strike="noStrike" u="none">
                <a:solidFill>
                  <a:schemeClr val="lt1"/>
                </a:solidFill>
                <a:effectLst/>
                <a:uFillTx/>
                <a:latin typeface="Calibri"/>
              </a:rPr>
              <a:t> to count to (in practice how many clock cycles)</a:t>
            </a:r>
            <a:endParaRPr b="0" lang="en-GB" sz="1800" strike="noStrike" u="none">
              <a:solidFill>
                <a:srgbClr val="ffffff"/>
              </a:solidFill>
              <a:effectLst/>
              <a:uFillTx/>
              <a:latin typeface="Arial"/>
            </a:endParaRPr>
          </a:p>
        </p:txBody>
      </p:sp>
      <p:pic>
        <p:nvPicPr>
          <p:cNvPr id="154" name="Bilde 6" descr=""/>
          <p:cNvPicPr/>
          <p:nvPr/>
        </p:nvPicPr>
        <p:blipFill>
          <a:blip r:embed="rId3"/>
          <a:stretch/>
        </p:blipFill>
        <p:spPr>
          <a:xfrm>
            <a:off x="8173800" y="1748160"/>
            <a:ext cx="3565800" cy="2104920"/>
          </a:xfrm>
          <a:prstGeom prst="rect">
            <a:avLst/>
          </a:prstGeom>
          <a:noFill/>
          <a:ln w="0">
            <a:noFill/>
          </a:ln>
        </p:spPr>
      </p:pic>
      <p:sp>
        <p:nvSpPr>
          <p:cNvPr id="155" name="TekstSylinder 13"/>
          <p:cNvSpPr/>
          <p:nvPr/>
        </p:nvSpPr>
        <p:spPr>
          <a:xfrm>
            <a:off x="914400" y="3410640"/>
            <a:ext cx="55335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TCA0.SINGLE.PER = </a:t>
            </a:r>
            <a:r>
              <a:rPr b="0" i="1" lang="en-US" sz="1800" strike="noStrike" u="none">
                <a:solidFill>
                  <a:schemeClr val="lt1"/>
                </a:solidFill>
                <a:effectLst/>
                <a:uFillTx/>
                <a:latin typeface="Calibri"/>
              </a:rPr>
              <a:t>some_value</a:t>
            </a:r>
            <a:r>
              <a:rPr b="0" lang="en-US" sz="1800" strike="noStrike" u="none">
                <a:solidFill>
                  <a:schemeClr val="lt1"/>
                </a:solidFill>
                <a:effectLst/>
                <a:uFillTx/>
                <a:latin typeface="Calibri"/>
              </a:rPr>
              <a:t>;</a:t>
            </a:r>
            <a:endParaRPr b="0" lang="en-GB" sz="1800" strike="noStrike" u="none">
              <a:solidFill>
                <a:srgbClr val="ffffff"/>
              </a:solidFill>
              <a:effectLst/>
              <a:uFillTx/>
              <a:latin typeface="Arial"/>
            </a:endParaRPr>
          </a:p>
        </p:txBody>
      </p:sp>
      <p:sp>
        <p:nvSpPr>
          <p:cNvPr id="156" name="Venstre klammeparentes 15"/>
          <p:cNvSpPr/>
          <p:nvPr/>
        </p:nvSpPr>
        <p:spPr>
          <a:xfrm rot="16200000">
            <a:off x="1199880" y="3606120"/>
            <a:ext cx="95760" cy="39852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57" name="TekstSylinder 16"/>
          <p:cNvSpPr/>
          <p:nvPr/>
        </p:nvSpPr>
        <p:spPr>
          <a:xfrm>
            <a:off x="905400" y="3897720"/>
            <a:ext cx="685440" cy="739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The timer we want to use</a:t>
            </a:r>
            <a:endParaRPr b="0" lang="en-GB" sz="1050" strike="noStrike" u="none">
              <a:solidFill>
                <a:srgbClr val="ffffff"/>
              </a:solidFill>
              <a:effectLst/>
              <a:uFillTx/>
              <a:latin typeface="Arial"/>
            </a:endParaRPr>
          </a:p>
        </p:txBody>
      </p:sp>
      <p:sp>
        <p:nvSpPr>
          <p:cNvPr id="158" name="TekstSylinder 17"/>
          <p:cNvSpPr/>
          <p:nvPr/>
        </p:nvSpPr>
        <p:spPr>
          <a:xfrm>
            <a:off x="1495440" y="3897720"/>
            <a:ext cx="685440" cy="1223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We’re interested in the timer running in single mode</a:t>
            </a:r>
            <a:endParaRPr b="0" lang="en-GB" sz="1050" strike="noStrike" u="none">
              <a:solidFill>
                <a:srgbClr val="ffffff"/>
              </a:solidFill>
              <a:effectLst/>
              <a:uFillTx/>
              <a:latin typeface="Arial"/>
            </a:endParaRPr>
          </a:p>
        </p:txBody>
      </p:sp>
      <p:sp>
        <p:nvSpPr>
          <p:cNvPr id="159" name="Venstre klammeparentes 18"/>
          <p:cNvSpPr/>
          <p:nvPr/>
        </p:nvSpPr>
        <p:spPr>
          <a:xfrm rot="16200000">
            <a:off x="1833480" y="3506040"/>
            <a:ext cx="95760" cy="59868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60" name="Venstre klammeparentes 19"/>
          <p:cNvSpPr/>
          <p:nvPr/>
        </p:nvSpPr>
        <p:spPr>
          <a:xfrm rot="16200000">
            <a:off x="2378520" y="3634920"/>
            <a:ext cx="99360" cy="33912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61" name="TekstSylinder 20"/>
          <p:cNvSpPr/>
          <p:nvPr/>
        </p:nvSpPr>
        <p:spPr>
          <a:xfrm>
            <a:off x="2085480" y="3913560"/>
            <a:ext cx="685440" cy="1385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The register holding the value the timer will count to</a:t>
            </a:r>
            <a:endParaRPr b="0" lang="en-GB" sz="105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20" dur="indefinite" restart="never" nodeType="tmRoot">
          <p:childTnLst>
            <p:seq>
              <p:cTn id="121" dur="indefinite" nodeType="mainSeq">
                <p:childTnLst>
                  <p:par>
                    <p:cTn id="122" fill="hold">
                      <p:stCondLst>
                        <p:cond delay="indefinite"/>
                      </p:stCondLst>
                      <p:childTnLst>
                        <p:par>
                          <p:cTn id="123" fill="hold">
                            <p:stCondLst>
                              <p:cond delay="0"/>
                            </p:stCondLst>
                            <p:childTnLst>
                              <p:par>
                                <p:cTn id="124" nodeType="clickEffect" fill="hold" presetClass="entr" presetID="1">
                                  <p:stCondLst>
                                    <p:cond delay="0"/>
                                  </p:stCondLst>
                                  <p:childTnLst>
                                    <p:set>
                                      <p:cBhvr>
                                        <p:cTn id="125" dur="1" fill="hold">
                                          <p:stCondLst>
                                            <p:cond delay="0"/>
                                          </p:stCondLst>
                                        </p:cTn>
                                        <p:tgtEl>
                                          <p:spTgt spid="155"/>
                                        </p:tgtEl>
                                        <p:attrNameLst>
                                          <p:attrName>style.visibility</p:attrName>
                                        </p:attrNameLst>
                                      </p:cBhvr>
                                      <p:to>
                                        <p:strVal val="visible"/>
                                      </p:to>
                                    </p:set>
                                  </p:childTnLst>
                                </p:cTn>
                              </p:par>
                            </p:childTnLst>
                          </p:cTn>
                        </p:par>
                      </p:childTnLst>
                    </p:cTn>
                  </p:par>
                  <p:par>
                    <p:cTn id="126" fill="hold">
                      <p:stCondLst>
                        <p:cond delay="indefinite"/>
                      </p:stCondLst>
                      <p:childTnLst>
                        <p:par>
                          <p:cTn id="127" fill="hold">
                            <p:stCondLst>
                              <p:cond delay="0"/>
                            </p:stCondLst>
                            <p:childTnLst>
                              <p:par>
                                <p:cTn id="128" nodeType="clickEffect" fill="hold" presetClass="entr" presetID="1">
                                  <p:stCondLst>
                                    <p:cond delay="0"/>
                                  </p:stCondLst>
                                  <p:childTnLst>
                                    <p:set>
                                      <p:cBhvr>
                                        <p:cTn id="129" dur="1" fill="hold">
                                          <p:stCondLst>
                                            <p:cond delay="0"/>
                                          </p:stCondLst>
                                        </p:cTn>
                                        <p:tgtEl>
                                          <p:spTgt spid="156"/>
                                        </p:tgtEl>
                                        <p:attrNameLst>
                                          <p:attrName>style.visibility</p:attrName>
                                        </p:attrNameLst>
                                      </p:cBhvr>
                                      <p:to>
                                        <p:strVal val="visible"/>
                                      </p:to>
                                    </p:set>
                                  </p:childTnLst>
                                </p:cTn>
                              </p:par>
                              <p:par>
                                <p:cTn id="130" nodeType="withEffect" fill="hold" presetClass="entr" presetID="1">
                                  <p:stCondLst>
                                    <p:cond delay="0"/>
                                  </p:stCondLst>
                                  <p:childTnLst>
                                    <p:set>
                                      <p:cBhvr>
                                        <p:cTn id="131" dur="1" fill="hold">
                                          <p:stCondLst>
                                            <p:cond delay="0"/>
                                          </p:stCondLst>
                                        </p:cTn>
                                        <p:tgtEl>
                                          <p:spTgt spid="157"/>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nodeType="clickEffect" fill="hold" presetClass="entr" presetID="1">
                                  <p:stCondLst>
                                    <p:cond delay="0"/>
                                  </p:stCondLst>
                                  <p:childTnLst>
                                    <p:set>
                                      <p:cBhvr>
                                        <p:cTn id="135" dur="1" fill="hold">
                                          <p:stCondLst>
                                            <p:cond delay="0"/>
                                          </p:stCondLst>
                                        </p:cTn>
                                        <p:tgtEl>
                                          <p:spTgt spid="159"/>
                                        </p:tgtEl>
                                        <p:attrNameLst>
                                          <p:attrName>style.visibility</p:attrName>
                                        </p:attrNameLst>
                                      </p:cBhvr>
                                      <p:to>
                                        <p:strVal val="visible"/>
                                      </p:to>
                                    </p:set>
                                  </p:childTnLst>
                                </p:cTn>
                              </p:par>
                              <p:par>
                                <p:cTn id="136" nodeType="withEffect" fill="hold" presetClass="entr" presetID="1">
                                  <p:stCondLst>
                                    <p:cond delay="0"/>
                                  </p:stCondLst>
                                  <p:childTnLst>
                                    <p:set>
                                      <p:cBhvr>
                                        <p:cTn id="137" dur="1" fill="hold">
                                          <p:stCondLst>
                                            <p:cond delay="0"/>
                                          </p:stCondLst>
                                        </p:cTn>
                                        <p:tgtEl>
                                          <p:spTgt spid="158"/>
                                        </p:tgtEl>
                                        <p:attrNameLst>
                                          <p:attrName>style.visibility</p:attrName>
                                        </p:attrNameLst>
                                      </p:cBhvr>
                                      <p:to>
                                        <p:strVal val="visible"/>
                                      </p:to>
                                    </p:set>
                                  </p:childTnLst>
                                </p:cTn>
                              </p:par>
                            </p:childTnLst>
                          </p:cTn>
                        </p:par>
                      </p:childTnLst>
                    </p:cTn>
                  </p:par>
                  <p:par>
                    <p:cTn id="138" fill="hold">
                      <p:stCondLst>
                        <p:cond delay="indefinite"/>
                      </p:stCondLst>
                      <p:childTnLst>
                        <p:par>
                          <p:cTn id="139" fill="hold">
                            <p:stCondLst>
                              <p:cond delay="0"/>
                            </p:stCondLst>
                            <p:childTnLst>
                              <p:par>
                                <p:cTn id="140" nodeType="clickEffect" fill="hold" presetClass="entr" presetID="1">
                                  <p:stCondLst>
                                    <p:cond delay="0"/>
                                  </p:stCondLst>
                                  <p:childTnLst>
                                    <p:set>
                                      <p:cBhvr>
                                        <p:cTn id="141" dur="1" fill="hold">
                                          <p:stCondLst>
                                            <p:cond delay="0"/>
                                          </p:stCondLst>
                                        </p:cTn>
                                        <p:tgtEl>
                                          <p:spTgt spid="160"/>
                                        </p:tgtEl>
                                        <p:attrNameLst>
                                          <p:attrName>style.visibility</p:attrName>
                                        </p:attrNameLst>
                                      </p:cBhvr>
                                      <p:to>
                                        <p:strVal val="visible"/>
                                      </p:to>
                                    </p:set>
                                  </p:childTnLst>
                                </p:cTn>
                              </p:par>
                              <p:par>
                                <p:cTn id="142" nodeType="withEffect" fill="hold" presetClass="entr" presetID="1">
                                  <p:stCondLst>
                                    <p:cond delay="0"/>
                                  </p:stCondLst>
                                  <p:childTnLst>
                                    <p:set>
                                      <p:cBhvr>
                                        <p:cTn id="143" dur="1" fill="hold">
                                          <p:stCondLst>
                                            <p:cond delay="0"/>
                                          </p:stCondLst>
                                        </p:cTn>
                                        <p:tgtEl>
                                          <p:spTgt spid="16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2"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Registers</a:t>
            </a:r>
            <a:endParaRPr b="0" lang="en-US" sz="4400" strike="noStrike" u="none">
              <a:solidFill>
                <a:schemeClr val="lt1"/>
              </a:solidFill>
              <a:effectLst/>
              <a:uFillTx/>
              <a:latin typeface="Calibri"/>
            </a:endParaRPr>
          </a:p>
        </p:txBody>
      </p:sp>
      <p:pic>
        <p:nvPicPr>
          <p:cNvPr id="163"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
        <p:nvSpPr>
          <p:cNvPr id="164" name="TekstSylinder 12"/>
          <p:cNvSpPr/>
          <p:nvPr/>
        </p:nvSpPr>
        <p:spPr>
          <a:xfrm>
            <a:off x="838080" y="1945800"/>
            <a:ext cx="5533560" cy="646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need to tell how </a:t>
            </a:r>
            <a:r>
              <a:rPr b="0" i="1" lang="en-US" sz="1800" strike="noStrike" u="sng">
                <a:solidFill>
                  <a:schemeClr val="lt1"/>
                </a:solidFill>
                <a:effectLst/>
                <a:uFillTx/>
                <a:latin typeface="Calibri"/>
              </a:rPr>
              <a:t>quickly</a:t>
            </a:r>
            <a:r>
              <a:rPr b="0" lang="en-US" sz="1800" strike="noStrike" u="none">
                <a:solidFill>
                  <a:schemeClr val="lt1"/>
                </a:solidFill>
                <a:effectLst/>
                <a:uFillTx/>
                <a:latin typeface="Calibri"/>
              </a:rPr>
              <a:t> the timer should count, with a </a:t>
            </a:r>
            <a:r>
              <a:rPr b="0" i="1" lang="en-US" sz="1800" strike="noStrike" u="sng">
                <a:solidFill>
                  <a:schemeClr val="lt1"/>
                </a:solidFill>
                <a:effectLst/>
                <a:uFillTx/>
                <a:latin typeface="Calibri"/>
              </a:rPr>
              <a:t>prescaler</a:t>
            </a:r>
            <a:endParaRPr b="0" lang="en-GB" sz="1800" strike="noStrike" u="none">
              <a:solidFill>
                <a:srgbClr val="ffffff"/>
              </a:solidFill>
              <a:effectLst/>
              <a:uFillTx/>
              <a:latin typeface="Arial"/>
            </a:endParaRPr>
          </a:p>
        </p:txBody>
      </p:sp>
      <p:pic>
        <p:nvPicPr>
          <p:cNvPr id="165" name="Bilde 8" descr=""/>
          <p:cNvPicPr/>
          <p:nvPr/>
        </p:nvPicPr>
        <p:blipFill>
          <a:blip r:embed="rId3"/>
          <a:stretch/>
        </p:blipFill>
        <p:spPr>
          <a:xfrm>
            <a:off x="8116560" y="1945800"/>
            <a:ext cx="3565800" cy="2287080"/>
          </a:xfrm>
          <a:prstGeom prst="rect">
            <a:avLst/>
          </a:prstGeom>
          <a:noFill/>
          <a:ln w="0">
            <a:noFill/>
          </a:ln>
        </p:spPr>
      </p:pic>
      <p:sp>
        <p:nvSpPr>
          <p:cNvPr id="166" name="TekstSylinder 3"/>
          <p:cNvSpPr/>
          <p:nvPr/>
        </p:nvSpPr>
        <p:spPr>
          <a:xfrm>
            <a:off x="914400" y="2885400"/>
            <a:ext cx="55335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TCA0.SINGLE.CTRLA |= TCA_SINGLE_CLKSEL_DIV2_gc;</a:t>
            </a:r>
            <a:endParaRPr b="0" lang="en-GB" sz="1800" strike="noStrike" u="none">
              <a:solidFill>
                <a:srgbClr val="ffffff"/>
              </a:solidFill>
              <a:effectLst/>
              <a:uFillTx/>
              <a:latin typeface="Arial"/>
            </a:endParaRPr>
          </a:p>
        </p:txBody>
      </p:sp>
      <p:sp>
        <p:nvSpPr>
          <p:cNvPr id="167" name="Venstre klammeparentes 4"/>
          <p:cNvSpPr/>
          <p:nvPr/>
        </p:nvSpPr>
        <p:spPr>
          <a:xfrm rot="16200000">
            <a:off x="1199880" y="3080880"/>
            <a:ext cx="95760" cy="39852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68" name="TekstSylinder 5"/>
          <p:cNvSpPr/>
          <p:nvPr/>
        </p:nvSpPr>
        <p:spPr>
          <a:xfrm>
            <a:off x="905400" y="3372120"/>
            <a:ext cx="685440" cy="739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The timer we want to use</a:t>
            </a:r>
            <a:endParaRPr b="0" lang="en-GB" sz="1050" strike="noStrike" u="none">
              <a:solidFill>
                <a:srgbClr val="ffffff"/>
              </a:solidFill>
              <a:effectLst/>
              <a:uFillTx/>
              <a:latin typeface="Arial"/>
            </a:endParaRPr>
          </a:p>
        </p:txBody>
      </p:sp>
      <p:sp>
        <p:nvSpPr>
          <p:cNvPr id="169" name="TekstSylinder 7"/>
          <p:cNvSpPr/>
          <p:nvPr/>
        </p:nvSpPr>
        <p:spPr>
          <a:xfrm>
            <a:off x="1495440" y="3372120"/>
            <a:ext cx="685440" cy="12236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We’re interested in the timer running in single mode</a:t>
            </a:r>
            <a:endParaRPr b="0" lang="en-GB" sz="1050" strike="noStrike" u="none">
              <a:solidFill>
                <a:srgbClr val="ffffff"/>
              </a:solidFill>
              <a:effectLst/>
              <a:uFillTx/>
              <a:latin typeface="Arial"/>
            </a:endParaRPr>
          </a:p>
        </p:txBody>
      </p:sp>
      <p:sp>
        <p:nvSpPr>
          <p:cNvPr id="170" name="Venstre klammeparentes 9"/>
          <p:cNvSpPr/>
          <p:nvPr/>
        </p:nvSpPr>
        <p:spPr>
          <a:xfrm rot="16200000">
            <a:off x="1833480" y="2980800"/>
            <a:ext cx="95760" cy="59868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71" name="Venstre klammeparentes 10"/>
          <p:cNvSpPr/>
          <p:nvPr/>
        </p:nvSpPr>
        <p:spPr>
          <a:xfrm rot="16200000">
            <a:off x="2508120" y="2979360"/>
            <a:ext cx="99360" cy="59868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72" name="TekstSylinder 26"/>
          <p:cNvSpPr/>
          <p:nvPr/>
        </p:nvSpPr>
        <p:spPr>
          <a:xfrm>
            <a:off x="2215080" y="3369600"/>
            <a:ext cx="685440" cy="739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Register holding the prescaler</a:t>
            </a:r>
            <a:endParaRPr b="0" lang="en-GB" sz="1050" strike="noStrike" u="none">
              <a:solidFill>
                <a:srgbClr val="ffffff"/>
              </a:solidFill>
              <a:effectLst/>
              <a:uFillTx/>
              <a:latin typeface="Arial"/>
            </a:endParaRPr>
          </a:p>
        </p:txBody>
      </p:sp>
      <p:sp>
        <p:nvSpPr>
          <p:cNvPr id="173" name="Venstre klammeparentes 28"/>
          <p:cNvSpPr/>
          <p:nvPr/>
        </p:nvSpPr>
        <p:spPr>
          <a:xfrm rot="16200000">
            <a:off x="4539960" y="1880640"/>
            <a:ext cx="99360" cy="282168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74" name="TekstSylinder 29"/>
          <p:cNvSpPr/>
          <p:nvPr/>
        </p:nvSpPr>
        <p:spPr>
          <a:xfrm>
            <a:off x="3216240" y="3369600"/>
            <a:ext cx="2784240" cy="4158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Use bitwise or and pass in the </a:t>
            </a:r>
            <a:r>
              <a:rPr b="0" i="1" lang="en-US" sz="1050" strike="noStrike" u="none">
                <a:solidFill>
                  <a:schemeClr val="lt1"/>
                </a:solidFill>
                <a:effectLst/>
                <a:uFillTx/>
                <a:latin typeface="Calibri"/>
              </a:rPr>
              <a:t>group mask </a:t>
            </a:r>
            <a:r>
              <a:rPr b="0" lang="en-US" sz="1050" strike="noStrike" u="none">
                <a:solidFill>
                  <a:schemeClr val="lt1"/>
                </a:solidFill>
                <a:effectLst/>
                <a:uFillTx/>
                <a:latin typeface="Calibri"/>
              </a:rPr>
              <a:t>for setting the prescaler to 2</a:t>
            </a:r>
            <a:endParaRPr b="0" lang="en-GB" sz="1050" strike="noStrike" u="none">
              <a:solidFill>
                <a:srgbClr val="ffffff"/>
              </a:solidFill>
              <a:effectLst/>
              <a:uFillTx/>
              <a:latin typeface="Arial"/>
            </a:endParaRPr>
          </a:p>
        </p:txBody>
      </p:sp>
      <p:sp>
        <p:nvSpPr>
          <p:cNvPr id="175" name="TekstSylinder 30"/>
          <p:cNvSpPr/>
          <p:nvPr/>
        </p:nvSpPr>
        <p:spPr>
          <a:xfrm>
            <a:off x="838080" y="4965120"/>
            <a:ext cx="55335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also need to </a:t>
            </a:r>
            <a:r>
              <a:rPr b="0" i="1" lang="en-US" sz="1800" strike="noStrike" u="sng">
                <a:solidFill>
                  <a:schemeClr val="lt1"/>
                </a:solidFill>
                <a:effectLst/>
                <a:uFillTx/>
                <a:latin typeface="Calibri"/>
              </a:rPr>
              <a:t>enable</a:t>
            </a:r>
            <a:r>
              <a:rPr b="0" lang="en-US" sz="1800" strike="noStrike" u="none">
                <a:solidFill>
                  <a:schemeClr val="lt1"/>
                </a:solidFill>
                <a:effectLst/>
                <a:uFillTx/>
                <a:latin typeface="Calibri"/>
              </a:rPr>
              <a:t> the timer</a:t>
            </a:r>
            <a:endParaRPr b="0" lang="en-GB" sz="1800" strike="noStrike" u="none">
              <a:solidFill>
                <a:srgbClr val="ffffff"/>
              </a:solidFill>
              <a:effectLst/>
              <a:uFillTx/>
              <a:latin typeface="Arial"/>
            </a:endParaRPr>
          </a:p>
        </p:txBody>
      </p:sp>
      <p:sp>
        <p:nvSpPr>
          <p:cNvPr id="176" name="TekstSylinder 31"/>
          <p:cNvSpPr/>
          <p:nvPr/>
        </p:nvSpPr>
        <p:spPr>
          <a:xfrm>
            <a:off x="838080" y="5462280"/>
            <a:ext cx="55335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TCA0.SINGLE.CTRLA |= TCA_SINGLE_ENABLE_bm;</a:t>
            </a:r>
            <a:endParaRPr b="0" lang="en-GB" sz="1800" strike="noStrike" u="none">
              <a:solidFill>
                <a:srgbClr val="ffffff"/>
              </a:solidFill>
              <a:effectLst/>
              <a:uFillTx/>
              <a:latin typeface="Arial"/>
            </a:endParaRPr>
          </a:p>
        </p:txBody>
      </p:sp>
      <p:sp>
        <p:nvSpPr>
          <p:cNvPr id="177" name="Rektangel 6"/>
          <p:cNvSpPr/>
          <p:nvPr/>
        </p:nvSpPr>
        <p:spPr>
          <a:xfrm>
            <a:off x="9966960" y="2497320"/>
            <a:ext cx="1558440" cy="3877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timing>
    <p:tnLst>
      <p:par>
        <p:cTn id="144" dur="indefinite" restart="never" nodeType="tmRoot">
          <p:childTnLst>
            <p:seq>
              <p:cTn id="145" dur="indefinite" nodeType="mainSeq">
                <p:childTnLst>
                  <p:par>
                    <p:cTn id="146" fill="hold">
                      <p:stCondLst>
                        <p:cond delay="indefinite"/>
                      </p:stCondLst>
                      <p:childTnLst>
                        <p:par>
                          <p:cTn id="147" fill="hold">
                            <p:stCondLst>
                              <p:cond delay="0"/>
                            </p:stCondLst>
                            <p:childTnLst>
                              <p:par>
                                <p:cTn id="148" nodeType="clickEffect" fill="hold" presetClass="entr" presetID="1">
                                  <p:stCondLst>
                                    <p:cond delay="0"/>
                                  </p:stCondLst>
                                  <p:childTnLst>
                                    <p:set>
                                      <p:cBhvr>
                                        <p:cTn id="149" dur="1" fill="hold">
                                          <p:stCondLst>
                                            <p:cond delay="0"/>
                                          </p:stCondLst>
                                        </p:cTn>
                                        <p:tgtEl>
                                          <p:spTgt spid="166"/>
                                        </p:tgtEl>
                                        <p:attrNameLst>
                                          <p:attrName>style.visibility</p:attrName>
                                        </p:attrNameLst>
                                      </p:cBhvr>
                                      <p:to>
                                        <p:strVal val="visible"/>
                                      </p:to>
                                    </p:set>
                                  </p:childTnLst>
                                </p:cTn>
                              </p:par>
                            </p:childTnLst>
                          </p:cTn>
                        </p:par>
                      </p:childTnLst>
                    </p:cTn>
                  </p:par>
                  <p:par>
                    <p:cTn id="150" fill="hold">
                      <p:stCondLst>
                        <p:cond delay="indefinite"/>
                      </p:stCondLst>
                      <p:childTnLst>
                        <p:par>
                          <p:cTn id="151" fill="hold">
                            <p:stCondLst>
                              <p:cond delay="0"/>
                            </p:stCondLst>
                            <p:childTnLst>
                              <p:par>
                                <p:cTn id="152" nodeType="clickEffect" fill="hold" presetClass="entr" presetID="1">
                                  <p:stCondLst>
                                    <p:cond delay="0"/>
                                  </p:stCondLst>
                                  <p:childTnLst>
                                    <p:set>
                                      <p:cBhvr>
                                        <p:cTn id="153" dur="1" fill="hold">
                                          <p:stCondLst>
                                            <p:cond delay="0"/>
                                          </p:stCondLst>
                                        </p:cTn>
                                        <p:tgtEl>
                                          <p:spTgt spid="167"/>
                                        </p:tgtEl>
                                        <p:attrNameLst>
                                          <p:attrName>style.visibility</p:attrName>
                                        </p:attrNameLst>
                                      </p:cBhvr>
                                      <p:to>
                                        <p:strVal val="visible"/>
                                      </p:to>
                                    </p:set>
                                  </p:childTnLst>
                                </p:cTn>
                              </p:par>
                              <p:par>
                                <p:cTn id="154" nodeType="withEffect" fill="hold" presetClass="entr" presetID="1">
                                  <p:stCondLst>
                                    <p:cond delay="0"/>
                                  </p:stCondLst>
                                  <p:childTnLst>
                                    <p:set>
                                      <p:cBhvr>
                                        <p:cTn id="155" dur="1" fill="hold">
                                          <p:stCondLst>
                                            <p:cond delay="0"/>
                                          </p:stCondLst>
                                        </p:cTn>
                                        <p:tgtEl>
                                          <p:spTgt spid="168"/>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nodeType="clickEffect" fill="hold" presetClass="entr" presetID="1">
                                  <p:stCondLst>
                                    <p:cond delay="0"/>
                                  </p:stCondLst>
                                  <p:childTnLst>
                                    <p:set>
                                      <p:cBhvr>
                                        <p:cTn id="159" dur="1" fill="hold">
                                          <p:stCondLst>
                                            <p:cond delay="0"/>
                                          </p:stCondLst>
                                        </p:cTn>
                                        <p:tgtEl>
                                          <p:spTgt spid="170"/>
                                        </p:tgtEl>
                                        <p:attrNameLst>
                                          <p:attrName>style.visibility</p:attrName>
                                        </p:attrNameLst>
                                      </p:cBhvr>
                                      <p:to>
                                        <p:strVal val="visible"/>
                                      </p:to>
                                    </p:set>
                                  </p:childTnLst>
                                </p:cTn>
                              </p:par>
                              <p:par>
                                <p:cTn id="160" nodeType="withEffect" fill="hold" presetClass="entr" presetID="1">
                                  <p:stCondLst>
                                    <p:cond delay="0"/>
                                  </p:stCondLst>
                                  <p:childTnLst>
                                    <p:set>
                                      <p:cBhvr>
                                        <p:cTn id="161" dur="1" fill="hold">
                                          <p:stCondLst>
                                            <p:cond delay="0"/>
                                          </p:stCondLst>
                                        </p:cTn>
                                        <p:tgtEl>
                                          <p:spTgt spid="169"/>
                                        </p:tgtEl>
                                        <p:attrNameLst>
                                          <p:attrName>style.visibility</p:attrName>
                                        </p:attrNameLst>
                                      </p:cBhvr>
                                      <p:to>
                                        <p:strVal val="visible"/>
                                      </p:to>
                                    </p:set>
                                  </p:childTnLst>
                                </p:cTn>
                              </p:par>
                            </p:childTnLst>
                          </p:cTn>
                        </p:par>
                      </p:childTnLst>
                    </p:cTn>
                  </p:par>
                  <p:par>
                    <p:cTn id="162" fill="hold">
                      <p:stCondLst>
                        <p:cond delay="indefinite"/>
                      </p:stCondLst>
                      <p:childTnLst>
                        <p:par>
                          <p:cTn id="163" fill="hold">
                            <p:stCondLst>
                              <p:cond delay="0"/>
                            </p:stCondLst>
                            <p:childTnLst>
                              <p:par>
                                <p:cTn id="164" nodeType="clickEffect" fill="hold" presetClass="entr" presetID="1">
                                  <p:stCondLst>
                                    <p:cond delay="0"/>
                                  </p:stCondLst>
                                  <p:childTnLst>
                                    <p:set>
                                      <p:cBhvr>
                                        <p:cTn id="165" dur="1" fill="hold">
                                          <p:stCondLst>
                                            <p:cond delay="0"/>
                                          </p:stCondLst>
                                        </p:cTn>
                                        <p:tgtEl>
                                          <p:spTgt spid="171"/>
                                        </p:tgtEl>
                                        <p:attrNameLst>
                                          <p:attrName>style.visibility</p:attrName>
                                        </p:attrNameLst>
                                      </p:cBhvr>
                                      <p:to>
                                        <p:strVal val="visible"/>
                                      </p:to>
                                    </p:set>
                                  </p:childTnLst>
                                </p:cTn>
                              </p:par>
                              <p:par>
                                <p:cTn id="166" nodeType="withEffect" fill="hold" presetClass="entr" presetID="1">
                                  <p:stCondLst>
                                    <p:cond delay="0"/>
                                  </p:stCondLst>
                                  <p:childTnLst>
                                    <p:set>
                                      <p:cBhvr>
                                        <p:cTn id="167" dur="1" fill="hold">
                                          <p:stCondLst>
                                            <p:cond delay="0"/>
                                          </p:stCondLst>
                                        </p:cTn>
                                        <p:tgtEl>
                                          <p:spTgt spid="172"/>
                                        </p:tgtEl>
                                        <p:attrNameLst>
                                          <p:attrName>style.visibility</p:attrName>
                                        </p:attrNameLst>
                                      </p:cBhvr>
                                      <p:to>
                                        <p:strVal val="visible"/>
                                      </p:to>
                                    </p:set>
                                  </p:childTnLst>
                                </p:cTn>
                              </p:par>
                            </p:childTnLst>
                          </p:cTn>
                        </p:par>
                      </p:childTnLst>
                    </p:cTn>
                  </p:par>
                  <p:par>
                    <p:cTn id="168" fill="hold">
                      <p:stCondLst>
                        <p:cond delay="indefinite"/>
                      </p:stCondLst>
                      <p:childTnLst>
                        <p:par>
                          <p:cTn id="169" fill="hold">
                            <p:stCondLst>
                              <p:cond delay="0"/>
                            </p:stCondLst>
                            <p:childTnLst>
                              <p:par>
                                <p:cTn id="170" nodeType="clickEffect" fill="hold" presetClass="entr" presetID="1">
                                  <p:stCondLst>
                                    <p:cond delay="0"/>
                                  </p:stCondLst>
                                  <p:childTnLst>
                                    <p:set>
                                      <p:cBhvr>
                                        <p:cTn id="171" dur="1" fill="hold">
                                          <p:stCondLst>
                                            <p:cond delay="0"/>
                                          </p:stCondLst>
                                        </p:cTn>
                                        <p:tgtEl>
                                          <p:spTgt spid="173"/>
                                        </p:tgtEl>
                                        <p:attrNameLst>
                                          <p:attrName>style.visibility</p:attrName>
                                        </p:attrNameLst>
                                      </p:cBhvr>
                                      <p:to>
                                        <p:strVal val="visible"/>
                                      </p:to>
                                    </p:set>
                                  </p:childTnLst>
                                </p:cTn>
                              </p:par>
                              <p:par>
                                <p:cTn id="172" nodeType="withEffect" fill="hold" presetClass="entr" presetID="1">
                                  <p:stCondLst>
                                    <p:cond delay="0"/>
                                  </p:stCondLst>
                                  <p:childTnLst>
                                    <p:set>
                                      <p:cBhvr>
                                        <p:cTn id="173" dur="1" fill="hold">
                                          <p:stCondLst>
                                            <p:cond delay="0"/>
                                          </p:stCondLst>
                                        </p:cTn>
                                        <p:tgtEl>
                                          <p:spTgt spid="174"/>
                                        </p:tgtEl>
                                        <p:attrNameLst>
                                          <p:attrName>style.visibility</p:attrName>
                                        </p:attrNameLst>
                                      </p:cBhvr>
                                      <p:to>
                                        <p:strVal val="visible"/>
                                      </p:to>
                                    </p:set>
                                  </p:childTnLst>
                                </p:cTn>
                              </p:par>
                            </p:childTnLst>
                          </p:cTn>
                        </p:par>
                      </p:childTnLst>
                    </p:cTn>
                  </p:par>
                  <p:par>
                    <p:cTn id="174" fill="hold">
                      <p:stCondLst>
                        <p:cond delay="indefinite"/>
                      </p:stCondLst>
                      <p:childTnLst>
                        <p:par>
                          <p:cTn id="175" fill="hold">
                            <p:stCondLst>
                              <p:cond delay="0"/>
                            </p:stCondLst>
                            <p:childTnLst>
                              <p:par>
                                <p:cTn id="176" nodeType="clickEffect" fill="hold" presetClass="entr" presetID="1">
                                  <p:stCondLst>
                                    <p:cond delay="0"/>
                                  </p:stCondLst>
                                  <p:childTnLst>
                                    <p:set>
                                      <p:cBhvr>
                                        <p:cTn id="177" dur="1" fill="hold">
                                          <p:stCondLst>
                                            <p:cond delay="0"/>
                                          </p:stCondLst>
                                        </p:cTn>
                                        <p:tgtEl>
                                          <p:spTgt spid="175"/>
                                        </p:tgtEl>
                                        <p:attrNameLst>
                                          <p:attrName>style.visibility</p:attrName>
                                        </p:attrNameLst>
                                      </p:cBhvr>
                                      <p:to>
                                        <p:strVal val="visible"/>
                                      </p:to>
                                    </p:set>
                                  </p:childTnLst>
                                </p:cTn>
                              </p:par>
                              <p:par>
                                <p:cTn id="178" nodeType="withEffect" fill="hold" presetClass="entr" presetID="1">
                                  <p:stCondLst>
                                    <p:cond delay="0"/>
                                  </p:stCondLst>
                                  <p:childTnLst>
                                    <p:set>
                                      <p:cBhvr>
                                        <p:cTn id="179" dur="1" fill="hold">
                                          <p:stCondLst>
                                            <p:cond delay="0"/>
                                          </p:stCondLst>
                                        </p:cTn>
                                        <p:tgtEl>
                                          <p:spTgt spid="17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 – Single?</a:t>
            </a:r>
            <a:endParaRPr b="0" lang="en-US" sz="4400" strike="noStrike" u="none">
              <a:solidFill>
                <a:schemeClr val="lt1"/>
              </a:solidFill>
              <a:effectLst/>
              <a:uFillTx/>
              <a:latin typeface="Calibri"/>
            </a:endParaRPr>
          </a:p>
        </p:txBody>
      </p:sp>
      <p:pic>
        <p:nvPicPr>
          <p:cNvPr id="179"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
        <p:nvSpPr>
          <p:cNvPr id="180" name="TekstSylinder 3"/>
          <p:cNvSpPr/>
          <p:nvPr/>
        </p:nvSpPr>
        <p:spPr>
          <a:xfrm>
            <a:off x="838080" y="1780560"/>
            <a:ext cx="55335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TCA0.SINGLE.CTRLA |= TCA_SINGLE_CLKSEL_DIV2_gc;</a:t>
            </a:r>
            <a:endParaRPr b="0" lang="en-GB" sz="1800" strike="noStrike" u="none">
              <a:solidFill>
                <a:srgbClr val="ffffff"/>
              </a:solidFill>
              <a:effectLst/>
              <a:uFillTx/>
              <a:latin typeface="Arial"/>
            </a:endParaRPr>
          </a:p>
        </p:txBody>
      </p:sp>
      <p:sp>
        <p:nvSpPr>
          <p:cNvPr id="181" name="TekstSylinder 4"/>
          <p:cNvSpPr/>
          <p:nvPr/>
        </p:nvSpPr>
        <p:spPr>
          <a:xfrm>
            <a:off x="1428840" y="2239560"/>
            <a:ext cx="685440" cy="4158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050" strike="noStrike" u="none">
                <a:solidFill>
                  <a:schemeClr val="lt1"/>
                </a:solidFill>
                <a:effectLst/>
                <a:uFillTx/>
                <a:latin typeface="Calibri"/>
              </a:rPr>
              <a:t>What is this?</a:t>
            </a:r>
            <a:endParaRPr b="0" lang="en-GB" sz="1050" strike="noStrike" u="none">
              <a:solidFill>
                <a:srgbClr val="ffffff"/>
              </a:solidFill>
              <a:effectLst/>
              <a:uFillTx/>
              <a:latin typeface="Arial"/>
            </a:endParaRPr>
          </a:p>
        </p:txBody>
      </p:sp>
      <p:sp>
        <p:nvSpPr>
          <p:cNvPr id="182" name="Venstre klammeparentes 6"/>
          <p:cNvSpPr/>
          <p:nvPr/>
        </p:nvSpPr>
        <p:spPr>
          <a:xfrm rot="16200000">
            <a:off x="1757160" y="1847880"/>
            <a:ext cx="95760" cy="59868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83" name="TekstSylinder 9"/>
          <p:cNvSpPr/>
          <p:nvPr/>
        </p:nvSpPr>
        <p:spPr>
          <a:xfrm>
            <a:off x="539280" y="2942280"/>
            <a:ext cx="1111284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The timer can run in </a:t>
            </a:r>
            <a:r>
              <a:rPr b="0" i="1" lang="en-US" sz="1800" strike="noStrike" u="none">
                <a:solidFill>
                  <a:schemeClr val="lt1"/>
                </a:solidFill>
                <a:effectLst/>
                <a:uFillTx/>
                <a:latin typeface="Calibri"/>
              </a:rPr>
              <a:t>single</a:t>
            </a:r>
            <a:r>
              <a:rPr b="0" lang="en-US" sz="1800" strike="noStrike" u="none">
                <a:solidFill>
                  <a:schemeClr val="lt1"/>
                </a:solidFill>
                <a:effectLst/>
                <a:uFillTx/>
                <a:latin typeface="Calibri"/>
              </a:rPr>
              <a:t> (16-bit) or </a:t>
            </a:r>
            <a:r>
              <a:rPr b="0" i="1" lang="en-US" sz="1800" strike="noStrike" u="none">
                <a:solidFill>
                  <a:schemeClr val="lt1"/>
                </a:solidFill>
                <a:effectLst/>
                <a:uFillTx/>
                <a:latin typeface="Calibri"/>
              </a:rPr>
              <a:t>split</a:t>
            </a:r>
            <a:r>
              <a:rPr b="0" lang="en-US" sz="1800" strike="noStrike" u="none">
                <a:solidFill>
                  <a:schemeClr val="lt1"/>
                </a:solidFill>
                <a:effectLst/>
                <a:uFillTx/>
                <a:latin typeface="Calibri"/>
              </a:rPr>
              <a:t> (two 8-bit)</a:t>
            </a:r>
            <a:endParaRPr b="0" lang="en-GB" sz="1800" strike="noStrike" u="none">
              <a:solidFill>
                <a:srgbClr val="ffffff"/>
              </a:solidFill>
              <a:effectLst/>
              <a:uFillTx/>
              <a:latin typeface="Arial"/>
            </a:endParaRPr>
          </a:p>
        </p:txBody>
      </p:sp>
      <p:pic>
        <p:nvPicPr>
          <p:cNvPr id="184" name="Grafikk 19" descr="Stoppeklokke 25% kontur"/>
          <p:cNvPicPr/>
          <p:nvPr/>
        </p:nvPicPr>
        <p:blipFill>
          <a:blip r:embed="rId3">
            <a:extLst>
              <a:ext uri="{96DAC541-7B7A-43D3-8B79-37D633B846F1}">
                <asvg:svgBlip xmlns:asvg="http://schemas.microsoft.com/office/drawing/2016/SVG/main" r:embed="rId4"/>
              </a:ext>
            </a:extLst>
          </a:blip>
          <a:stretch/>
        </p:blipFill>
        <p:spPr>
          <a:xfrm>
            <a:off x="3072240" y="4187520"/>
            <a:ext cx="1640160" cy="1640160"/>
          </a:xfrm>
          <a:prstGeom prst="rect">
            <a:avLst/>
          </a:prstGeom>
          <a:noFill/>
          <a:ln w="0">
            <a:noFill/>
          </a:ln>
        </p:spPr>
      </p:pic>
      <p:pic>
        <p:nvPicPr>
          <p:cNvPr id="185" name="Grafikk 20" descr="Stoppeklokke 25% kontur"/>
          <p:cNvPicPr/>
          <p:nvPr/>
        </p:nvPicPr>
        <p:blipFill>
          <a:blip r:embed="rId5">
            <a:extLst>
              <a:ext uri="{96DAC541-7B7A-43D3-8B79-37D633B846F1}">
                <asvg:svgBlip xmlns:asvg="http://schemas.microsoft.com/office/drawing/2016/SVG/main" r:embed="rId6"/>
              </a:ext>
            </a:extLst>
          </a:blip>
          <a:stretch/>
        </p:blipFill>
        <p:spPr>
          <a:xfrm>
            <a:off x="6887520" y="4498560"/>
            <a:ext cx="1018080" cy="1018080"/>
          </a:xfrm>
          <a:prstGeom prst="rect">
            <a:avLst/>
          </a:prstGeom>
          <a:noFill/>
          <a:ln w="0">
            <a:noFill/>
          </a:ln>
        </p:spPr>
      </p:pic>
      <p:pic>
        <p:nvPicPr>
          <p:cNvPr id="186" name="Grafikk 21" descr="Stoppeklokke 25% kontur"/>
          <p:cNvPicPr/>
          <p:nvPr/>
        </p:nvPicPr>
        <p:blipFill>
          <a:blip r:embed="rId7">
            <a:extLst>
              <a:ext uri="{96DAC541-7B7A-43D3-8B79-37D633B846F1}">
                <asvg:svgBlip xmlns:asvg="http://schemas.microsoft.com/office/drawing/2016/SVG/main" r:embed="rId8"/>
              </a:ext>
            </a:extLst>
          </a:blip>
          <a:stretch/>
        </p:blipFill>
        <p:spPr>
          <a:xfrm>
            <a:off x="7905960" y="4498560"/>
            <a:ext cx="1018080" cy="1018080"/>
          </a:xfrm>
          <a:prstGeom prst="rect">
            <a:avLst/>
          </a:prstGeom>
          <a:noFill/>
          <a:ln w="0">
            <a:noFill/>
          </a:ln>
        </p:spPr>
      </p:pic>
      <p:sp>
        <p:nvSpPr>
          <p:cNvPr id="187" name="TekstSylinder 22"/>
          <p:cNvSpPr/>
          <p:nvPr/>
        </p:nvSpPr>
        <p:spPr>
          <a:xfrm>
            <a:off x="2981160" y="5828040"/>
            <a:ext cx="1731240" cy="7390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400" strike="noStrike" u="none">
                <a:solidFill>
                  <a:schemeClr val="lt1"/>
                </a:solidFill>
                <a:effectLst/>
                <a:uFillTx/>
                <a:latin typeface="Calibri"/>
              </a:rPr>
              <a:t>Can count to 65 535 (the maximum value of a 16-bit number)</a:t>
            </a:r>
            <a:endParaRPr b="0" lang="en-GB" sz="1400" strike="noStrike" u="none">
              <a:solidFill>
                <a:srgbClr val="ffffff"/>
              </a:solidFill>
              <a:effectLst/>
              <a:uFillTx/>
              <a:latin typeface="Arial"/>
            </a:endParaRPr>
          </a:p>
        </p:txBody>
      </p:sp>
      <p:sp>
        <p:nvSpPr>
          <p:cNvPr id="188" name="TekstSylinder 24"/>
          <p:cNvSpPr/>
          <p:nvPr/>
        </p:nvSpPr>
        <p:spPr>
          <a:xfrm>
            <a:off x="7905960" y="5612760"/>
            <a:ext cx="1155600" cy="1015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trike="noStrike" u="none">
                <a:solidFill>
                  <a:schemeClr val="lt1"/>
                </a:solidFill>
                <a:effectLst/>
                <a:uFillTx/>
                <a:latin typeface="Calibri"/>
              </a:rPr>
              <a:t>Can count to 255 (the maximum value of an 8-bit number)</a:t>
            </a:r>
            <a:endParaRPr b="0" lang="en-GB" sz="1200" strike="noStrike" u="none">
              <a:solidFill>
                <a:srgbClr val="ffffff"/>
              </a:solidFill>
              <a:effectLst/>
              <a:uFillTx/>
              <a:latin typeface="Arial"/>
            </a:endParaRPr>
          </a:p>
        </p:txBody>
      </p:sp>
      <p:sp>
        <p:nvSpPr>
          <p:cNvPr id="189" name="TekstSylinder 25"/>
          <p:cNvSpPr/>
          <p:nvPr/>
        </p:nvSpPr>
        <p:spPr>
          <a:xfrm>
            <a:off x="6818760" y="5612760"/>
            <a:ext cx="1155600" cy="1015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trike="noStrike" u="none">
                <a:solidFill>
                  <a:schemeClr val="lt1"/>
                </a:solidFill>
                <a:effectLst/>
                <a:uFillTx/>
                <a:latin typeface="Calibri"/>
              </a:rPr>
              <a:t>Can count to 255 (the maximum value of an 8-bit number)</a:t>
            </a:r>
            <a:endParaRPr b="0" lang="en-GB" sz="1200" strike="noStrike" u="none">
              <a:solidFill>
                <a:srgbClr val="ffffff"/>
              </a:solidFill>
              <a:effectLst/>
              <a:uFillTx/>
              <a:latin typeface="Arial"/>
            </a:endParaRPr>
          </a:p>
        </p:txBody>
      </p:sp>
      <p:sp>
        <p:nvSpPr>
          <p:cNvPr id="190" name="Venstre klammeparentes 26"/>
          <p:cNvSpPr/>
          <p:nvPr/>
        </p:nvSpPr>
        <p:spPr>
          <a:xfrm rot="5400000">
            <a:off x="3833280" y="3447000"/>
            <a:ext cx="118800" cy="136188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91" name="Venstre klammeparentes 27"/>
          <p:cNvSpPr/>
          <p:nvPr/>
        </p:nvSpPr>
        <p:spPr>
          <a:xfrm rot="5400000">
            <a:off x="7770600" y="3185640"/>
            <a:ext cx="118800" cy="188460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192" name="TekstSylinder 29"/>
          <p:cNvSpPr/>
          <p:nvPr/>
        </p:nvSpPr>
        <p:spPr>
          <a:xfrm>
            <a:off x="3378240" y="3705840"/>
            <a:ext cx="10285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Single</a:t>
            </a:r>
            <a:endParaRPr b="0" lang="en-GB" sz="1800" strike="noStrike" u="none">
              <a:solidFill>
                <a:srgbClr val="ffffff"/>
              </a:solidFill>
              <a:effectLst/>
              <a:uFillTx/>
              <a:latin typeface="Arial"/>
            </a:endParaRPr>
          </a:p>
        </p:txBody>
      </p:sp>
      <p:sp>
        <p:nvSpPr>
          <p:cNvPr id="193" name="TekstSylinder 30"/>
          <p:cNvSpPr/>
          <p:nvPr/>
        </p:nvSpPr>
        <p:spPr>
          <a:xfrm>
            <a:off x="7315560" y="3683520"/>
            <a:ext cx="10285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Split</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180" dur="indefinite" restart="never" nodeType="tmRoot">
          <p:childTnLst>
            <p:seq>
              <p:cTn id="181" dur="indefinite" nodeType="mainSeq">
                <p:childTnLst>
                  <p:par>
                    <p:cTn id="182" fill="hold">
                      <p:stCondLst>
                        <p:cond delay="indefinite"/>
                      </p:stCondLst>
                      <p:childTnLst>
                        <p:par>
                          <p:cTn id="183" fill="hold">
                            <p:stCondLst>
                              <p:cond delay="0"/>
                            </p:stCondLst>
                            <p:childTnLst>
                              <p:par>
                                <p:cTn id="184" nodeType="clickEffect" fill="hold" presetClass="entr" presetID="1">
                                  <p:stCondLst>
                                    <p:cond delay="0"/>
                                  </p:stCondLst>
                                  <p:childTnLst>
                                    <p:set>
                                      <p:cBhvr>
                                        <p:cTn id="185" dur="1" fill="hold">
                                          <p:stCondLst>
                                            <p:cond delay="0"/>
                                          </p:stCondLst>
                                        </p:cTn>
                                        <p:tgtEl>
                                          <p:spTgt spid="183"/>
                                        </p:tgtEl>
                                        <p:attrNameLst>
                                          <p:attrName>style.visibility</p:attrName>
                                        </p:attrNameLst>
                                      </p:cBhvr>
                                      <p:to>
                                        <p:strVal val="visible"/>
                                      </p:to>
                                    </p:set>
                                  </p:childTnLst>
                                </p:cTn>
                              </p:par>
                              <p:par>
                                <p:cTn id="186" nodeType="withEffect" fill="hold" presetClass="emph" presetID="24">
                                  <p:stCondLst>
                                    <p:cond delay="0"/>
                                  </p:stCondLst>
                                  <p:childTnLst>
                                    <p:animClr clrSpc="hsl" dir="cw">
                                      <p:cBhvr>
                                        <p:cTn id="187" dur="10" fill="hold"/>
                                        <p:tgtEl>
                                          <p:spTgt spid="181"/>
                                        </p:tgtEl>
                                        <p:attrNameLst>
                                          <p:attrName>style.color</p:attrName>
                                        </p:attrNameLst>
                                      </p:cBhvr>
                                      <p:by>
                                        <p:hsl h="0" s="-12549" l="-25098"/>
                                      </p:by>
                                    </p:animClr>
                                    <p:animClr clrSpc="hsl" dir="cw">
                                      <p:cBhvr>
                                        <p:cTn id="188" dur="10" fill="hold"/>
                                        <p:tgtEl>
                                          <p:spTgt spid="181"/>
                                        </p:tgtEl>
                                        <p:attrNameLst>
                                          <p:attrName>fillcolor</p:attrName>
                                        </p:attrNameLst>
                                      </p:cBhvr>
                                      <p:by>
                                        <p:hsl h="0" s="-12549" l="-25098"/>
                                      </p:by>
                                    </p:animClr>
                                    <p:animClr clrSpc="hsl" dir="cw">
                                      <p:cBhvr>
                                        <p:cTn id="189" dur="10" fill="hold"/>
                                        <p:tgtEl>
                                          <p:spTgt spid="181"/>
                                        </p:tgtEl>
                                        <p:attrNameLst>
                                          <p:attrName>stroke.color</p:attrName>
                                        </p:attrNameLst>
                                      </p:cBhvr>
                                      <p:by>
                                        <p:hsl h="0" s="-12549" l="-25098"/>
                                      </p:by>
                                    </p:animClr>
                                    <p:set>
                                      <p:cBhvr>
                                        <p:cTn id="190" dur="10" fill="hold"/>
                                        <p:tgtEl>
                                          <p:spTgt spid="181"/>
                                        </p:tgtEl>
                                        <p:attrNameLst>
                                          <p:attrName>fill.type</p:attrName>
                                        </p:attrNameLst>
                                      </p:cBhvr>
                                      <p:to>
                                        <p:strVal val="solid"/>
                                      </p:to>
                                    </p:set>
                                  </p:childTnLst>
                                </p:cTn>
                              </p:par>
                              <p:par>
                                <p:cTn id="191" nodeType="withEffect" fill="hold" presetClass="emph" presetID="24">
                                  <p:stCondLst>
                                    <p:cond delay="0"/>
                                  </p:stCondLst>
                                  <p:childTnLst>
                                    <p:animClr clrSpc="hsl" dir="cw">
                                      <p:cBhvr>
                                        <p:cTn id="192" dur="10" fill="hold"/>
                                        <p:tgtEl>
                                          <p:spTgt spid="182"/>
                                        </p:tgtEl>
                                        <p:attrNameLst>
                                          <p:attrName>style.color</p:attrName>
                                        </p:attrNameLst>
                                      </p:cBhvr>
                                      <p:by>
                                        <p:hsl h="0" s="-12549" l="-25098"/>
                                      </p:by>
                                    </p:animClr>
                                    <p:animClr clrSpc="hsl" dir="cw">
                                      <p:cBhvr>
                                        <p:cTn id="193" dur="10" fill="hold"/>
                                        <p:tgtEl>
                                          <p:spTgt spid="182"/>
                                        </p:tgtEl>
                                        <p:attrNameLst>
                                          <p:attrName>fillcolor</p:attrName>
                                        </p:attrNameLst>
                                      </p:cBhvr>
                                      <p:by>
                                        <p:hsl h="0" s="-12549" l="-25098"/>
                                      </p:by>
                                    </p:animClr>
                                    <p:animClr clrSpc="hsl" dir="cw">
                                      <p:cBhvr>
                                        <p:cTn id="194" dur="10" fill="hold"/>
                                        <p:tgtEl>
                                          <p:spTgt spid="182"/>
                                        </p:tgtEl>
                                        <p:attrNameLst>
                                          <p:attrName>stroke.color</p:attrName>
                                        </p:attrNameLst>
                                      </p:cBhvr>
                                      <p:by>
                                        <p:hsl h="0" s="-12549" l="-25098"/>
                                      </p:by>
                                    </p:animClr>
                                    <p:set>
                                      <p:cBhvr>
                                        <p:cTn id="195" dur="10" fill="hold"/>
                                        <p:tgtEl>
                                          <p:spTgt spid="182"/>
                                        </p:tgtEl>
                                        <p:attrNameLst>
                                          <p:attrName>fill.type</p:attrName>
                                        </p:attrNameLst>
                                      </p:cBhvr>
                                      <p:to>
                                        <p:strVal val="solid"/>
                                      </p:to>
                                    </p:set>
                                  </p:childTnLst>
                                </p:cTn>
                              </p:par>
                              <p:par>
                                <p:cTn id="196" nodeType="withEffect" fill="hold" presetClass="emph" presetID="24">
                                  <p:stCondLst>
                                    <p:cond delay="0"/>
                                  </p:stCondLst>
                                  <p:childTnLst>
                                    <p:animClr clrSpc="hsl" dir="cw">
                                      <p:cBhvr>
                                        <p:cTn id="197" dur="10" fill="hold"/>
                                        <p:tgtEl>
                                          <p:spTgt spid="180"/>
                                        </p:tgtEl>
                                        <p:attrNameLst>
                                          <p:attrName>style.color</p:attrName>
                                        </p:attrNameLst>
                                      </p:cBhvr>
                                      <p:by>
                                        <p:hsl h="0" s="-12549" l="-25098"/>
                                      </p:by>
                                    </p:animClr>
                                    <p:animClr clrSpc="hsl" dir="cw">
                                      <p:cBhvr>
                                        <p:cTn id="198" dur="10" fill="hold"/>
                                        <p:tgtEl>
                                          <p:spTgt spid="180"/>
                                        </p:tgtEl>
                                        <p:attrNameLst>
                                          <p:attrName>fillcolor</p:attrName>
                                        </p:attrNameLst>
                                      </p:cBhvr>
                                      <p:by>
                                        <p:hsl h="0" s="-12549" l="-25098"/>
                                      </p:by>
                                    </p:animClr>
                                    <p:animClr clrSpc="hsl" dir="cw">
                                      <p:cBhvr>
                                        <p:cTn id="199" dur="10" fill="hold"/>
                                        <p:tgtEl>
                                          <p:spTgt spid="180"/>
                                        </p:tgtEl>
                                        <p:attrNameLst>
                                          <p:attrName>stroke.color</p:attrName>
                                        </p:attrNameLst>
                                      </p:cBhvr>
                                      <p:by>
                                        <p:hsl h="0" s="-12549" l="-25098"/>
                                      </p:by>
                                    </p:animClr>
                                    <p:set>
                                      <p:cBhvr>
                                        <p:cTn id="200" dur="10" fill="hold"/>
                                        <p:tgtEl>
                                          <p:spTgt spid="180"/>
                                        </p:tgtEl>
                                        <p:attrNameLst>
                                          <p:attrName>fill.type</p:attrName>
                                        </p:attrNameLst>
                                      </p:cBhvr>
                                      <p:to>
                                        <p:strVal val="solid"/>
                                      </p:to>
                                    </p:set>
                                  </p:childTnLst>
                                </p:cTn>
                              </p:par>
                            </p:childTnLst>
                          </p:cTn>
                        </p:par>
                      </p:childTnLst>
                    </p:cTn>
                  </p:par>
                  <p:par>
                    <p:cTn id="201" fill="hold">
                      <p:stCondLst>
                        <p:cond delay="indefinite"/>
                      </p:stCondLst>
                      <p:childTnLst>
                        <p:par>
                          <p:cTn id="202" fill="hold">
                            <p:stCondLst>
                              <p:cond delay="0"/>
                            </p:stCondLst>
                            <p:childTnLst>
                              <p:par>
                                <p:cTn id="203" nodeType="clickEffect" fill="hold" presetClass="entr" presetID="1">
                                  <p:stCondLst>
                                    <p:cond delay="0"/>
                                  </p:stCondLst>
                                  <p:childTnLst>
                                    <p:set>
                                      <p:cBhvr>
                                        <p:cTn id="204" dur="1" fill="hold">
                                          <p:stCondLst>
                                            <p:cond delay="0"/>
                                          </p:stCondLst>
                                        </p:cTn>
                                        <p:tgtEl>
                                          <p:spTgt spid="184"/>
                                        </p:tgtEl>
                                        <p:attrNameLst>
                                          <p:attrName>style.visibility</p:attrName>
                                        </p:attrNameLst>
                                      </p:cBhvr>
                                      <p:to>
                                        <p:strVal val="visible"/>
                                      </p:to>
                                    </p:set>
                                  </p:childTnLst>
                                </p:cTn>
                              </p:par>
                              <p:par>
                                <p:cTn id="205" nodeType="withEffect" fill="hold" presetClass="entr" presetID="1">
                                  <p:stCondLst>
                                    <p:cond delay="0"/>
                                  </p:stCondLst>
                                  <p:childTnLst>
                                    <p:set>
                                      <p:cBhvr>
                                        <p:cTn id="206" dur="1" fill="hold">
                                          <p:stCondLst>
                                            <p:cond delay="0"/>
                                          </p:stCondLst>
                                        </p:cTn>
                                        <p:tgtEl>
                                          <p:spTgt spid="190"/>
                                        </p:tgtEl>
                                        <p:attrNameLst>
                                          <p:attrName>style.visibility</p:attrName>
                                        </p:attrNameLst>
                                      </p:cBhvr>
                                      <p:to>
                                        <p:strVal val="visible"/>
                                      </p:to>
                                    </p:set>
                                  </p:childTnLst>
                                </p:cTn>
                              </p:par>
                              <p:par>
                                <p:cTn id="207" nodeType="withEffect" fill="hold" presetClass="entr" presetID="1">
                                  <p:stCondLst>
                                    <p:cond delay="0"/>
                                  </p:stCondLst>
                                  <p:childTnLst>
                                    <p:set>
                                      <p:cBhvr>
                                        <p:cTn id="208" dur="1" fill="hold">
                                          <p:stCondLst>
                                            <p:cond delay="0"/>
                                          </p:stCondLst>
                                        </p:cTn>
                                        <p:tgtEl>
                                          <p:spTgt spid="192"/>
                                        </p:tgtEl>
                                        <p:attrNameLst>
                                          <p:attrName>style.visibility</p:attrName>
                                        </p:attrNameLst>
                                      </p:cBhvr>
                                      <p:to>
                                        <p:strVal val="visible"/>
                                      </p:to>
                                    </p:set>
                                  </p:childTnLst>
                                </p:cTn>
                              </p:par>
                              <p:par>
                                <p:cTn id="209" nodeType="withEffect" fill="hold" presetClass="entr" presetID="1">
                                  <p:stCondLst>
                                    <p:cond delay="0"/>
                                  </p:stCondLst>
                                  <p:childTnLst>
                                    <p:set>
                                      <p:cBhvr>
                                        <p:cTn id="210" dur="1" fill="hold">
                                          <p:stCondLst>
                                            <p:cond delay="0"/>
                                          </p:stCondLst>
                                        </p:cTn>
                                        <p:tgtEl>
                                          <p:spTgt spid="187"/>
                                        </p:tgtEl>
                                        <p:attrNameLst>
                                          <p:attrName>style.visibility</p:attrName>
                                        </p:attrNameLst>
                                      </p:cBhvr>
                                      <p:to>
                                        <p:strVal val="visible"/>
                                      </p:to>
                                    </p:set>
                                  </p:childTnLst>
                                </p:cTn>
                              </p:par>
                            </p:childTnLst>
                          </p:cTn>
                        </p:par>
                      </p:childTnLst>
                    </p:cTn>
                  </p:par>
                  <p:par>
                    <p:cTn id="211" fill="hold">
                      <p:stCondLst>
                        <p:cond delay="indefinite"/>
                      </p:stCondLst>
                      <p:childTnLst>
                        <p:par>
                          <p:cTn id="212" fill="hold">
                            <p:stCondLst>
                              <p:cond delay="0"/>
                            </p:stCondLst>
                            <p:childTnLst>
                              <p:par>
                                <p:cTn id="213" nodeType="clickEffect" fill="hold" presetClass="entr" presetID="1">
                                  <p:stCondLst>
                                    <p:cond delay="0"/>
                                  </p:stCondLst>
                                  <p:childTnLst>
                                    <p:set>
                                      <p:cBhvr>
                                        <p:cTn id="214" dur="1" fill="hold">
                                          <p:stCondLst>
                                            <p:cond delay="0"/>
                                          </p:stCondLst>
                                        </p:cTn>
                                        <p:tgtEl>
                                          <p:spTgt spid="185"/>
                                        </p:tgtEl>
                                        <p:attrNameLst>
                                          <p:attrName>style.visibility</p:attrName>
                                        </p:attrNameLst>
                                      </p:cBhvr>
                                      <p:to>
                                        <p:strVal val="visible"/>
                                      </p:to>
                                    </p:set>
                                  </p:childTnLst>
                                </p:cTn>
                              </p:par>
                              <p:par>
                                <p:cTn id="215" nodeType="withEffect" fill="hold" presetClass="entr" presetID="1">
                                  <p:stCondLst>
                                    <p:cond delay="0"/>
                                  </p:stCondLst>
                                  <p:childTnLst>
                                    <p:set>
                                      <p:cBhvr>
                                        <p:cTn id="216" dur="1" fill="hold">
                                          <p:stCondLst>
                                            <p:cond delay="0"/>
                                          </p:stCondLst>
                                        </p:cTn>
                                        <p:tgtEl>
                                          <p:spTgt spid="186"/>
                                        </p:tgtEl>
                                        <p:attrNameLst>
                                          <p:attrName>style.visibility</p:attrName>
                                        </p:attrNameLst>
                                      </p:cBhvr>
                                      <p:to>
                                        <p:strVal val="visible"/>
                                      </p:to>
                                    </p:set>
                                  </p:childTnLst>
                                </p:cTn>
                              </p:par>
                              <p:par>
                                <p:cTn id="217" nodeType="withEffect" fill="hold" presetClass="entr" presetID="1">
                                  <p:stCondLst>
                                    <p:cond delay="0"/>
                                  </p:stCondLst>
                                  <p:childTnLst>
                                    <p:set>
                                      <p:cBhvr>
                                        <p:cTn id="218" dur="1" fill="hold">
                                          <p:stCondLst>
                                            <p:cond delay="0"/>
                                          </p:stCondLst>
                                        </p:cTn>
                                        <p:tgtEl>
                                          <p:spTgt spid="191"/>
                                        </p:tgtEl>
                                        <p:attrNameLst>
                                          <p:attrName>style.visibility</p:attrName>
                                        </p:attrNameLst>
                                      </p:cBhvr>
                                      <p:to>
                                        <p:strVal val="visible"/>
                                      </p:to>
                                    </p:set>
                                  </p:childTnLst>
                                </p:cTn>
                              </p:par>
                              <p:par>
                                <p:cTn id="219" nodeType="withEffect" fill="hold" presetClass="entr" presetID="1">
                                  <p:stCondLst>
                                    <p:cond delay="0"/>
                                  </p:stCondLst>
                                  <p:childTnLst>
                                    <p:set>
                                      <p:cBhvr>
                                        <p:cTn id="220" dur="1" fill="hold">
                                          <p:stCondLst>
                                            <p:cond delay="0"/>
                                          </p:stCondLst>
                                        </p:cTn>
                                        <p:tgtEl>
                                          <p:spTgt spid="193"/>
                                        </p:tgtEl>
                                        <p:attrNameLst>
                                          <p:attrName>style.visibility</p:attrName>
                                        </p:attrNameLst>
                                      </p:cBhvr>
                                      <p:to>
                                        <p:strVal val="visible"/>
                                      </p:to>
                                    </p:set>
                                  </p:childTnLst>
                                </p:cTn>
                              </p:par>
                              <p:par>
                                <p:cTn id="221" nodeType="withEffect" fill="hold" presetClass="entr" presetID="1">
                                  <p:stCondLst>
                                    <p:cond delay="0"/>
                                  </p:stCondLst>
                                  <p:childTnLst>
                                    <p:set>
                                      <p:cBhvr>
                                        <p:cTn id="222" dur="1" fill="hold">
                                          <p:stCondLst>
                                            <p:cond delay="0"/>
                                          </p:stCondLst>
                                        </p:cTn>
                                        <p:tgtEl>
                                          <p:spTgt spid="189"/>
                                        </p:tgtEl>
                                        <p:attrNameLst>
                                          <p:attrName>style.visibility</p:attrName>
                                        </p:attrNameLst>
                                      </p:cBhvr>
                                      <p:to>
                                        <p:strVal val="visible"/>
                                      </p:to>
                                    </p:set>
                                  </p:childTnLst>
                                </p:cTn>
                              </p:par>
                              <p:par>
                                <p:cTn id="223" nodeType="withEffect" fill="hold" presetClass="entr" presetID="1">
                                  <p:stCondLst>
                                    <p:cond delay="0"/>
                                  </p:stCondLst>
                                  <p:childTnLst>
                                    <p:set>
                                      <p:cBhvr>
                                        <p:cTn id="224" dur="1" fill="hold">
                                          <p:stCondLst>
                                            <p:cond delay="0"/>
                                          </p:stCondLst>
                                        </p:cTn>
                                        <p:tgtEl>
                                          <p:spTgt spid="1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Timers/counters</a:t>
            </a:r>
            <a:endParaRPr b="0" lang="en-US" sz="4400" strike="noStrike" u="none">
              <a:solidFill>
                <a:schemeClr val="lt1"/>
              </a:solidFill>
              <a:effectLst/>
              <a:uFillTx/>
              <a:latin typeface="Calibri"/>
            </a:endParaRPr>
          </a:p>
        </p:txBody>
      </p:sp>
      <p:pic>
        <p:nvPicPr>
          <p:cNvPr id="195" name="Grafikk 2" descr="Stoppeklokke 25% kontur"/>
          <p:cNvPicPr/>
          <p:nvPr/>
        </p:nvPicPr>
        <p:blipFill>
          <a:blip r:embed="rId1">
            <a:extLst>
              <a:ext uri="{96DAC541-7B7A-43D3-8B79-37D633B846F1}">
                <asvg:svgBlip xmlns:asvg="http://schemas.microsoft.com/office/drawing/2016/SVG/main" r:embed="rId2"/>
              </a:ext>
            </a:extLst>
          </a:blip>
          <a:stretch/>
        </p:blipFill>
        <p:spPr>
          <a:xfrm>
            <a:off x="10720800" y="365040"/>
            <a:ext cx="1265400" cy="1265400"/>
          </a:xfrm>
          <a:prstGeom prst="rect">
            <a:avLst/>
          </a:prstGeom>
          <a:noFill/>
          <a:ln w="0">
            <a:noFill/>
          </a:ln>
        </p:spPr>
      </p:pic>
      <p:sp>
        <p:nvSpPr>
          <p:cNvPr id="196" name="TekstSylinder 9"/>
          <p:cNvSpPr/>
          <p:nvPr/>
        </p:nvSpPr>
        <p:spPr>
          <a:xfrm>
            <a:off x="539280" y="2942280"/>
            <a:ext cx="1111284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4000" strike="noStrike" u="none">
                <a:solidFill>
                  <a:schemeClr val="lt1"/>
                </a:solidFill>
                <a:effectLst/>
                <a:uFillTx/>
                <a:latin typeface="Calibri"/>
              </a:rPr>
              <a:t>Questions?</a:t>
            </a:r>
            <a:endParaRPr b="0" lang="en-GB" sz="4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7" name="TekstSylinder 3"/>
          <p:cNvSpPr/>
          <p:nvPr/>
        </p:nvSpPr>
        <p:spPr>
          <a:xfrm>
            <a:off x="3009960" y="2767320"/>
            <a:ext cx="6171840" cy="1323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Basically, like a notification on your phone</a:t>
            </a:r>
            <a:endParaRPr b="0" lang="en-GB" sz="4000" strike="noStrike" u="none">
              <a:solidFill>
                <a:srgbClr val="ffffff"/>
              </a:solidFill>
              <a:effectLst/>
              <a:uFillTx/>
              <a:latin typeface="Arial"/>
            </a:endParaRPr>
          </a:p>
        </p:txBody>
      </p:sp>
      <p:sp>
        <p:nvSpPr>
          <p:cNvPr id="19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Interrupts – In general</a:t>
            </a:r>
            <a:endParaRPr b="0" lang="en-US" sz="4400" strike="noStrike" u="none">
              <a:solidFill>
                <a:schemeClr val="lt1"/>
              </a:solidFill>
              <a:effectLst/>
              <a:uFillTx/>
              <a:latin typeface="Calibri"/>
            </a:endParaRPr>
          </a:p>
        </p:txBody>
      </p:sp>
      <p:pic>
        <p:nvPicPr>
          <p:cNvPr id="199" name="Grafikk 4" descr="Advarsel kontur"/>
          <p:cNvPicPr/>
          <p:nvPr/>
        </p:nvPicPr>
        <p:blipFill>
          <a:blip r:embed="rId1">
            <a:extLst>
              <a:ext uri="{96DAC541-7B7A-43D3-8B79-37D633B846F1}">
                <asvg:svgBlip xmlns:asvg="http://schemas.microsoft.com/office/drawing/2016/SVG/main" r:embed="rId2"/>
              </a:ext>
            </a:extLst>
          </a:blip>
          <a:stretch/>
        </p:blipFill>
        <p:spPr>
          <a:xfrm>
            <a:off x="10896480" y="570600"/>
            <a:ext cx="914040" cy="91404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TekstSylinder 3"/>
          <p:cNvSpPr/>
          <p:nvPr/>
        </p:nvSpPr>
        <p:spPr>
          <a:xfrm>
            <a:off x="3009960" y="3075120"/>
            <a:ext cx="617184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Why do we care?</a:t>
            </a:r>
            <a:endParaRPr b="0" lang="en-GB" sz="4000" strike="noStrike" u="none">
              <a:solidFill>
                <a:srgbClr val="ffffff"/>
              </a:solidFill>
              <a:effectLst/>
              <a:uFillTx/>
              <a:latin typeface="Arial"/>
            </a:endParaRPr>
          </a:p>
        </p:txBody>
      </p:sp>
      <p:sp>
        <p:nvSpPr>
          <p:cNvPr id="20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Interrupts – In general</a:t>
            </a:r>
            <a:endParaRPr b="0" lang="en-US" sz="4400" strike="noStrike" u="none">
              <a:solidFill>
                <a:schemeClr val="lt1"/>
              </a:solidFill>
              <a:effectLst/>
              <a:uFillTx/>
              <a:latin typeface="Calibri"/>
            </a:endParaRPr>
          </a:p>
        </p:txBody>
      </p:sp>
      <p:pic>
        <p:nvPicPr>
          <p:cNvPr id="202" name="Grafikk 4" descr="Advarsel kontur"/>
          <p:cNvPicPr/>
          <p:nvPr/>
        </p:nvPicPr>
        <p:blipFill>
          <a:blip r:embed="rId1">
            <a:extLst>
              <a:ext uri="{96DAC541-7B7A-43D3-8B79-37D633B846F1}">
                <asvg:svgBlip xmlns:asvg="http://schemas.microsoft.com/office/drawing/2016/SVG/main" r:embed="rId2"/>
              </a:ext>
            </a:extLst>
          </a:blip>
          <a:stretch/>
        </p:blipFill>
        <p:spPr>
          <a:xfrm>
            <a:off x="10896480" y="570600"/>
            <a:ext cx="914040" cy="91404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3" name="TekstSylinder 3"/>
          <p:cNvSpPr/>
          <p:nvPr/>
        </p:nvSpPr>
        <p:spPr>
          <a:xfrm>
            <a:off x="2019240" y="2913120"/>
            <a:ext cx="8152920" cy="5234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2800" strike="noStrike" u="none">
                <a:solidFill>
                  <a:schemeClr val="lt1"/>
                </a:solidFill>
                <a:effectLst/>
                <a:uFillTx/>
                <a:latin typeface="Calibri"/>
              </a:rPr>
              <a:t>Code blocks executed at some condition</a:t>
            </a:r>
            <a:endParaRPr b="0" lang="en-GB" sz="2800" strike="noStrike" u="none">
              <a:solidFill>
                <a:srgbClr val="ffffff"/>
              </a:solidFill>
              <a:effectLst/>
              <a:uFillTx/>
              <a:latin typeface="Arial"/>
            </a:endParaRPr>
          </a:p>
        </p:txBody>
      </p:sp>
      <p:sp>
        <p:nvSpPr>
          <p:cNvPr id="204"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Interrupts – What are they?</a:t>
            </a:r>
            <a:endParaRPr b="0" lang="en-US" sz="4400" strike="noStrike" u="none">
              <a:solidFill>
                <a:schemeClr val="lt1"/>
              </a:solidFill>
              <a:effectLst/>
              <a:uFillTx/>
              <a:latin typeface="Calibri"/>
            </a:endParaRPr>
          </a:p>
        </p:txBody>
      </p:sp>
      <p:pic>
        <p:nvPicPr>
          <p:cNvPr id="205" name="Grafikk 4" descr="Advarsel kontur"/>
          <p:cNvPicPr/>
          <p:nvPr/>
        </p:nvPicPr>
        <p:blipFill>
          <a:blip r:embed="rId1">
            <a:extLst>
              <a:ext uri="{96DAC541-7B7A-43D3-8B79-37D633B846F1}">
                <asvg:svgBlip xmlns:asvg="http://schemas.microsoft.com/office/drawing/2016/SVG/main" r:embed="rId2"/>
              </a:ext>
            </a:extLst>
          </a:blip>
          <a:stretch/>
        </p:blipFill>
        <p:spPr>
          <a:xfrm>
            <a:off x="10896480" y="570600"/>
            <a:ext cx="914040" cy="914040"/>
          </a:xfrm>
          <a:prstGeom prst="rect">
            <a:avLst/>
          </a:prstGeom>
          <a:noFill/>
          <a:ln w="0">
            <a:noFill/>
          </a:ln>
        </p:spPr>
      </p:pic>
      <p:sp>
        <p:nvSpPr>
          <p:cNvPr id="206" name="TekstSylinder 5"/>
          <p:cNvSpPr/>
          <p:nvPr/>
        </p:nvSpPr>
        <p:spPr>
          <a:xfrm>
            <a:off x="3048120" y="3848760"/>
            <a:ext cx="6095520" cy="138528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2800" strike="noStrike" u="none">
                <a:solidFill>
                  <a:schemeClr val="lt1"/>
                </a:solidFill>
                <a:effectLst/>
                <a:uFillTx/>
                <a:latin typeface="Calibri"/>
              </a:rPr>
              <a:t>Stops the main program flow temporarily, resumes immediately after the interrupt</a:t>
            </a:r>
            <a:endParaRPr b="0" lang="en-GB"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225" dur="indefinite" restart="never" nodeType="tmRoot">
          <p:childTnLst>
            <p:seq>
              <p:cTn id="226" dur="indefinite" nodeType="mainSeq">
                <p:childTnLst>
                  <p:par>
                    <p:cTn id="227" fill="hold">
                      <p:stCondLst>
                        <p:cond delay="indefinite"/>
                      </p:stCondLst>
                      <p:childTnLst>
                        <p:par>
                          <p:cTn id="228" fill="hold">
                            <p:stCondLst>
                              <p:cond delay="0"/>
                            </p:stCondLst>
                            <p:childTnLst>
                              <p:par>
                                <p:cTn id="229" nodeType="clickEffect" fill="hold" presetClass="entr" presetID="1">
                                  <p:stCondLst>
                                    <p:cond delay="0"/>
                                  </p:stCondLst>
                                  <p:childTnLst>
                                    <p:set>
                                      <p:cBhvr>
                                        <p:cTn id="230" dur="1" fill="hold">
                                          <p:stCondLst>
                                            <p:cond delay="0"/>
                                          </p:stCondLst>
                                        </p:cTn>
                                        <p:tgtEl>
                                          <p:spTgt spid="20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Interrupts – Example</a:t>
            </a:r>
            <a:endParaRPr b="0" lang="en-US" sz="4400" strike="noStrike" u="none">
              <a:solidFill>
                <a:schemeClr val="lt1"/>
              </a:solidFill>
              <a:effectLst/>
              <a:uFillTx/>
              <a:latin typeface="Calibri"/>
            </a:endParaRPr>
          </a:p>
        </p:txBody>
      </p:sp>
      <p:pic>
        <p:nvPicPr>
          <p:cNvPr id="208" name="Grafikk 4" descr="Advarsel kontur"/>
          <p:cNvPicPr/>
          <p:nvPr/>
        </p:nvPicPr>
        <p:blipFill>
          <a:blip r:embed="rId1">
            <a:extLst>
              <a:ext uri="{96DAC541-7B7A-43D3-8B79-37D633B846F1}">
                <asvg:svgBlip xmlns:asvg="http://schemas.microsoft.com/office/drawing/2016/SVG/main" r:embed="rId2"/>
              </a:ext>
            </a:extLst>
          </a:blip>
          <a:stretch/>
        </p:blipFill>
        <p:spPr>
          <a:xfrm>
            <a:off x="10896480" y="570600"/>
            <a:ext cx="914040" cy="914040"/>
          </a:xfrm>
          <a:prstGeom prst="rect">
            <a:avLst/>
          </a:prstGeom>
          <a:noFill/>
          <a:ln w="0">
            <a:noFill/>
          </a:ln>
        </p:spPr>
      </p:pic>
      <p:cxnSp>
        <p:nvCxnSpPr>
          <p:cNvPr id="209" name="Rett pilkobling 5"/>
          <p:cNvCxnSpPr/>
          <p:nvPr/>
        </p:nvCxnSpPr>
        <p:spPr>
          <a:xfrm>
            <a:off x="2638080" y="5513760"/>
            <a:ext cx="852840" cy="360"/>
          </a:xfrm>
          <a:prstGeom prst="straightConnector1">
            <a:avLst/>
          </a:prstGeom>
          <a:ln w="19050">
            <a:solidFill>
              <a:srgbClr val="ffffff"/>
            </a:solidFill>
            <a:tailEnd len="med" type="triangle" w="med"/>
          </a:ln>
        </p:spPr>
      </p:cxnSp>
      <p:pic>
        <p:nvPicPr>
          <p:cNvPr id="210" name="Grafikk 8" descr="Smarttelefon kontur"/>
          <p:cNvPicPr/>
          <p:nvPr/>
        </p:nvPicPr>
        <p:blipFill>
          <a:blip r:embed="rId3">
            <a:extLst>
              <a:ext uri="{96DAC541-7B7A-43D3-8B79-37D633B846F1}">
                <asvg:svgBlip xmlns:asvg="http://schemas.microsoft.com/office/drawing/2016/SVG/main" r:embed="rId4"/>
              </a:ext>
            </a:extLst>
          </a:blip>
          <a:stretch/>
        </p:blipFill>
        <p:spPr>
          <a:xfrm>
            <a:off x="933480" y="2098440"/>
            <a:ext cx="1247400" cy="1247400"/>
          </a:xfrm>
          <a:prstGeom prst="rect">
            <a:avLst/>
          </a:prstGeom>
          <a:noFill/>
          <a:ln w="0">
            <a:noFill/>
          </a:ln>
        </p:spPr>
      </p:pic>
      <p:pic>
        <p:nvPicPr>
          <p:cNvPr id="211" name="Grafikk 10" descr="Avis kontur"/>
          <p:cNvPicPr/>
          <p:nvPr/>
        </p:nvPicPr>
        <p:blipFill>
          <a:blip r:embed="rId5">
            <a:extLst>
              <a:ext uri="{96DAC541-7B7A-43D3-8B79-37D633B846F1}">
                <asvg:svgBlip xmlns:asvg="http://schemas.microsoft.com/office/drawing/2016/SVG/main" r:embed="rId6"/>
              </a:ext>
            </a:extLst>
          </a:blip>
          <a:stretch/>
        </p:blipFill>
        <p:spPr>
          <a:xfrm>
            <a:off x="1328760" y="2493720"/>
            <a:ext cx="456840" cy="456840"/>
          </a:xfrm>
          <a:prstGeom prst="rect">
            <a:avLst/>
          </a:prstGeom>
          <a:noFill/>
          <a:ln w="0">
            <a:noFill/>
          </a:ln>
        </p:spPr>
      </p:pic>
      <p:pic>
        <p:nvPicPr>
          <p:cNvPr id="212" name="Grafikk 11" descr="Advarsel kontur"/>
          <p:cNvPicPr/>
          <p:nvPr/>
        </p:nvPicPr>
        <p:blipFill>
          <a:blip r:embed="rId7">
            <a:extLst>
              <a:ext uri="{96DAC541-7B7A-43D3-8B79-37D633B846F1}">
                <asvg:svgBlip xmlns:asvg="http://schemas.microsoft.com/office/drawing/2016/SVG/main" r:embed="rId8"/>
              </a:ext>
            </a:extLst>
          </a:blip>
          <a:stretch/>
        </p:blipFill>
        <p:spPr>
          <a:xfrm>
            <a:off x="2181240" y="1690560"/>
            <a:ext cx="456840" cy="456840"/>
          </a:xfrm>
          <a:prstGeom prst="rect">
            <a:avLst/>
          </a:prstGeom>
          <a:noFill/>
          <a:ln w="0">
            <a:noFill/>
          </a:ln>
        </p:spPr>
      </p:pic>
      <p:pic>
        <p:nvPicPr>
          <p:cNvPr id="213" name="Grafikk 12" descr="Smarttelefon kontur"/>
          <p:cNvPicPr/>
          <p:nvPr/>
        </p:nvPicPr>
        <p:blipFill>
          <a:blip r:embed="rId9">
            <a:extLst>
              <a:ext uri="{96DAC541-7B7A-43D3-8B79-37D633B846F1}">
                <asvg:svgBlip xmlns:asvg="http://schemas.microsoft.com/office/drawing/2016/SVG/main" r:embed="rId10"/>
              </a:ext>
            </a:extLst>
          </a:blip>
          <a:stretch/>
        </p:blipFill>
        <p:spPr>
          <a:xfrm>
            <a:off x="5007960" y="2094120"/>
            <a:ext cx="1247400" cy="1247400"/>
          </a:xfrm>
          <a:prstGeom prst="rect">
            <a:avLst/>
          </a:prstGeom>
          <a:noFill/>
          <a:ln w="0">
            <a:noFill/>
          </a:ln>
        </p:spPr>
      </p:pic>
      <p:pic>
        <p:nvPicPr>
          <p:cNvPr id="214" name="Grafikk 14" descr="Kamera kontur"/>
          <p:cNvPicPr/>
          <p:nvPr/>
        </p:nvPicPr>
        <p:blipFill>
          <a:blip r:embed="rId11">
            <a:extLst>
              <a:ext uri="{96DAC541-7B7A-43D3-8B79-37D633B846F1}">
                <asvg:svgBlip xmlns:asvg="http://schemas.microsoft.com/office/drawing/2016/SVG/main" r:embed="rId12"/>
              </a:ext>
            </a:extLst>
          </a:blip>
          <a:stretch/>
        </p:blipFill>
        <p:spPr>
          <a:xfrm>
            <a:off x="5403240" y="2489400"/>
            <a:ext cx="456840" cy="456840"/>
          </a:xfrm>
          <a:prstGeom prst="rect">
            <a:avLst/>
          </a:prstGeom>
          <a:noFill/>
          <a:ln w="0">
            <a:noFill/>
          </a:ln>
        </p:spPr>
      </p:pic>
      <p:pic>
        <p:nvPicPr>
          <p:cNvPr id="215" name="Grafikk 15" descr="Smarttelefon kontur"/>
          <p:cNvPicPr/>
          <p:nvPr/>
        </p:nvPicPr>
        <p:blipFill>
          <a:blip r:embed="rId13">
            <a:extLst>
              <a:ext uri="{96DAC541-7B7A-43D3-8B79-37D633B846F1}">
                <asvg:svgBlip xmlns:asvg="http://schemas.microsoft.com/office/drawing/2016/SVG/main" r:embed="rId14"/>
              </a:ext>
            </a:extLst>
          </a:blip>
          <a:stretch/>
        </p:blipFill>
        <p:spPr>
          <a:xfrm>
            <a:off x="9553680" y="2094120"/>
            <a:ext cx="1247400" cy="1247400"/>
          </a:xfrm>
          <a:prstGeom prst="rect">
            <a:avLst/>
          </a:prstGeom>
          <a:noFill/>
          <a:ln w="0">
            <a:noFill/>
          </a:ln>
        </p:spPr>
      </p:pic>
      <p:pic>
        <p:nvPicPr>
          <p:cNvPr id="216" name="Grafikk 16" descr="Avis kontur"/>
          <p:cNvPicPr/>
          <p:nvPr/>
        </p:nvPicPr>
        <p:blipFill>
          <a:blip r:embed="rId15">
            <a:extLst>
              <a:ext uri="{96DAC541-7B7A-43D3-8B79-37D633B846F1}">
                <asvg:svgBlip xmlns:asvg="http://schemas.microsoft.com/office/drawing/2016/SVG/main" r:embed="rId16"/>
              </a:ext>
            </a:extLst>
          </a:blip>
          <a:stretch/>
        </p:blipFill>
        <p:spPr>
          <a:xfrm>
            <a:off x="9948960" y="2489400"/>
            <a:ext cx="456840" cy="456840"/>
          </a:xfrm>
          <a:prstGeom prst="rect">
            <a:avLst/>
          </a:prstGeom>
          <a:noFill/>
          <a:ln w="0">
            <a:noFill/>
          </a:ln>
        </p:spPr>
      </p:pic>
      <p:sp>
        <p:nvSpPr>
          <p:cNvPr id="217" name="TekstSylinder 18"/>
          <p:cNvSpPr/>
          <p:nvPr/>
        </p:nvSpPr>
        <p:spPr>
          <a:xfrm>
            <a:off x="272880" y="4728960"/>
            <a:ext cx="2114280" cy="1569960"/>
          </a:xfrm>
          <a:prstGeom prst="rect">
            <a:avLst/>
          </a:prstGeom>
          <a:noFill/>
          <a:ln w="19050">
            <a:solidFill>
              <a:srgbClr val="ffffff"/>
            </a:solidFill>
            <a:round/>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chemeClr val="lt1"/>
                </a:solidFill>
                <a:effectLst/>
                <a:uFillTx/>
                <a:latin typeface="Calibri"/>
              </a:rPr>
              <a:t>int main() {</a:t>
            </a:r>
            <a:endParaRPr b="0" lang="en-GB" sz="1200" strike="noStrike" u="none">
              <a:solidFill>
                <a:srgbClr val="ffffff"/>
              </a:solidFill>
              <a:effectLst/>
              <a:uFillTx/>
              <a:latin typeface="Arial"/>
            </a:endParaRPr>
          </a:p>
          <a:p>
            <a:pPr defTabSz="457200">
              <a:lnSpc>
                <a:spcPct val="100000"/>
              </a:lnSpc>
            </a:pP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while (true)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Doing some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work here</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More code…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a:t>
            </a:r>
            <a:endParaRPr b="0" lang="en-GB" sz="1200" strike="noStrike" u="none">
              <a:solidFill>
                <a:srgbClr val="ffffff"/>
              </a:solidFill>
              <a:effectLst/>
              <a:uFillTx/>
              <a:latin typeface="Arial"/>
            </a:endParaRPr>
          </a:p>
        </p:txBody>
      </p:sp>
      <p:cxnSp>
        <p:nvCxnSpPr>
          <p:cNvPr id="218" name="Rett pilkobling 20"/>
          <p:cNvCxnSpPr/>
          <p:nvPr/>
        </p:nvCxnSpPr>
        <p:spPr>
          <a:xfrm>
            <a:off x="2638080" y="2723760"/>
            <a:ext cx="852840" cy="360"/>
          </a:xfrm>
          <a:prstGeom prst="straightConnector1">
            <a:avLst/>
          </a:prstGeom>
          <a:ln w="19050">
            <a:solidFill>
              <a:srgbClr val="ffffff"/>
            </a:solidFill>
            <a:tailEnd len="med" type="triangle" w="med"/>
          </a:ln>
        </p:spPr>
      </p:cxnSp>
      <p:sp>
        <p:nvSpPr>
          <p:cNvPr id="219" name="TekstSylinder 22"/>
          <p:cNvSpPr/>
          <p:nvPr/>
        </p:nvSpPr>
        <p:spPr>
          <a:xfrm>
            <a:off x="3702600" y="4728960"/>
            <a:ext cx="3788280" cy="1569960"/>
          </a:xfrm>
          <a:prstGeom prst="rect">
            <a:avLst/>
          </a:prstGeom>
          <a:noFill/>
          <a:ln w="19050">
            <a:solidFill>
              <a:srgbClr val="ffffff"/>
            </a:solidFill>
            <a:round/>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chemeClr val="lt1"/>
                </a:solidFill>
                <a:effectLst/>
                <a:uFillTx/>
                <a:latin typeface="Calibri"/>
              </a:rPr>
              <a:t>ISR (TCA0_OVF_vect)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Do something when the timer has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finished counting to the value</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Tell the timer that we’ve received the</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notification (acknowledge the interrupt)</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TCA.SINGLE.INTFLAGS = TCA_SINGLE_OVF_bm;</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a:t>
            </a:r>
            <a:endParaRPr b="0" lang="en-GB" sz="1200" strike="noStrike" u="none">
              <a:solidFill>
                <a:srgbClr val="ffffff"/>
              </a:solidFill>
              <a:effectLst/>
              <a:uFillTx/>
              <a:latin typeface="Arial"/>
            </a:endParaRPr>
          </a:p>
        </p:txBody>
      </p:sp>
      <p:cxnSp>
        <p:nvCxnSpPr>
          <p:cNvPr id="220" name="Rett pilkobling 23"/>
          <p:cNvCxnSpPr/>
          <p:nvPr/>
        </p:nvCxnSpPr>
        <p:spPr>
          <a:xfrm>
            <a:off x="8022240" y="2723760"/>
            <a:ext cx="852840" cy="360"/>
          </a:xfrm>
          <a:prstGeom prst="straightConnector1">
            <a:avLst/>
          </a:prstGeom>
          <a:ln w="19050">
            <a:solidFill>
              <a:srgbClr val="ffffff"/>
            </a:solidFill>
            <a:tailEnd len="med" type="triangle" w="med"/>
          </a:ln>
        </p:spPr>
      </p:cxnSp>
      <p:sp>
        <p:nvSpPr>
          <p:cNvPr id="221" name="TekstSylinder 24"/>
          <p:cNvSpPr/>
          <p:nvPr/>
        </p:nvSpPr>
        <p:spPr>
          <a:xfrm>
            <a:off x="9120240" y="4728960"/>
            <a:ext cx="2114280" cy="1569960"/>
          </a:xfrm>
          <a:prstGeom prst="rect">
            <a:avLst/>
          </a:prstGeom>
          <a:noFill/>
          <a:ln w="19050">
            <a:solidFill>
              <a:srgbClr val="ffffff"/>
            </a:solidFill>
            <a:round/>
          </a:ln>
        </p:spPr>
        <p:style>
          <a:lnRef idx="0"/>
          <a:fillRef idx="0"/>
          <a:effectRef idx="0"/>
          <a:fontRef idx="minor"/>
        </p:style>
        <p:txBody>
          <a:bodyPr lIns="90000" rIns="90000" tIns="45000" bIns="45000" anchor="t">
            <a:spAutoFit/>
          </a:bodyPr>
          <a:p>
            <a:pPr defTabSz="457200">
              <a:lnSpc>
                <a:spcPct val="100000"/>
              </a:lnSpc>
            </a:pPr>
            <a:r>
              <a:rPr b="0" lang="en-US" sz="1200" strike="noStrike" u="none">
                <a:solidFill>
                  <a:schemeClr val="lt1"/>
                </a:solidFill>
                <a:effectLst/>
                <a:uFillTx/>
                <a:latin typeface="Calibri"/>
              </a:rPr>
              <a:t>int main() {</a:t>
            </a:r>
            <a:endParaRPr b="0" lang="en-GB" sz="1200" strike="noStrike" u="none">
              <a:solidFill>
                <a:srgbClr val="ffffff"/>
              </a:solidFill>
              <a:effectLst/>
              <a:uFillTx/>
              <a:latin typeface="Arial"/>
            </a:endParaRPr>
          </a:p>
          <a:p>
            <a:pPr defTabSz="457200">
              <a:lnSpc>
                <a:spcPct val="100000"/>
              </a:lnSpc>
            </a:pP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while (true)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Doing some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work here</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 More code…  </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	</a:t>
            </a:r>
            <a:r>
              <a:rPr b="0" lang="en-US" sz="1200" strike="noStrike" u="none">
                <a:solidFill>
                  <a:schemeClr val="lt1"/>
                </a:solidFill>
                <a:effectLst/>
                <a:uFillTx/>
                <a:latin typeface="Calibri"/>
              </a:rPr>
              <a:t>}</a:t>
            </a:r>
            <a:endParaRPr b="0" lang="en-GB" sz="1200" strike="noStrike" u="none">
              <a:solidFill>
                <a:srgbClr val="ffffff"/>
              </a:solidFill>
              <a:effectLst/>
              <a:uFillTx/>
              <a:latin typeface="Arial"/>
            </a:endParaRPr>
          </a:p>
          <a:p>
            <a:pPr defTabSz="457200">
              <a:lnSpc>
                <a:spcPct val="100000"/>
              </a:lnSpc>
            </a:pPr>
            <a:r>
              <a:rPr b="0" lang="en-US" sz="1200" strike="noStrike" u="none">
                <a:solidFill>
                  <a:schemeClr val="lt1"/>
                </a:solidFill>
                <a:effectLst/>
                <a:uFillTx/>
                <a:latin typeface="Calibri"/>
              </a:rPr>
              <a:t>}</a:t>
            </a:r>
            <a:endParaRPr b="0" lang="en-GB" sz="1200" strike="noStrike" u="none">
              <a:solidFill>
                <a:srgbClr val="ffffff"/>
              </a:solidFill>
              <a:effectLst/>
              <a:uFillTx/>
              <a:latin typeface="Arial"/>
            </a:endParaRPr>
          </a:p>
        </p:txBody>
      </p:sp>
      <p:cxnSp>
        <p:nvCxnSpPr>
          <p:cNvPr id="222" name="Rett pilkobling 25"/>
          <p:cNvCxnSpPr/>
          <p:nvPr/>
        </p:nvCxnSpPr>
        <p:spPr>
          <a:xfrm>
            <a:off x="8088840" y="5513760"/>
            <a:ext cx="852840" cy="360"/>
          </a:xfrm>
          <a:prstGeom prst="straightConnector1">
            <a:avLst/>
          </a:prstGeom>
          <a:ln w="19050">
            <a:solidFill>
              <a:srgbClr val="ffffff"/>
            </a:solidFill>
            <a:tailEnd len="med" type="triangle" w="med"/>
          </a:ln>
        </p:spPr>
      </p:cxnSp>
      <p:sp>
        <p:nvSpPr>
          <p:cNvPr id="223" name="Venstre klammeparentes 26"/>
          <p:cNvSpPr/>
          <p:nvPr/>
        </p:nvSpPr>
        <p:spPr>
          <a:xfrm rot="5400000">
            <a:off x="3849120" y="4477680"/>
            <a:ext cx="107640" cy="19476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224" name="TekstSylinder 27"/>
          <p:cNvSpPr/>
          <p:nvPr/>
        </p:nvSpPr>
        <p:spPr>
          <a:xfrm>
            <a:off x="3540240" y="3690360"/>
            <a:ext cx="758520" cy="8312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trike="noStrike" u="none">
                <a:solidFill>
                  <a:schemeClr val="lt1"/>
                </a:solidFill>
                <a:effectLst/>
                <a:uFillTx/>
                <a:latin typeface="Calibri"/>
              </a:rPr>
              <a:t>ISR = Interrupt service routine</a:t>
            </a:r>
            <a:endParaRPr b="0" lang="en-GB" sz="1200" strike="noStrike" u="none">
              <a:solidFill>
                <a:srgbClr val="ffffff"/>
              </a:solidFill>
              <a:effectLst/>
              <a:uFillTx/>
              <a:latin typeface="Arial"/>
            </a:endParaRPr>
          </a:p>
        </p:txBody>
      </p:sp>
      <p:sp>
        <p:nvSpPr>
          <p:cNvPr id="225" name="Venstre klammeparentes 28"/>
          <p:cNvSpPr/>
          <p:nvPr/>
        </p:nvSpPr>
        <p:spPr>
          <a:xfrm rot="5400000">
            <a:off x="4531680" y="4093200"/>
            <a:ext cx="107640" cy="963360"/>
          </a:xfrm>
          <a:prstGeom prst="leftBrace">
            <a:avLst>
              <a:gd name="adj1" fmla="val 8333"/>
              <a:gd name="adj2" fmla="val 50000"/>
            </a:avLst>
          </a:prstGeom>
          <a:noFill/>
          <a:ln>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226" name="TekstSylinder 29"/>
          <p:cNvSpPr/>
          <p:nvPr/>
        </p:nvSpPr>
        <p:spPr>
          <a:xfrm>
            <a:off x="4206240" y="3744000"/>
            <a:ext cx="758520" cy="8312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trike="noStrike" u="none">
                <a:solidFill>
                  <a:schemeClr val="lt1"/>
                </a:solidFill>
                <a:effectLst/>
                <a:uFillTx/>
                <a:latin typeface="Calibri"/>
              </a:rPr>
              <a:t>The interrupt </a:t>
            </a:r>
            <a:r>
              <a:rPr b="0" i="1" lang="en-US" sz="1200" strike="noStrike" u="none">
                <a:solidFill>
                  <a:schemeClr val="lt1"/>
                </a:solidFill>
                <a:effectLst/>
                <a:uFillTx/>
                <a:latin typeface="Calibri"/>
              </a:rPr>
              <a:t>vector</a:t>
            </a:r>
            <a:r>
              <a:rPr b="0" lang="en-US" sz="1200" strike="noStrike" u="none">
                <a:solidFill>
                  <a:schemeClr val="lt1"/>
                </a:solidFill>
                <a:effectLst/>
                <a:uFillTx/>
                <a:latin typeface="Calibri"/>
              </a:rPr>
              <a:t> name</a:t>
            </a:r>
            <a:endParaRPr b="0" lang="en-GB" sz="1200" strike="noStrike" u="none">
              <a:solidFill>
                <a:srgbClr val="ffffff"/>
              </a:solidFill>
              <a:effectLst/>
              <a:uFillTx/>
              <a:latin typeface="Arial"/>
            </a:endParaRPr>
          </a:p>
        </p:txBody>
      </p:sp>
      <p:pic>
        <p:nvPicPr>
          <p:cNvPr id="227" name="Grafikk 30" descr="Advarsel kontur"/>
          <p:cNvPicPr/>
          <p:nvPr/>
        </p:nvPicPr>
        <p:blipFill>
          <a:blip r:embed="rId17">
            <a:extLst>
              <a:ext uri="{96DAC541-7B7A-43D3-8B79-37D633B846F1}">
                <asvg:svgBlip xmlns:asvg="http://schemas.microsoft.com/office/drawing/2016/SVG/main" r:embed="rId18"/>
              </a:ext>
            </a:extLst>
          </a:blip>
          <a:stretch/>
        </p:blipFill>
        <p:spPr>
          <a:xfrm>
            <a:off x="2521440" y="4272120"/>
            <a:ext cx="456840" cy="456840"/>
          </a:xfrm>
          <a:prstGeom prst="rect">
            <a:avLst/>
          </a:prstGeom>
          <a:noFill/>
          <a:ln w="0">
            <a:noFill/>
          </a:ln>
        </p:spPr>
      </p:pic>
    </p:spTree>
  </p:cSld>
  <mc:AlternateContent>
    <mc:Choice Requires="p14">
      <p:transition spd="slow" p14:dur="2000"/>
    </mc:Choice>
    <mc:Fallback>
      <p:transition spd="slow"/>
    </mc:Fallback>
  </mc:AlternateContent>
  <p:timing>
    <p:tnLst>
      <p:par>
        <p:cTn id="231" dur="indefinite" restart="never" nodeType="tmRoot">
          <p:childTnLst>
            <p:seq>
              <p:cTn id="232" dur="indefinite" nodeType="mainSeq">
                <p:childTnLst>
                  <p:par>
                    <p:cTn id="233" fill="hold">
                      <p:stCondLst>
                        <p:cond delay="indefinite"/>
                      </p:stCondLst>
                      <p:childTnLst>
                        <p:par>
                          <p:cTn id="234" fill="hold">
                            <p:stCondLst>
                              <p:cond delay="0"/>
                            </p:stCondLst>
                            <p:childTnLst>
                              <p:par>
                                <p:cTn id="235" nodeType="clickEffect" fill="hold" presetClass="entr" presetID="1">
                                  <p:stCondLst>
                                    <p:cond delay="0"/>
                                  </p:stCondLst>
                                  <p:childTnLst>
                                    <p:set>
                                      <p:cBhvr>
                                        <p:cTn id="236" dur="1" fill="hold">
                                          <p:stCondLst>
                                            <p:cond delay="0"/>
                                          </p:stCondLst>
                                        </p:cTn>
                                        <p:tgtEl>
                                          <p:spTgt spid="210"/>
                                        </p:tgtEl>
                                        <p:attrNameLst>
                                          <p:attrName>style.visibility</p:attrName>
                                        </p:attrNameLst>
                                      </p:cBhvr>
                                      <p:to>
                                        <p:strVal val="visible"/>
                                      </p:to>
                                    </p:set>
                                  </p:childTnLst>
                                </p:cTn>
                              </p:par>
                              <p:par>
                                <p:cTn id="237" nodeType="withEffect" fill="hold" presetClass="entr" presetID="1">
                                  <p:stCondLst>
                                    <p:cond delay="0"/>
                                  </p:stCondLst>
                                  <p:childTnLst>
                                    <p:set>
                                      <p:cBhvr>
                                        <p:cTn id="238" dur="1" fill="hold">
                                          <p:stCondLst>
                                            <p:cond delay="0"/>
                                          </p:stCondLst>
                                        </p:cTn>
                                        <p:tgtEl>
                                          <p:spTgt spid="211"/>
                                        </p:tgtEl>
                                        <p:attrNameLst>
                                          <p:attrName>style.visibility</p:attrName>
                                        </p:attrNameLst>
                                      </p:cBhvr>
                                      <p:to>
                                        <p:strVal val="visible"/>
                                      </p:to>
                                    </p:set>
                                  </p:childTnLst>
                                </p:cTn>
                              </p:par>
                            </p:childTnLst>
                          </p:cTn>
                        </p:par>
                      </p:childTnLst>
                    </p:cTn>
                  </p:par>
                  <p:par>
                    <p:cTn id="239" fill="hold">
                      <p:stCondLst>
                        <p:cond delay="indefinite"/>
                      </p:stCondLst>
                      <p:childTnLst>
                        <p:par>
                          <p:cTn id="240" fill="hold">
                            <p:stCondLst>
                              <p:cond delay="0"/>
                            </p:stCondLst>
                            <p:childTnLst>
                              <p:par>
                                <p:cTn id="241" nodeType="clickEffect" fill="hold" presetClass="entr" presetID="1">
                                  <p:stCondLst>
                                    <p:cond delay="0"/>
                                  </p:stCondLst>
                                  <p:childTnLst>
                                    <p:set>
                                      <p:cBhvr>
                                        <p:cTn id="242" dur="1" fill="hold">
                                          <p:stCondLst>
                                            <p:cond delay="0"/>
                                          </p:stCondLst>
                                        </p:cTn>
                                        <p:tgtEl>
                                          <p:spTgt spid="212"/>
                                        </p:tgtEl>
                                        <p:attrNameLst>
                                          <p:attrName>style.visibility</p:attrName>
                                        </p:attrNameLst>
                                      </p:cBhvr>
                                      <p:to>
                                        <p:strVal val="visible"/>
                                      </p:to>
                                    </p:set>
                                  </p:childTnLst>
                                </p:cTn>
                              </p:par>
                            </p:childTnLst>
                          </p:cTn>
                        </p:par>
                      </p:childTnLst>
                    </p:cTn>
                  </p:par>
                  <p:par>
                    <p:cTn id="243" fill="hold">
                      <p:stCondLst>
                        <p:cond delay="indefinite"/>
                      </p:stCondLst>
                      <p:childTnLst>
                        <p:par>
                          <p:cTn id="244" fill="hold">
                            <p:stCondLst>
                              <p:cond delay="0"/>
                            </p:stCondLst>
                            <p:childTnLst>
                              <p:par>
                                <p:cTn id="245" nodeType="clickEffect" fill="hold" presetClass="entr" presetID="1">
                                  <p:stCondLst>
                                    <p:cond delay="0"/>
                                  </p:stCondLst>
                                  <p:childTnLst>
                                    <p:set>
                                      <p:cBhvr>
                                        <p:cTn id="246" dur="1" fill="hold">
                                          <p:stCondLst>
                                            <p:cond delay="0"/>
                                          </p:stCondLst>
                                        </p:cTn>
                                        <p:tgtEl>
                                          <p:spTgt spid="213"/>
                                        </p:tgtEl>
                                        <p:attrNameLst>
                                          <p:attrName>style.visibility</p:attrName>
                                        </p:attrNameLst>
                                      </p:cBhvr>
                                      <p:to>
                                        <p:strVal val="visible"/>
                                      </p:to>
                                    </p:set>
                                  </p:childTnLst>
                                </p:cTn>
                              </p:par>
                              <p:par>
                                <p:cTn id="247" nodeType="withEffect" fill="hold" presetClass="entr" presetID="1">
                                  <p:stCondLst>
                                    <p:cond delay="0"/>
                                  </p:stCondLst>
                                  <p:childTnLst>
                                    <p:set>
                                      <p:cBhvr>
                                        <p:cTn id="248" dur="1" fill="hold">
                                          <p:stCondLst>
                                            <p:cond delay="0"/>
                                          </p:stCondLst>
                                        </p:cTn>
                                        <p:tgtEl>
                                          <p:spTgt spid="214"/>
                                        </p:tgtEl>
                                        <p:attrNameLst>
                                          <p:attrName>style.visibility</p:attrName>
                                        </p:attrNameLst>
                                      </p:cBhvr>
                                      <p:to>
                                        <p:strVal val="visible"/>
                                      </p:to>
                                    </p:set>
                                  </p:childTnLst>
                                </p:cTn>
                              </p:par>
                              <p:par>
                                <p:cTn id="249" nodeType="withEffect" fill="hold" presetClass="entr" presetID="1">
                                  <p:stCondLst>
                                    <p:cond delay="0"/>
                                  </p:stCondLst>
                                  <p:childTnLst>
                                    <p:set>
                                      <p:cBhvr>
                                        <p:cTn id="250" dur="1" fill="hold">
                                          <p:stCondLst>
                                            <p:cond delay="0"/>
                                          </p:stCondLst>
                                        </p:cTn>
                                        <p:tgtEl>
                                          <p:spTgt spid="218"/>
                                        </p:tgtEl>
                                        <p:attrNameLst>
                                          <p:attrName>style.visibility</p:attrName>
                                        </p:attrNameLst>
                                      </p:cBhvr>
                                      <p:to>
                                        <p:strVal val="visible"/>
                                      </p:to>
                                    </p:set>
                                  </p:childTnLst>
                                </p:cTn>
                              </p:par>
                            </p:childTnLst>
                          </p:cTn>
                        </p:par>
                      </p:childTnLst>
                    </p:cTn>
                  </p:par>
                  <p:par>
                    <p:cTn id="251" fill="hold">
                      <p:stCondLst>
                        <p:cond delay="indefinite"/>
                      </p:stCondLst>
                      <p:childTnLst>
                        <p:par>
                          <p:cTn id="252" fill="hold">
                            <p:stCondLst>
                              <p:cond delay="0"/>
                            </p:stCondLst>
                            <p:childTnLst>
                              <p:par>
                                <p:cTn id="253" nodeType="clickEffect" fill="hold" presetClass="entr" presetID="1">
                                  <p:stCondLst>
                                    <p:cond delay="0"/>
                                  </p:stCondLst>
                                  <p:childTnLst>
                                    <p:set>
                                      <p:cBhvr>
                                        <p:cTn id="254" dur="1" fill="hold">
                                          <p:stCondLst>
                                            <p:cond delay="0"/>
                                          </p:stCondLst>
                                        </p:cTn>
                                        <p:tgtEl>
                                          <p:spTgt spid="215"/>
                                        </p:tgtEl>
                                        <p:attrNameLst>
                                          <p:attrName>style.visibility</p:attrName>
                                        </p:attrNameLst>
                                      </p:cBhvr>
                                      <p:to>
                                        <p:strVal val="visible"/>
                                      </p:to>
                                    </p:set>
                                  </p:childTnLst>
                                </p:cTn>
                              </p:par>
                              <p:par>
                                <p:cTn id="255" nodeType="withEffect" fill="hold" presetClass="entr" presetID="1">
                                  <p:stCondLst>
                                    <p:cond delay="0"/>
                                  </p:stCondLst>
                                  <p:childTnLst>
                                    <p:set>
                                      <p:cBhvr>
                                        <p:cTn id="256" dur="1" fill="hold">
                                          <p:stCondLst>
                                            <p:cond delay="0"/>
                                          </p:stCondLst>
                                        </p:cTn>
                                        <p:tgtEl>
                                          <p:spTgt spid="220"/>
                                        </p:tgtEl>
                                        <p:attrNameLst>
                                          <p:attrName>style.visibility</p:attrName>
                                        </p:attrNameLst>
                                      </p:cBhvr>
                                      <p:to>
                                        <p:strVal val="visible"/>
                                      </p:to>
                                    </p:set>
                                  </p:childTnLst>
                                </p:cTn>
                              </p:par>
                              <p:par>
                                <p:cTn id="257" nodeType="withEffect" fill="hold" presetClass="entr" presetID="1">
                                  <p:stCondLst>
                                    <p:cond delay="0"/>
                                  </p:stCondLst>
                                  <p:childTnLst>
                                    <p:set>
                                      <p:cBhvr>
                                        <p:cTn id="258" dur="1" fill="hold">
                                          <p:stCondLst>
                                            <p:cond delay="0"/>
                                          </p:stCondLst>
                                        </p:cTn>
                                        <p:tgtEl>
                                          <p:spTgt spid="216"/>
                                        </p:tgtEl>
                                        <p:attrNameLst>
                                          <p:attrName>style.visibility</p:attrName>
                                        </p:attrNameLst>
                                      </p:cBhvr>
                                      <p:to>
                                        <p:strVal val="visible"/>
                                      </p:to>
                                    </p:set>
                                  </p:childTnLst>
                                </p:cTn>
                              </p:par>
                            </p:childTnLst>
                          </p:cTn>
                        </p:par>
                      </p:childTnLst>
                    </p:cTn>
                  </p:par>
                  <p:par>
                    <p:cTn id="259" fill="hold">
                      <p:stCondLst>
                        <p:cond delay="indefinite"/>
                      </p:stCondLst>
                      <p:childTnLst>
                        <p:par>
                          <p:cTn id="260" fill="hold">
                            <p:stCondLst>
                              <p:cond delay="0"/>
                            </p:stCondLst>
                            <p:childTnLst>
                              <p:par>
                                <p:cTn id="261" nodeType="clickEffect" fill="hold" presetClass="entr" presetID="1">
                                  <p:stCondLst>
                                    <p:cond delay="0"/>
                                  </p:stCondLst>
                                  <p:childTnLst>
                                    <p:set>
                                      <p:cBhvr>
                                        <p:cTn id="262" dur="1" fill="hold">
                                          <p:stCondLst>
                                            <p:cond delay="0"/>
                                          </p:stCondLst>
                                        </p:cTn>
                                        <p:tgtEl>
                                          <p:spTgt spid="217"/>
                                        </p:tgtEl>
                                        <p:attrNameLst>
                                          <p:attrName>style.visibility</p:attrName>
                                        </p:attrNameLst>
                                      </p:cBhvr>
                                      <p:to>
                                        <p:strVal val="visible"/>
                                      </p:to>
                                    </p:set>
                                  </p:childTnLst>
                                </p:cTn>
                              </p:par>
                            </p:childTnLst>
                          </p:cTn>
                        </p:par>
                      </p:childTnLst>
                    </p:cTn>
                  </p:par>
                  <p:par>
                    <p:cTn id="263" fill="hold">
                      <p:stCondLst>
                        <p:cond delay="indefinite"/>
                      </p:stCondLst>
                      <p:childTnLst>
                        <p:par>
                          <p:cTn id="264" fill="hold">
                            <p:stCondLst>
                              <p:cond delay="0"/>
                            </p:stCondLst>
                            <p:childTnLst>
                              <p:par>
                                <p:cTn id="265" nodeType="clickEffect" fill="hold" presetClass="entr" presetID="1">
                                  <p:stCondLst>
                                    <p:cond delay="0"/>
                                  </p:stCondLst>
                                  <p:childTnLst>
                                    <p:set>
                                      <p:cBhvr>
                                        <p:cTn id="266" dur="1" fill="hold">
                                          <p:stCondLst>
                                            <p:cond delay="0"/>
                                          </p:stCondLst>
                                        </p:cTn>
                                        <p:tgtEl>
                                          <p:spTgt spid="219"/>
                                        </p:tgtEl>
                                        <p:attrNameLst>
                                          <p:attrName>style.visibility</p:attrName>
                                        </p:attrNameLst>
                                      </p:cBhvr>
                                      <p:to>
                                        <p:strVal val="visible"/>
                                      </p:to>
                                    </p:set>
                                  </p:childTnLst>
                                </p:cTn>
                              </p:par>
                              <p:par>
                                <p:cTn id="267" nodeType="withEffect" fill="hold" presetClass="entr" presetID="1">
                                  <p:stCondLst>
                                    <p:cond delay="0"/>
                                  </p:stCondLst>
                                  <p:childTnLst>
                                    <p:set>
                                      <p:cBhvr>
                                        <p:cTn id="268" dur="1" fill="hold">
                                          <p:stCondLst>
                                            <p:cond delay="0"/>
                                          </p:stCondLst>
                                        </p:cTn>
                                        <p:tgtEl>
                                          <p:spTgt spid="209"/>
                                        </p:tgtEl>
                                        <p:attrNameLst>
                                          <p:attrName>style.visibility</p:attrName>
                                        </p:attrNameLst>
                                      </p:cBhvr>
                                      <p:to>
                                        <p:strVal val="visible"/>
                                      </p:to>
                                    </p:set>
                                  </p:childTnLst>
                                </p:cTn>
                              </p:par>
                              <p:par>
                                <p:cTn id="269" nodeType="withEffect" fill="hold" presetClass="entr" presetID="1">
                                  <p:stCondLst>
                                    <p:cond delay="0"/>
                                  </p:stCondLst>
                                  <p:childTnLst>
                                    <p:set>
                                      <p:cBhvr>
                                        <p:cTn id="270" dur="1" fill="hold">
                                          <p:stCondLst>
                                            <p:cond delay="0"/>
                                          </p:stCondLst>
                                        </p:cTn>
                                        <p:tgtEl>
                                          <p:spTgt spid="227"/>
                                        </p:tgtEl>
                                        <p:attrNameLst>
                                          <p:attrName>style.visibility</p:attrName>
                                        </p:attrNameLst>
                                      </p:cBhvr>
                                      <p:to>
                                        <p:strVal val="visible"/>
                                      </p:to>
                                    </p:set>
                                  </p:childTnLst>
                                </p:cTn>
                              </p:par>
                            </p:childTnLst>
                          </p:cTn>
                        </p:par>
                      </p:childTnLst>
                    </p:cTn>
                  </p:par>
                  <p:par>
                    <p:cTn id="271" fill="hold">
                      <p:stCondLst>
                        <p:cond delay="indefinite"/>
                      </p:stCondLst>
                      <p:childTnLst>
                        <p:par>
                          <p:cTn id="272" fill="hold">
                            <p:stCondLst>
                              <p:cond delay="0"/>
                            </p:stCondLst>
                            <p:childTnLst>
                              <p:par>
                                <p:cTn id="273" nodeType="clickEffect" fill="hold" presetClass="entr" presetID="1">
                                  <p:stCondLst>
                                    <p:cond delay="0"/>
                                  </p:stCondLst>
                                  <p:childTnLst>
                                    <p:set>
                                      <p:cBhvr>
                                        <p:cTn id="274" dur="1" fill="hold">
                                          <p:stCondLst>
                                            <p:cond delay="0"/>
                                          </p:stCondLst>
                                        </p:cTn>
                                        <p:tgtEl>
                                          <p:spTgt spid="222"/>
                                        </p:tgtEl>
                                        <p:attrNameLst>
                                          <p:attrName>style.visibility</p:attrName>
                                        </p:attrNameLst>
                                      </p:cBhvr>
                                      <p:to>
                                        <p:strVal val="visible"/>
                                      </p:to>
                                    </p:set>
                                  </p:childTnLst>
                                </p:cTn>
                              </p:par>
                              <p:par>
                                <p:cTn id="275" nodeType="withEffect" fill="hold" presetClass="entr" presetID="1">
                                  <p:stCondLst>
                                    <p:cond delay="0"/>
                                  </p:stCondLst>
                                  <p:childTnLst>
                                    <p:set>
                                      <p:cBhvr>
                                        <p:cTn id="276" dur="1" fill="hold">
                                          <p:stCondLst>
                                            <p:cond delay="0"/>
                                          </p:stCondLst>
                                        </p:cTn>
                                        <p:tgtEl>
                                          <p:spTgt spid="221"/>
                                        </p:tgtEl>
                                        <p:attrNameLst>
                                          <p:attrName>style.visibility</p:attrName>
                                        </p:attrNameLst>
                                      </p:cBhvr>
                                      <p:to>
                                        <p:strVal val="visible"/>
                                      </p:to>
                                    </p:set>
                                  </p:childTnLst>
                                </p:cTn>
                              </p:par>
                            </p:childTnLst>
                          </p:cTn>
                        </p:par>
                      </p:childTnLst>
                    </p:cTn>
                  </p:par>
                  <p:par>
                    <p:cTn id="277" fill="hold">
                      <p:stCondLst>
                        <p:cond delay="indefinite"/>
                      </p:stCondLst>
                      <p:childTnLst>
                        <p:par>
                          <p:cTn id="278" fill="hold">
                            <p:stCondLst>
                              <p:cond delay="0"/>
                            </p:stCondLst>
                            <p:childTnLst>
                              <p:par>
                                <p:cTn id="279" nodeType="clickEffect" fill="hold" presetClass="entr" presetID="1">
                                  <p:stCondLst>
                                    <p:cond delay="0"/>
                                  </p:stCondLst>
                                  <p:childTnLst>
                                    <p:set>
                                      <p:cBhvr>
                                        <p:cTn id="280" dur="1" fill="hold">
                                          <p:stCondLst>
                                            <p:cond delay="0"/>
                                          </p:stCondLst>
                                        </p:cTn>
                                        <p:tgtEl>
                                          <p:spTgt spid="224"/>
                                        </p:tgtEl>
                                        <p:attrNameLst>
                                          <p:attrName>style.visibility</p:attrName>
                                        </p:attrNameLst>
                                      </p:cBhvr>
                                      <p:to>
                                        <p:strVal val="visible"/>
                                      </p:to>
                                    </p:set>
                                  </p:childTnLst>
                                </p:cTn>
                              </p:par>
                              <p:par>
                                <p:cTn id="281" nodeType="withEffect" fill="hold" presetClass="entr" presetID="1">
                                  <p:stCondLst>
                                    <p:cond delay="0"/>
                                  </p:stCondLst>
                                  <p:childTnLst>
                                    <p:set>
                                      <p:cBhvr>
                                        <p:cTn id="282" dur="1" fill="hold">
                                          <p:stCondLst>
                                            <p:cond delay="0"/>
                                          </p:stCondLst>
                                        </p:cTn>
                                        <p:tgtEl>
                                          <p:spTgt spid="223"/>
                                        </p:tgtEl>
                                        <p:attrNameLst>
                                          <p:attrName>style.visibility</p:attrName>
                                        </p:attrNameLst>
                                      </p:cBhvr>
                                      <p:to>
                                        <p:strVal val="visible"/>
                                      </p:to>
                                    </p:set>
                                  </p:childTnLst>
                                </p:cTn>
                              </p:par>
                            </p:childTnLst>
                          </p:cTn>
                        </p:par>
                      </p:childTnLst>
                    </p:cTn>
                  </p:par>
                  <p:par>
                    <p:cTn id="283" fill="hold">
                      <p:stCondLst>
                        <p:cond delay="indefinite"/>
                      </p:stCondLst>
                      <p:childTnLst>
                        <p:par>
                          <p:cTn id="284" fill="hold">
                            <p:stCondLst>
                              <p:cond delay="0"/>
                            </p:stCondLst>
                            <p:childTnLst>
                              <p:par>
                                <p:cTn id="285" nodeType="clickEffect" fill="hold" presetClass="entr" presetID="1">
                                  <p:stCondLst>
                                    <p:cond delay="0"/>
                                  </p:stCondLst>
                                  <p:childTnLst>
                                    <p:set>
                                      <p:cBhvr>
                                        <p:cTn id="286" dur="1" fill="hold">
                                          <p:stCondLst>
                                            <p:cond delay="0"/>
                                          </p:stCondLst>
                                        </p:cTn>
                                        <p:tgtEl>
                                          <p:spTgt spid="226"/>
                                        </p:tgtEl>
                                        <p:attrNameLst>
                                          <p:attrName>style.visibility</p:attrName>
                                        </p:attrNameLst>
                                      </p:cBhvr>
                                      <p:to>
                                        <p:strVal val="visible"/>
                                      </p:to>
                                    </p:set>
                                  </p:childTnLst>
                                </p:cTn>
                              </p:par>
                              <p:par>
                                <p:cTn id="287" nodeType="withEffect" fill="hold" presetClass="entr" presetID="1">
                                  <p:stCondLst>
                                    <p:cond delay="0"/>
                                  </p:stCondLst>
                                  <p:childTnLst>
                                    <p:set>
                                      <p:cBhvr>
                                        <p:cTn id="288" dur="1" fill="hold">
                                          <p:stCondLst>
                                            <p:cond delay="0"/>
                                          </p:stCondLst>
                                        </p:cTn>
                                        <p:tgtEl>
                                          <p:spTgt spid="2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Interrupts – How do we configure these things?</a:t>
            </a:r>
            <a:endParaRPr b="0" lang="en-US" sz="4400" strike="noStrike" u="none">
              <a:solidFill>
                <a:schemeClr val="lt1"/>
              </a:solidFill>
              <a:effectLst/>
              <a:uFillTx/>
              <a:latin typeface="Calibri"/>
            </a:endParaRPr>
          </a:p>
        </p:txBody>
      </p:sp>
      <p:pic>
        <p:nvPicPr>
          <p:cNvPr id="229" name="Grafikk 4" descr="Advarsel kontur"/>
          <p:cNvPicPr/>
          <p:nvPr/>
        </p:nvPicPr>
        <p:blipFill>
          <a:blip r:embed="rId1">
            <a:extLst>
              <a:ext uri="{96DAC541-7B7A-43D3-8B79-37D633B846F1}">
                <asvg:svgBlip xmlns:asvg="http://schemas.microsoft.com/office/drawing/2016/SVG/main" r:embed="rId2"/>
              </a:ext>
            </a:extLst>
          </a:blip>
          <a:stretch/>
        </p:blipFill>
        <p:spPr>
          <a:xfrm>
            <a:off x="10896480" y="570600"/>
            <a:ext cx="914040" cy="914040"/>
          </a:xfrm>
          <a:prstGeom prst="rect">
            <a:avLst/>
          </a:prstGeom>
          <a:noFill/>
          <a:ln w="0">
            <a:noFill/>
          </a:ln>
        </p:spPr>
      </p:pic>
      <p:sp>
        <p:nvSpPr>
          <p:cNvPr id="230" name="TekstSylinder 2"/>
          <p:cNvSpPr/>
          <p:nvPr/>
        </p:nvSpPr>
        <p:spPr>
          <a:xfrm>
            <a:off x="936000" y="2485080"/>
            <a:ext cx="62499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must enable interrupts </a:t>
            </a:r>
            <a:r>
              <a:rPr b="0" i="1" lang="en-US" sz="1800" strike="noStrike" u="none">
                <a:solidFill>
                  <a:schemeClr val="lt1"/>
                </a:solidFill>
                <a:effectLst/>
                <a:uFillTx/>
                <a:latin typeface="Calibri"/>
              </a:rPr>
              <a:t>globally. </a:t>
            </a:r>
            <a:r>
              <a:rPr b="0" lang="en-US" sz="1800" strike="noStrike" u="none">
                <a:solidFill>
                  <a:schemeClr val="lt1"/>
                </a:solidFill>
                <a:effectLst/>
                <a:uFillTx/>
                <a:latin typeface="Calibri"/>
              </a:rPr>
              <a:t>Done by calling </a:t>
            </a:r>
            <a:r>
              <a:rPr b="0" i="1" lang="en-US" sz="1800" strike="noStrike" u="none">
                <a:solidFill>
                  <a:schemeClr val="lt1"/>
                </a:solidFill>
                <a:effectLst/>
                <a:uFillTx/>
                <a:latin typeface="Calibri"/>
              </a:rPr>
              <a:t>sei();</a:t>
            </a:r>
            <a:endParaRPr b="0" lang="en-GB" sz="1800" strike="noStrike" u="none">
              <a:solidFill>
                <a:srgbClr val="ffffff"/>
              </a:solidFill>
              <a:effectLst/>
              <a:uFillTx/>
              <a:latin typeface="Arial"/>
            </a:endParaRPr>
          </a:p>
        </p:txBody>
      </p:sp>
      <p:sp>
        <p:nvSpPr>
          <p:cNvPr id="231" name="TekstSylinder 5"/>
          <p:cNvSpPr/>
          <p:nvPr/>
        </p:nvSpPr>
        <p:spPr>
          <a:xfrm>
            <a:off x="936000" y="3776040"/>
            <a:ext cx="6249960" cy="646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must enable the corresponding interrupt bit for the module we want interrupts from</a:t>
            </a:r>
            <a:endParaRPr b="0" lang="en-GB" sz="1800" strike="noStrike" u="none">
              <a:solidFill>
                <a:srgbClr val="ffffff"/>
              </a:solidFill>
              <a:effectLst/>
              <a:uFillTx/>
              <a:latin typeface="Arial"/>
            </a:endParaRPr>
          </a:p>
        </p:txBody>
      </p:sp>
      <p:pic>
        <p:nvPicPr>
          <p:cNvPr id="232" name="Bilde 7" descr=""/>
          <p:cNvPicPr/>
          <p:nvPr/>
        </p:nvPicPr>
        <p:blipFill>
          <a:blip r:embed="rId3"/>
          <a:stretch/>
        </p:blipFill>
        <p:spPr>
          <a:xfrm>
            <a:off x="7952760" y="3017160"/>
            <a:ext cx="4033800" cy="2163240"/>
          </a:xfrm>
          <a:prstGeom prst="rect">
            <a:avLst/>
          </a:prstGeom>
          <a:noFill/>
          <a:ln w="0">
            <a:noFill/>
          </a:ln>
        </p:spPr>
      </p:pic>
      <p:sp>
        <p:nvSpPr>
          <p:cNvPr id="233" name="TekstSylinder 9"/>
          <p:cNvSpPr/>
          <p:nvPr/>
        </p:nvSpPr>
        <p:spPr>
          <a:xfrm>
            <a:off x="8353080" y="5737320"/>
            <a:ext cx="3355920" cy="769680"/>
          </a:xfrm>
          <a:prstGeom prst="rect">
            <a:avLst/>
          </a:prstGeom>
          <a:noFill/>
          <a:ln w="19050">
            <a:solidFill>
              <a:srgbClr val="ffffff"/>
            </a:solidFill>
            <a:round/>
          </a:ln>
        </p:spPr>
        <p:style>
          <a:lnRef idx="0"/>
          <a:fillRef idx="0"/>
          <a:effectRef idx="0"/>
          <a:fontRef idx="minor"/>
        </p:style>
        <p:txBody>
          <a:bodyPr lIns="90000" rIns="90000" tIns="45000" bIns="45000" anchor="t">
            <a:spAutoFit/>
          </a:bodyPr>
          <a:p>
            <a:pPr defTabSz="457200">
              <a:lnSpc>
                <a:spcPct val="100000"/>
              </a:lnSpc>
            </a:pPr>
            <a:r>
              <a:rPr b="0" lang="en-US" sz="1100" strike="noStrike" u="none">
                <a:solidFill>
                  <a:schemeClr val="lt1"/>
                </a:solidFill>
                <a:effectLst/>
                <a:uFillTx/>
                <a:latin typeface="Calibri"/>
              </a:rPr>
              <a:t>ISR (TCA0_OVF_vect) {</a:t>
            </a:r>
            <a:endParaRPr b="0" lang="en-GB" sz="1100" strike="noStrike" u="none">
              <a:solidFill>
                <a:srgbClr val="ffffff"/>
              </a:solidFill>
              <a:effectLst/>
              <a:uFillTx/>
              <a:latin typeface="Arial"/>
            </a:endParaRPr>
          </a:p>
          <a:p>
            <a:pPr defTabSz="457200">
              <a:lnSpc>
                <a:spcPct val="100000"/>
              </a:lnSpc>
            </a:pPr>
            <a:r>
              <a:rPr b="0" lang="en-US" sz="1100" strike="noStrike" u="none">
                <a:solidFill>
                  <a:schemeClr val="lt1"/>
                </a:solidFill>
                <a:effectLst/>
                <a:uFillTx/>
                <a:latin typeface="Calibri"/>
              </a:rPr>
              <a:t>	</a:t>
            </a:r>
            <a:r>
              <a:rPr b="0" lang="en-US" sz="1100" strike="noStrike" u="none">
                <a:solidFill>
                  <a:schemeClr val="lt1"/>
                </a:solidFill>
                <a:effectLst/>
                <a:uFillTx/>
                <a:latin typeface="Calibri"/>
              </a:rPr>
              <a:t>// Some code</a:t>
            </a:r>
            <a:endParaRPr b="0" lang="en-GB" sz="1100" strike="noStrike" u="none">
              <a:solidFill>
                <a:srgbClr val="ffffff"/>
              </a:solidFill>
              <a:effectLst/>
              <a:uFillTx/>
              <a:latin typeface="Arial"/>
            </a:endParaRPr>
          </a:p>
          <a:p>
            <a:pPr defTabSz="457200">
              <a:lnSpc>
                <a:spcPct val="100000"/>
              </a:lnSpc>
            </a:pPr>
            <a:r>
              <a:rPr b="0" lang="en-US" sz="1100" strike="noStrike" u="none">
                <a:solidFill>
                  <a:schemeClr val="lt1"/>
                </a:solidFill>
                <a:effectLst/>
                <a:uFillTx/>
                <a:latin typeface="Calibri"/>
              </a:rPr>
              <a:t>	</a:t>
            </a:r>
            <a:r>
              <a:rPr b="0" lang="en-US" sz="1100" strike="noStrike" u="none">
                <a:solidFill>
                  <a:schemeClr val="lt1"/>
                </a:solidFill>
                <a:effectLst/>
                <a:uFillTx/>
                <a:latin typeface="Calibri"/>
              </a:rPr>
              <a:t>TCA.SINGLE.INTFLAGS = TCA_SINGLE_OVF_bm;</a:t>
            </a:r>
            <a:endParaRPr b="0" lang="en-GB" sz="1100" strike="noStrike" u="none">
              <a:solidFill>
                <a:srgbClr val="ffffff"/>
              </a:solidFill>
              <a:effectLst/>
              <a:uFillTx/>
              <a:latin typeface="Arial"/>
            </a:endParaRPr>
          </a:p>
          <a:p>
            <a:pPr defTabSz="457200">
              <a:lnSpc>
                <a:spcPct val="100000"/>
              </a:lnSpc>
            </a:pPr>
            <a:r>
              <a:rPr b="0" lang="en-US" sz="1100" strike="noStrike" u="none">
                <a:solidFill>
                  <a:schemeClr val="lt1"/>
                </a:solidFill>
                <a:effectLst/>
                <a:uFillTx/>
                <a:latin typeface="Calibri"/>
              </a:rPr>
              <a:t>}</a:t>
            </a:r>
            <a:endParaRPr b="0" lang="en-GB" sz="1100" strike="noStrike" u="none">
              <a:solidFill>
                <a:srgbClr val="ffffff"/>
              </a:solidFill>
              <a:effectLst/>
              <a:uFillTx/>
              <a:latin typeface="Arial"/>
            </a:endParaRPr>
          </a:p>
        </p:txBody>
      </p:sp>
      <p:cxnSp>
        <p:nvCxnSpPr>
          <p:cNvPr id="234" name="Kobling: vinkel 11"/>
          <p:cNvCxnSpPr>
            <a:stCxn id="235" idx="2"/>
          </p:cNvCxnSpPr>
          <p:nvPr/>
        </p:nvCxnSpPr>
        <p:spPr>
          <a:xfrm rot="5400000">
            <a:off x="10316160" y="4348800"/>
            <a:ext cx="1495440" cy="995760"/>
          </a:xfrm>
          <a:prstGeom prst="bentConnector3">
            <a:avLst>
              <a:gd name="adj1" fmla="val 50012"/>
            </a:avLst>
          </a:prstGeom>
          <a:ln w="19050">
            <a:solidFill>
              <a:srgbClr val="ff0000"/>
            </a:solidFill>
            <a:tailEnd len="med" type="triangle" w="med"/>
          </a:ln>
        </p:spPr>
      </p:cxnSp>
      <p:sp>
        <p:nvSpPr>
          <p:cNvPr id="236" name="TekstSylinder 15"/>
          <p:cNvSpPr/>
          <p:nvPr/>
        </p:nvSpPr>
        <p:spPr>
          <a:xfrm>
            <a:off x="936000" y="5737320"/>
            <a:ext cx="6249960" cy="646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must include the code for the </a:t>
            </a:r>
            <a:r>
              <a:rPr b="0" i="1" lang="en-US" sz="1800" strike="noStrike" u="none">
                <a:solidFill>
                  <a:schemeClr val="lt1"/>
                </a:solidFill>
                <a:effectLst/>
                <a:uFillTx/>
                <a:latin typeface="Calibri"/>
              </a:rPr>
              <a:t>interrupt service routing </a:t>
            </a:r>
            <a:r>
              <a:rPr b="0" lang="en-US" sz="1800" strike="noStrike" u="none">
                <a:solidFill>
                  <a:schemeClr val="lt1"/>
                </a:solidFill>
                <a:effectLst/>
                <a:uFillTx/>
                <a:latin typeface="Calibri"/>
              </a:rPr>
              <a:t>with the correct </a:t>
            </a:r>
            <a:r>
              <a:rPr b="0" i="1" lang="en-US" sz="1800" strike="noStrike" u="none">
                <a:solidFill>
                  <a:schemeClr val="lt1"/>
                </a:solidFill>
                <a:effectLst/>
                <a:uFillTx/>
                <a:latin typeface="Calibri"/>
              </a:rPr>
              <a:t>interrupt vector name</a:t>
            </a:r>
            <a:endParaRPr b="0" lang="en-GB" sz="1800" strike="noStrike" u="none">
              <a:solidFill>
                <a:srgbClr val="ffffff"/>
              </a:solidFill>
              <a:effectLst/>
              <a:uFillTx/>
              <a:latin typeface="Arial"/>
            </a:endParaRPr>
          </a:p>
        </p:txBody>
      </p:sp>
      <p:sp>
        <p:nvSpPr>
          <p:cNvPr id="235" name="Rektangel 3"/>
          <p:cNvSpPr/>
          <p:nvPr/>
        </p:nvSpPr>
        <p:spPr>
          <a:xfrm>
            <a:off x="11349360" y="3711240"/>
            <a:ext cx="425160" cy="3877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timing>
    <p:tnLst>
      <p:par>
        <p:cTn id="289" dur="indefinite" restart="never" nodeType="tmRoot">
          <p:childTnLst>
            <p:seq>
              <p:cTn id="290" dur="indefinite" nodeType="mainSeq">
                <p:childTnLst>
                  <p:par>
                    <p:cTn id="291" fill="hold">
                      <p:stCondLst>
                        <p:cond delay="indefinite"/>
                      </p:stCondLst>
                      <p:childTnLst>
                        <p:par>
                          <p:cTn id="292" fill="hold">
                            <p:stCondLst>
                              <p:cond delay="0"/>
                            </p:stCondLst>
                            <p:childTnLst>
                              <p:par>
                                <p:cTn id="293" nodeType="clickEffect" fill="hold" presetClass="entr" presetID="1">
                                  <p:stCondLst>
                                    <p:cond delay="0"/>
                                  </p:stCondLst>
                                  <p:childTnLst>
                                    <p:set>
                                      <p:cBhvr>
                                        <p:cTn id="294" dur="1" fill="hold">
                                          <p:stCondLst>
                                            <p:cond delay="0"/>
                                          </p:stCondLst>
                                        </p:cTn>
                                        <p:tgtEl>
                                          <p:spTgt spid="231"/>
                                        </p:tgtEl>
                                        <p:attrNameLst>
                                          <p:attrName>style.visibility</p:attrName>
                                        </p:attrNameLst>
                                      </p:cBhvr>
                                      <p:to>
                                        <p:strVal val="visible"/>
                                      </p:to>
                                    </p:set>
                                  </p:childTnLst>
                                </p:cTn>
                              </p:par>
                              <p:par>
                                <p:cTn id="295" nodeType="withEffect" fill="hold" presetClass="entr" presetID="1">
                                  <p:stCondLst>
                                    <p:cond delay="0"/>
                                  </p:stCondLst>
                                  <p:childTnLst>
                                    <p:set>
                                      <p:cBhvr>
                                        <p:cTn id="296" dur="1" fill="hold">
                                          <p:stCondLst>
                                            <p:cond delay="0"/>
                                          </p:stCondLst>
                                        </p:cTn>
                                        <p:tgtEl>
                                          <p:spTgt spid="232"/>
                                        </p:tgtEl>
                                        <p:attrNameLst>
                                          <p:attrName>style.visibility</p:attrName>
                                        </p:attrNameLst>
                                      </p:cBhvr>
                                      <p:to>
                                        <p:strVal val="visible"/>
                                      </p:to>
                                    </p:set>
                                  </p:childTnLst>
                                </p:cTn>
                              </p:par>
                              <p:par>
                                <p:cTn id="297" nodeType="withEffect" fill="hold" presetClass="emph" presetID="24">
                                  <p:stCondLst>
                                    <p:cond delay="0"/>
                                  </p:stCondLst>
                                  <p:childTnLst>
                                    <p:animClr clrSpc="hsl" dir="cw">
                                      <p:cBhvr>
                                        <p:cTn id="298" dur="10" fill="hold"/>
                                        <p:tgtEl>
                                          <p:spTgt spid="230"/>
                                        </p:tgtEl>
                                        <p:attrNameLst>
                                          <p:attrName>style.color</p:attrName>
                                        </p:attrNameLst>
                                      </p:cBhvr>
                                      <p:by>
                                        <p:hsl h="0" s="-12549" l="-25098"/>
                                      </p:by>
                                    </p:animClr>
                                    <p:animClr clrSpc="hsl" dir="cw">
                                      <p:cBhvr>
                                        <p:cTn id="299" dur="10" fill="hold"/>
                                        <p:tgtEl>
                                          <p:spTgt spid="230"/>
                                        </p:tgtEl>
                                        <p:attrNameLst>
                                          <p:attrName>fillcolor</p:attrName>
                                        </p:attrNameLst>
                                      </p:cBhvr>
                                      <p:by>
                                        <p:hsl h="0" s="-12549" l="-25098"/>
                                      </p:by>
                                    </p:animClr>
                                    <p:animClr clrSpc="hsl" dir="cw">
                                      <p:cBhvr>
                                        <p:cTn id="300" dur="10" fill="hold"/>
                                        <p:tgtEl>
                                          <p:spTgt spid="230"/>
                                        </p:tgtEl>
                                        <p:attrNameLst>
                                          <p:attrName>stroke.color</p:attrName>
                                        </p:attrNameLst>
                                      </p:cBhvr>
                                      <p:by>
                                        <p:hsl h="0" s="-12549" l="-25098"/>
                                      </p:by>
                                    </p:animClr>
                                    <p:set>
                                      <p:cBhvr>
                                        <p:cTn id="301" dur="10" fill="hold"/>
                                        <p:tgtEl>
                                          <p:spTgt spid="230"/>
                                        </p:tgtEl>
                                        <p:attrNameLst>
                                          <p:attrName>fill.type</p:attrName>
                                        </p:attrNameLst>
                                      </p:cBhvr>
                                      <p:to>
                                        <p:strVal val="solid"/>
                                      </p:to>
                                    </p:set>
                                  </p:childTnLst>
                                </p:cTn>
                              </p:par>
                            </p:childTnLst>
                          </p:cTn>
                        </p:par>
                      </p:childTnLst>
                    </p:cTn>
                  </p:par>
                  <p:par>
                    <p:cTn id="302" fill="hold">
                      <p:stCondLst>
                        <p:cond delay="indefinite"/>
                      </p:stCondLst>
                      <p:childTnLst>
                        <p:par>
                          <p:cTn id="303" fill="hold">
                            <p:stCondLst>
                              <p:cond delay="0"/>
                            </p:stCondLst>
                            <p:childTnLst>
                              <p:par>
                                <p:cTn id="304" nodeType="clickEffect" fill="hold" presetClass="entr" presetID="1">
                                  <p:stCondLst>
                                    <p:cond delay="0"/>
                                  </p:stCondLst>
                                  <p:childTnLst>
                                    <p:set>
                                      <p:cBhvr>
                                        <p:cTn id="305" dur="1" fill="hold">
                                          <p:stCondLst>
                                            <p:cond delay="0"/>
                                          </p:stCondLst>
                                        </p:cTn>
                                        <p:tgtEl>
                                          <p:spTgt spid="234"/>
                                        </p:tgtEl>
                                        <p:attrNameLst>
                                          <p:attrName>style.visibility</p:attrName>
                                        </p:attrNameLst>
                                      </p:cBhvr>
                                      <p:to>
                                        <p:strVal val="visible"/>
                                      </p:to>
                                    </p:set>
                                  </p:childTnLst>
                                </p:cTn>
                              </p:par>
                              <p:par>
                                <p:cTn id="306" nodeType="withEffect" fill="hold" presetClass="entr" presetID="1">
                                  <p:stCondLst>
                                    <p:cond delay="0"/>
                                  </p:stCondLst>
                                  <p:childTnLst>
                                    <p:set>
                                      <p:cBhvr>
                                        <p:cTn id="307" dur="1" fill="hold">
                                          <p:stCondLst>
                                            <p:cond delay="0"/>
                                          </p:stCondLst>
                                        </p:cTn>
                                        <p:tgtEl>
                                          <p:spTgt spid="233"/>
                                        </p:tgtEl>
                                        <p:attrNameLst>
                                          <p:attrName>style.visibility</p:attrName>
                                        </p:attrNameLst>
                                      </p:cBhvr>
                                      <p:to>
                                        <p:strVal val="visible"/>
                                      </p:to>
                                    </p:set>
                                  </p:childTnLst>
                                </p:cTn>
                              </p:par>
                              <p:par>
                                <p:cTn id="308" nodeType="withEffect" fill="hold" presetClass="emph" presetID="24">
                                  <p:stCondLst>
                                    <p:cond delay="0"/>
                                  </p:stCondLst>
                                  <p:childTnLst>
                                    <p:animClr clrSpc="hsl" dir="cw">
                                      <p:cBhvr>
                                        <p:cTn id="309" dur="10" fill="hold"/>
                                        <p:tgtEl>
                                          <p:spTgt spid="231"/>
                                        </p:tgtEl>
                                        <p:attrNameLst>
                                          <p:attrName>style.color</p:attrName>
                                        </p:attrNameLst>
                                      </p:cBhvr>
                                      <p:by>
                                        <p:hsl h="0" s="-12549" l="-25098"/>
                                      </p:by>
                                    </p:animClr>
                                    <p:animClr clrSpc="hsl" dir="cw">
                                      <p:cBhvr>
                                        <p:cTn id="310" dur="10" fill="hold"/>
                                        <p:tgtEl>
                                          <p:spTgt spid="231"/>
                                        </p:tgtEl>
                                        <p:attrNameLst>
                                          <p:attrName>fillcolor</p:attrName>
                                        </p:attrNameLst>
                                      </p:cBhvr>
                                      <p:by>
                                        <p:hsl h="0" s="-12549" l="-25098"/>
                                      </p:by>
                                    </p:animClr>
                                    <p:animClr clrSpc="hsl" dir="cw">
                                      <p:cBhvr>
                                        <p:cTn id="311" dur="10" fill="hold"/>
                                        <p:tgtEl>
                                          <p:spTgt spid="231"/>
                                        </p:tgtEl>
                                        <p:attrNameLst>
                                          <p:attrName>stroke.color</p:attrName>
                                        </p:attrNameLst>
                                      </p:cBhvr>
                                      <p:by>
                                        <p:hsl h="0" s="-12549" l="-25098"/>
                                      </p:by>
                                    </p:animClr>
                                    <p:set>
                                      <p:cBhvr>
                                        <p:cTn id="312" dur="10" fill="hold"/>
                                        <p:tgtEl>
                                          <p:spTgt spid="231"/>
                                        </p:tgtEl>
                                        <p:attrNameLst>
                                          <p:attrName>fill.type</p:attrName>
                                        </p:attrNameLst>
                                      </p:cBhvr>
                                      <p:to>
                                        <p:strVal val="solid"/>
                                      </p:to>
                                    </p:set>
                                  </p:childTnLst>
                                </p:cTn>
                              </p:par>
                              <p:par>
                                <p:cTn id="313" nodeType="withEffect" fill="hold" presetClass="entr" presetID="1">
                                  <p:stCondLst>
                                    <p:cond delay="0"/>
                                  </p:stCondLst>
                                  <p:childTnLst>
                                    <p:set>
                                      <p:cBhvr>
                                        <p:cTn id="314" dur="1" fill="hold">
                                          <p:stCondLst>
                                            <p:cond delay="0"/>
                                          </p:stCondLst>
                                        </p:cTn>
                                        <p:tgtEl>
                                          <p:spTgt spid="236"/>
                                        </p:tgtEl>
                                        <p:attrNameLst>
                                          <p:attrName>style.visibility</p:attrName>
                                        </p:attrNameLst>
                                      </p:cBhvr>
                                      <p:to>
                                        <p:strVal val="visible"/>
                                      </p:to>
                                    </p:set>
                                  </p:childTnLst>
                                </p:cTn>
                              </p:par>
                              <p:par>
                                <p:cTn id="315" nodeType="withEffect" fill="hold" presetClass="entr" presetID="1">
                                  <p:stCondLst>
                                    <p:cond delay="0"/>
                                  </p:stCondLst>
                                  <p:childTnLst>
                                    <p:set>
                                      <p:cBhvr>
                                        <p:cTn id="316" dur="1" fill="hold">
                                          <p:stCondLst>
                                            <p:cond delay="0"/>
                                          </p:stCondLst>
                                        </p:cTn>
                                        <p:tgtEl>
                                          <p:spTgt spid="23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Interrupts – Closing remarks</a:t>
            </a:r>
            <a:endParaRPr b="0" lang="en-US" sz="4400" strike="noStrike" u="none">
              <a:solidFill>
                <a:schemeClr val="lt1"/>
              </a:solidFill>
              <a:effectLst/>
              <a:uFillTx/>
              <a:latin typeface="Calibri"/>
            </a:endParaRPr>
          </a:p>
        </p:txBody>
      </p:sp>
      <p:pic>
        <p:nvPicPr>
          <p:cNvPr id="238" name="Grafikk 4" descr="Advarsel kontur"/>
          <p:cNvPicPr/>
          <p:nvPr/>
        </p:nvPicPr>
        <p:blipFill>
          <a:blip r:embed="rId1">
            <a:extLst>
              <a:ext uri="{96DAC541-7B7A-43D3-8B79-37D633B846F1}">
                <asvg:svgBlip xmlns:asvg="http://schemas.microsoft.com/office/drawing/2016/SVG/main" r:embed="rId2"/>
              </a:ext>
            </a:extLst>
          </a:blip>
          <a:stretch/>
        </p:blipFill>
        <p:spPr>
          <a:xfrm>
            <a:off x="10896480" y="570600"/>
            <a:ext cx="914040" cy="914040"/>
          </a:xfrm>
          <a:prstGeom prst="rect">
            <a:avLst/>
          </a:prstGeom>
          <a:noFill/>
          <a:ln w="0">
            <a:noFill/>
          </a:ln>
        </p:spPr>
      </p:pic>
      <p:sp>
        <p:nvSpPr>
          <p:cNvPr id="239" name="TekstSylinder 3"/>
          <p:cNvSpPr/>
          <p:nvPr/>
        </p:nvSpPr>
        <p:spPr>
          <a:xfrm>
            <a:off x="2019240" y="3006360"/>
            <a:ext cx="8152920" cy="5234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2800" strike="noStrike" u="none">
                <a:solidFill>
                  <a:schemeClr val="lt1"/>
                </a:solidFill>
                <a:effectLst/>
                <a:uFillTx/>
                <a:latin typeface="Calibri"/>
              </a:rPr>
              <a:t>Keep them short</a:t>
            </a:r>
            <a:endParaRPr b="0" lang="en-GB" sz="2800" strike="noStrike" u="none">
              <a:solidFill>
                <a:srgbClr val="ffffff"/>
              </a:solidFill>
              <a:effectLst/>
              <a:uFillTx/>
              <a:latin typeface="Arial"/>
            </a:endParaRPr>
          </a:p>
        </p:txBody>
      </p:sp>
      <p:sp>
        <p:nvSpPr>
          <p:cNvPr id="240" name="TekstSylinder 6"/>
          <p:cNvSpPr/>
          <p:nvPr/>
        </p:nvSpPr>
        <p:spPr>
          <a:xfrm>
            <a:off x="2019240" y="3996720"/>
            <a:ext cx="8152920" cy="954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2800" strike="noStrike" u="none">
                <a:solidFill>
                  <a:schemeClr val="lt1"/>
                </a:solidFill>
                <a:effectLst/>
                <a:uFillTx/>
                <a:latin typeface="Calibri"/>
              </a:rPr>
              <a:t>Interrupts are in most cases a better solution to your problem than using polling</a:t>
            </a:r>
            <a:endParaRPr b="0" lang="en-GB"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317" dur="indefinite" restart="never" nodeType="tmRoot">
          <p:childTnLst>
            <p:seq>
              <p:cTn id="318" dur="indefinite" nodeType="mainSeq">
                <p:childTnLst>
                  <p:par>
                    <p:cTn id="319" fill="hold">
                      <p:stCondLst>
                        <p:cond delay="indefinite"/>
                      </p:stCondLst>
                      <p:childTnLst>
                        <p:par>
                          <p:cTn id="320" fill="hold">
                            <p:stCondLst>
                              <p:cond delay="0"/>
                            </p:stCondLst>
                            <p:childTnLst>
                              <p:par>
                                <p:cTn id="321" nodeType="clickEffect" fill="hold" presetClass="entr" presetID="1">
                                  <p:stCondLst>
                                    <p:cond delay="0"/>
                                  </p:stCondLst>
                                  <p:childTnLst>
                                    <p:set>
                                      <p:cBhvr>
                                        <p:cTn id="322" dur="1" fill="hold">
                                          <p:stCondLst>
                                            <p:cond delay="0"/>
                                          </p:stCondLst>
                                        </p:cTn>
                                        <p:tgtEl>
                                          <p:spTgt spid="239"/>
                                        </p:tgtEl>
                                        <p:attrNameLst>
                                          <p:attrName>style.visibility</p:attrName>
                                        </p:attrNameLst>
                                      </p:cBhvr>
                                      <p:to>
                                        <p:strVal val="visible"/>
                                      </p:to>
                                    </p:set>
                                  </p:childTnLst>
                                </p:cTn>
                              </p:par>
                            </p:childTnLst>
                          </p:cTn>
                        </p:par>
                      </p:childTnLst>
                    </p:cTn>
                  </p:par>
                  <p:par>
                    <p:cTn id="323" fill="hold">
                      <p:stCondLst>
                        <p:cond delay="indefinite"/>
                      </p:stCondLst>
                      <p:childTnLst>
                        <p:par>
                          <p:cTn id="324" fill="hold">
                            <p:stCondLst>
                              <p:cond delay="0"/>
                            </p:stCondLst>
                            <p:childTnLst>
                              <p:par>
                                <p:cTn id="325" nodeType="clickEffect" fill="hold" presetClass="entr" presetID="1">
                                  <p:stCondLst>
                                    <p:cond delay="0"/>
                                  </p:stCondLst>
                                  <p:childTnLst>
                                    <p:set>
                                      <p:cBhvr>
                                        <p:cTn id="326" dur="1" fill="hold">
                                          <p:stCondLst>
                                            <p:cond delay="0"/>
                                          </p:stCondLst>
                                        </p:cTn>
                                        <p:tgtEl>
                                          <p:spTgt spid="2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Interrupts</a:t>
            </a:r>
            <a:endParaRPr b="0" lang="en-US" sz="4400" strike="noStrike" u="none">
              <a:solidFill>
                <a:schemeClr val="lt1"/>
              </a:solidFill>
              <a:effectLst/>
              <a:uFillTx/>
              <a:latin typeface="Calibri"/>
            </a:endParaRPr>
          </a:p>
        </p:txBody>
      </p:sp>
      <p:pic>
        <p:nvPicPr>
          <p:cNvPr id="242" name="Grafikk 4" descr="Advarsel kontur"/>
          <p:cNvPicPr/>
          <p:nvPr/>
        </p:nvPicPr>
        <p:blipFill>
          <a:blip r:embed="rId1">
            <a:extLst>
              <a:ext uri="{96DAC541-7B7A-43D3-8B79-37D633B846F1}">
                <asvg:svgBlip xmlns:asvg="http://schemas.microsoft.com/office/drawing/2016/SVG/main" r:embed="rId2"/>
              </a:ext>
            </a:extLst>
          </a:blip>
          <a:stretch/>
        </p:blipFill>
        <p:spPr>
          <a:xfrm>
            <a:off x="10896480" y="570600"/>
            <a:ext cx="914040" cy="914040"/>
          </a:xfrm>
          <a:prstGeom prst="rect">
            <a:avLst/>
          </a:prstGeom>
          <a:noFill/>
          <a:ln w="0">
            <a:noFill/>
          </a:ln>
        </p:spPr>
      </p:pic>
      <p:sp>
        <p:nvSpPr>
          <p:cNvPr id="243" name="TekstSylinder 2"/>
          <p:cNvSpPr/>
          <p:nvPr/>
        </p:nvSpPr>
        <p:spPr>
          <a:xfrm>
            <a:off x="539280" y="3075120"/>
            <a:ext cx="1111284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4000" strike="noStrike" u="none">
                <a:solidFill>
                  <a:schemeClr val="lt1"/>
                </a:solidFill>
                <a:effectLst/>
                <a:uFillTx/>
                <a:latin typeface="Calibri"/>
              </a:rPr>
              <a:t>Questions?</a:t>
            </a:r>
            <a:endParaRPr b="0" lang="en-GB" sz="4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4" name="Grafikk 10" descr="Advarsel kontur"/>
          <p:cNvPicPr/>
          <p:nvPr/>
        </p:nvPicPr>
        <p:blipFill>
          <a:blip r:embed="rId1">
            <a:extLst>
              <a:ext uri="{96DAC541-7B7A-43D3-8B79-37D633B846F1}">
                <asvg:svgBlip xmlns:asvg="http://schemas.microsoft.com/office/drawing/2016/SVG/main" r:embed="rId2"/>
              </a:ext>
            </a:extLst>
          </a:blip>
          <a:stretch/>
        </p:blipFill>
        <p:spPr>
          <a:xfrm>
            <a:off x="2851560" y="2081880"/>
            <a:ext cx="914040" cy="914040"/>
          </a:xfrm>
          <a:prstGeom prst="rect">
            <a:avLst/>
          </a:prstGeom>
          <a:noFill/>
          <a:ln w="0">
            <a:noFill/>
          </a:ln>
        </p:spPr>
      </p:pic>
      <p:pic>
        <p:nvPicPr>
          <p:cNvPr id="245" name="Grafikk 12" descr="Stoppeklokke 25% kontur"/>
          <p:cNvPicPr/>
          <p:nvPr/>
        </p:nvPicPr>
        <p:blipFill>
          <a:blip r:embed="rId3">
            <a:extLst>
              <a:ext uri="{96DAC541-7B7A-43D3-8B79-37D633B846F1}">
                <asvg:svgBlip xmlns:asvg="http://schemas.microsoft.com/office/drawing/2016/SVG/main" r:embed="rId4"/>
              </a:ext>
            </a:extLst>
          </a:blip>
          <a:stretch/>
        </p:blipFill>
        <p:spPr>
          <a:xfrm>
            <a:off x="1294560" y="2081880"/>
            <a:ext cx="914040" cy="914040"/>
          </a:xfrm>
          <a:prstGeom prst="rect">
            <a:avLst/>
          </a:prstGeom>
          <a:noFill/>
          <a:ln w="0">
            <a:noFill/>
          </a:ln>
        </p:spPr>
      </p:pic>
      <p:grpSp>
        <p:nvGrpSpPr>
          <p:cNvPr id="246" name="Gruppe 49"/>
          <p:cNvGrpSpPr/>
          <p:nvPr/>
        </p:nvGrpSpPr>
        <p:grpSpPr>
          <a:xfrm>
            <a:off x="4769280" y="2228400"/>
            <a:ext cx="2102760" cy="621000"/>
            <a:chOff x="4769280" y="2228400"/>
            <a:chExt cx="2102760" cy="621000"/>
          </a:xfrm>
        </p:grpSpPr>
        <p:cxnSp>
          <p:nvCxnSpPr>
            <p:cNvPr id="247" name="Kobling: vinkel 14"/>
            <p:cNvCxnSpPr/>
            <p:nvPr/>
          </p:nvCxnSpPr>
          <p:spPr>
            <a:xfrm flipH="1" flipV="1" rot="10800000">
              <a:off x="5319000" y="2228040"/>
              <a:ext cx="673200" cy="621360"/>
            </a:xfrm>
            <a:prstGeom prst="bentConnector3">
              <a:avLst>
                <a:gd name="adj1" fmla="val -81754"/>
              </a:avLst>
            </a:prstGeom>
            <a:ln w="19050">
              <a:solidFill>
                <a:srgbClr val="ffffff"/>
              </a:solidFill>
            </a:ln>
          </p:spPr>
        </p:cxnSp>
        <p:cxnSp>
          <p:nvCxnSpPr>
            <p:cNvPr id="248" name="Kobling: vinkel 16"/>
            <p:cNvCxnSpPr/>
            <p:nvPr/>
          </p:nvCxnSpPr>
          <p:spPr>
            <a:xfrm flipH="1" rot="10800000">
              <a:off x="5733000" y="2228040"/>
              <a:ext cx="725040" cy="621360"/>
            </a:xfrm>
            <a:prstGeom prst="bentConnector3">
              <a:avLst>
                <a:gd name="adj1" fmla="val -72329"/>
              </a:avLst>
            </a:prstGeom>
            <a:ln w="19050">
              <a:solidFill>
                <a:srgbClr val="ffffff"/>
              </a:solidFill>
            </a:ln>
          </p:spPr>
        </p:cxnSp>
        <p:cxnSp>
          <p:nvCxnSpPr>
            <p:cNvPr id="249" name="Kobling: vinkel 18"/>
            <p:cNvCxnSpPr/>
            <p:nvPr/>
          </p:nvCxnSpPr>
          <p:spPr>
            <a:xfrm flipH="1" flipV="1" rot="10800000">
              <a:off x="6165000" y="2228040"/>
              <a:ext cx="707400" cy="621360"/>
            </a:xfrm>
            <a:prstGeom prst="bentConnector3">
              <a:avLst>
                <a:gd name="adj1" fmla="val -75407"/>
              </a:avLst>
            </a:prstGeom>
            <a:ln w="19050">
              <a:solidFill>
                <a:srgbClr val="ffffff"/>
              </a:solidFill>
            </a:ln>
          </p:spPr>
        </p:cxnSp>
      </p:grpSp>
      <p:grpSp>
        <p:nvGrpSpPr>
          <p:cNvPr id="250" name="Gruppe 43"/>
          <p:cNvGrpSpPr/>
          <p:nvPr/>
        </p:nvGrpSpPr>
        <p:grpSpPr>
          <a:xfrm>
            <a:off x="8267400" y="2228400"/>
            <a:ext cx="1611720" cy="621000"/>
            <a:chOff x="8267400" y="2228400"/>
            <a:chExt cx="1611720" cy="621000"/>
          </a:xfrm>
        </p:grpSpPr>
        <p:sp>
          <p:nvSpPr>
            <p:cNvPr id="251" name="Frihåndsform: figur 39"/>
            <p:cNvSpPr/>
            <p:nvPr/>
          </p:nvSpPr>
          <p:spPr>
            <a:xfrm>
              <a:off x="8267400" y="22482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2" name="Frihåndsform: figur 40"/>
            <p:cNvSpPr/>
            <p:nvPr/>
          </p:nvSpPr>
          <p:spPr>
            <a:xfrm rot="10800000">
              <a:off x="8609040" y="23328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3" name="Frihåndsform: figur 41"/>
            <p:cNvSpPr/>
            <p:nvPr/>
          </p:nvSpPr>
          <p:spPr>
            <a:xfrm>
              <a:off x="8998920" y="22284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254" name="Frihåndsform: figur 42"/>
            <p:cNvSpPr/>
            <p:nvPr/>
          </p:nvSpPr>
          <p:spPr>
            <a:xfrm rot="10800000">
              <a:off x="9361080" y="234864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grpSp>
        <p:nvGrpSpPr>
          <p:cNvPr id="255" name="Gruppe 56"/>
          <p:cNvGrpSpPr/>
          <p:nvPr/>
        </p:nvGrpSpPr>
        <p:grpSpPr>
          <a:xfrm>
            <a:off x="10522080" y="2081880"/>
            <a:ext cx="914040" cy="989640"/>
            <a:chOff x="10522080" y="2081880"/>
            <a:chExt cx="914040" cy="989640"/>
          </a:xfrm>
        </p:grpSpPr>
        <p:pic>
          <p:nvPicPr>
            <p:cNvPr id="256" name="Grafikk 53" descr="Overføre kontur"/>
            <p:cNvPicPr/>
            <p:nvPr/>
          </p:nvPicPr>
          <p:blipFill>
            <a:blip r:embed="rId5">
              <a:extLst>
                <a:ext uri="{96DAC541-7B7A-43D3-8B79-37D633B846F1}">
                  <asvg:svgBlip xmlns:asvg="http://schemas.microsoft.com/office/drawing/2016/SVG/main" r:embed="rId6"/>
                </a:ext>
              </a:extLst>
            </a:blip>
            <a:stretch/>
          </p:blipFill>
          <p:spPr>
            <a:xfrm>
              <a:off x="10522080" y="2125800"/>
              <a:ext cx="914040" cy="914040"/>
            </a:xfrm>
            <a:prstGeom prst="rect">
              <a:avLst/>
            </a:prstGeom>
            <a:noFill/>
            <a:ln w="0">
              <a:noFill/>
            </a:ln>
          </p:spPr>
        </p:pic>
        <p:sp>
          <p:nvSpPr>
            <p:cNvPr id="257" name="TekstSylinder 54"/>
            <p:cNvSpPr/>
            <p:nvPr/>
          </p:nvSpPr>
          <p:spPr>
            <a:xfrm>
              <a:off x="10765440" y="208188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258" name="TekstSylinder 55"/>
            <p:cNvSpPr/>
            <p:nvPr/>
          </p:nvSpPr>
          <p:spPr>
            <a:xfrm>
              <a:off x="10765800" y="270180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259" name="TekstSylinder 57"/>
          <p:cNvSpPr/>
          <p:nvPr/>
        </p:nvSpPr>
        <p:spPr>
          <a:xfrm>
            <a:off x="817560" y="2996280"/>
            <a:ext cx="192384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Timers/counters</a:t>
            </a:r>
            <a:endParaRPr b="0" lang="en-GB" sz="1800" strike="noStrike" u="none">
              <a:solidFill>
                <a:srgbClr val="ffffff"/>
              </a:solidFill>
              <a:effectLst/>
              <a:uFillTx/>
              <a:latin typeface="Arial"/>
            </a:endParaRPr>
          </a:p>
        </p:txBody>
      </p:sp>
      <p:sp>
        <p:nvSpPr>
          <p:cNvPr id="260" name="TekstSylinder 58"/>
          <p:cNvSpPr/>
          <p:nvPr/>
        </p:nvSpPr>
        <p:spPr>
          <a:xfrm>
            <a:off x="2745720" y="2996280"/>
            <a:ext cx="112536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Interrupts</a:t>
            </a:r>
            <a:endParaRPr b="0" lang="en-GB" sz="1800" strike="noStrike" u="none">
              <a:solidFill>
                <a:srgbClr val="ffffff"/>
              </a:solidFill>
              <a:effectLst/>
              <a:uFillTx/>
              <a:latin typeface="Arial"/>
            </a:endParaRPr>
          </a:p>
        </p:txBody>
      </p:sp>
      <p:sp>
        <p:nvSpPr>
          <p:cNvPr id="261" name="TekstSylinder 59"/>
          <p:cNvSpPr/>
          <p:nvPr/>
        </p:nvSpPr>
        <p:spPr>
          <a:xfrm>
            <a:off x="4793760" y="2996280"/>
            <a:ext cx="2599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Pulse width modulation</a:t>
            </a:r>
            <a:endParaRPr b="0" lang="en-GB" sz="1800" strike="noStrike" u="none">
              <a:solidFill>
                <a:srgbClr val="ffffff"/>
              </a:solidFill>
              <a:effectLst/>
              <a:uFillTx/>
              <a:latin typeface="Arial"/>
            </a:endParaRPr>
          </a:p>
        </p:txBody>
      </p:sp>
      <p:sp>
        <p:nvSpPr>
          <p:cNvPr id="262" name="TekstSylinder 60"/>
          <p:cNvSpPr/>
          <p:nvPr/>
        </p:nvSpPr>
        <p:spPr>
          <a:xfrm>
            <a:off x="8280720" y="2996280"/>
            <a:ext cx="16927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Analog signals</a:t>
            </a:r>
            <a:endParaRPr b="0" lang="en-GB" sz="1800" strike="noStrike" u="none">
              <a:solidFill>
                <a:srgbClr val="ffffff"/>
              </a:solidFill>
              <a:effectLst/>
              <a:uFillTx/>
              <a:latin typeface="Arial"/>
            </a:endParaRPr>
          </a:p>
        </p:txBody>
      </p:sp>
      <p:sp>
        <p:nvSpPr>
          <p:cNvPr id="263" name="TekstSylinder 61"/>
          <p:cNvSpPr/>
          <p:nvPr/>
        </p:nvSpPr>
        <p:spPr>
          <a:xfrm>
            <a:off x="10437120" y="2996280"/>
            <a:ext cx="10843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USART</a:t>
            </a:r>
            <a:endParaRPr b="0" lang="en-GB" sz="1800" strike="noStrike" u="none">
              <a:solidFill>
                <a:srgbClr val="ffffff"/>
              </a:solidFill>
              <a:effectLst/>
              <a:uFillTx/>
              <a:latin typeface="Arial"/>
            </a:endParaRPr>
          </a:p>
        </p:txBody>
      </p:sp>
      <p:sp>
        <p:nvSpPr>
          <p:cNvPr id="264" name="Venstre klammeparentes 62"/>
          <p:cNvSpPr/>
          <p:nvPr/>
        </p:nvSpPr>
        <p:spPr>
          <a:xfrm rot="16200000">
            <a:off x="2260800" y="2405880"/>
            <a:ext cx="243720" cy="27655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265" name="Venstre klammeparentes 1023"/>
          <p:cNvSpPr/>
          <p:nvPr/>
        </p:nvSpPr>
        <p:spPr>
          <a:xfrm rot="16200000">
            <a:off x="5971680" y="2617200"/>
            <a:ext cx="243720" cy="234324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266" name="Venstre klammeparentes 1024"/>
          <p:cNvSpPr/>
          <p:nvPr/>
        </p:nvSpPr>
        <p:spPr>
          <a:xfrm rot="16200000">
            <a:off x="9729720" y="2174040"/>
            <a:ext cx="243720" cy="31687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267" name="TekstSylinder 1026"/>
          <p:cNvSpPr/>
          <p:nvPr/>
        </p:nvSpPr>
        <p:spPr>
          <a:xfrm>
            <a:off x="199836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1</a:t>
            </a:r>
            <a:endParaRPr b="0" lang="en-GB" sz="1800" strike="noStrike" u="none">
              <a:solidFill>
                <a:srgbClr val="ffffff"/>
              </a:solidFill>
              <a:effectLst/>
              <a:uFillTx/>
              <a:latin typeface="Arial"/>
            </a:endParaRPr>
          </a:p>
        </p:txBody>
      </p:sp>
      <p:sp>
        <p:nvSpPr>
          <p:cNvPr id="268" name="TekstSylinder 1028"/>
          <p:cNvSpPr/>
          <p:nvPr/>
        </p:nvSpPr>
        <p:spPr>
          <a:xfrm>
            <a:off x="568224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2</a:t>
            </a:r>
            <a:endParaRPr b="0" lang="en-GB" sz="1800" strike="noStrike" u="none">
              <a:solidFill>
                <a:srgbClr val="ffffff"/>
              </a:solidFill>
              <a:effectLst/>
              <a:uFillTx/>
              <a:latin typeface="Arial"/>
            </a:endParaRPr>
          </a:p>
        </p:txBody>
      </p:sp>
      <p:sp>
        <p:nvSpPr>
          <p:cNvPr id="269" name="TekstSylinder 1029"/>
          <p:cNvSpPr/>
          <p:nvPr/>
        </p:nvSpPr>
        <p:spPr>
          <a:xfrm>
            <a:off x="951768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3</a:t>
            </a:r>
            <a:endParaRPr b="0" lang="en-GB" sz="1800" strike="noStrike" u="none">
              <a:solidFill>
                <a:srgbClr val="ffffff"/>
              </a:solidFill>
              <a:effectLst/>
              <a:uFillTx/>
              <a:latin typeface="Arial"/>
            </a:endParaRPr>
          </a:p>
        </p:txBody>
      </p:sp>
      <p:pic>
        <p:nvPicPr>
          <p:cNvPr id="270" name="Grafikk 5" descr="Avmerking kontur"/>
          <p:cNvPicPr/>
          <p:nvPr/>
        </p:nvPicPr>
        <p:blipFill>
          <a:blip r:embed="rId7">
            <a:extLst>
              <a:ext uri="{96DAC541-7B7A-43D3-8B79-37D633B846F1}">
                <asvg:svgBlip xmlns:asvg="http://schemas.microsoft.com/office/drawing/2016/SVG/main" r:embed="rId8"/>
              </a:ext>
            </a:extLst>
          </a:blip>
          <a:stretch/>
        </p:blipFill>
        <p:spPr>
          <a:xfrm>
            <a:off x="1926000" y="4762440"/>
            <a:ext cx="914040" cy="91404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a:t>
            </a:r>
            <a:endParaRPr b="0" lang="en-US" sz="4400" strike="noStrike" u="none">
              <a:solidFill>
                <a:schemeClr val="lt1"/>
              </a:solidFill>
              <a:effectLst/>
              <a:uFillTx/>
              <a:latin typeface="Calibri"/>
            </a:endParaRPr>
          </a:p>
        </p:txBody>
      </p:sp>
      <p:grpSp>
        <p:nvGrpSpPr>
          <p:cNvPr id="272" name="Gruppe 2"/>
          <p:cNvGrpSpPr/>
          <p:nvPr/>
        </p:nvGrpSpPr>
        <p:grpSpPr>
          <a:xfrm>
            <a:off x="4769280" y="790200"/>
            <a:ext cx="7208280" cy="620640"/>
            <a:chOff x="4769280" y="790200"/>
            <a:chExt cx="7208280" cy="620640"/>
          </a:xfrm>
        </p:grpSpPr>
        <p:cxnSp>
          <p:nvCxnSpPr>
            <p:cNvPr id="273" name="Kobling: vinkel 5"/>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274" name="Kobling: vinkel 6"/>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275" name="Kobling: vinkel 7"/>
            <p:cNvCxnSpPr/>
            <p:nvPr/>
          </p:nvCxnSpPr>
          <p:spPr>
            <a:xfrm flipH="1" flipV="1" rot="10800000">
              <a:off x="11269800" y="790200"/>
              <a:ext cx="707760" cy="621000"/>
            </a:xfrm>
            <a:prstGeom prst="bentConnector3">
              <a:avLst>
                <a:gd name="adj1" fmla="val -797048"/>
              </a:avLst>
            </a:prstGeom>
            <a:ln w="19050">
              <a:solidFill>
                <a:srgbClr val="ffffff"/>
              </a:solidFill>
            </a:ln>
          </p:spPr>
        </p:cxnSp>
      </p:grpSp>
      <p:sp>
        <p:nvSpPr>
          <p:cNvPr id="276" name="TekstSylinder 3"/>
          <p:cNvSpPr/>
          <p:nvPr/>
        </p:nvSpPr>
        <p:spPr>
          <a:xfrm>
            <a:off x="4632840" y="3075120"/>
            <a:ext cx="292572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Demo</a:t>
            </a:r>
            <a:endParaRPr b="0" lang="en-GB" sz="4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TekstSylinder 3"/>
          <p:cNvSpPr/>
          <p:nvPr/>
        </p:nvSpPr>
        <p:spPr>
          <a:xfrm>
            <a:off x="3009960" y="2701440"/>
            <a:ext cx="6171840" cy="954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2800" strike="noStrike" u="none">
                <a:solidFill>
                  <a:schemeClr val="lt1"/>
                </a:solidFill>
                <a:effectLst/>
                <a:uFillTx/>
                <a:latin typeface="Calibri"/>
              </a:rPr>
              <a:t>A signal where we can vary how long the signal is low compared to high</a:t>
            </a:r>
            <a:endParaRPr b="0" lang="en-GB" sz="2800" strike="noStrike" u="none">
              <a:solidFill>
                <a:srgbClr val="ffffff"/>
              </a:solidFill>
              <a:effectLst/>
              <a:uFillTx/>
              <a:latin typeface="Arial"/>
            </a:endParaRPr>
          </a:p>
        </p:txBody>
      </p:sp>
      <p:sp>
        <p:nvSpPr>
          <p:cNvPr id="278"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 – In general</a:t>
            </a:r>
            <a:endParaRPr b="0" lang="en-US" sz="4400" strike="noStrike" u="none">
              <a:solidFill>
                <a:schemeClr val="lt1"/>
              </a:solidFill>
              <a:effectLst/>
              <a:uFillTx/>
              <a:latin typeface="Calibri"/>
            </a:endParaRPr>
          </a:p>
        </p:txBody>
      </p:sp>
      <p:grpSp>
        <p:nvGrpSpPr>
          <p:cNvPr id="279" name="Gruppe 2"/>
          <p:cNvGrpSpPr/>
          <p:nvPr/>
        </p:nvGrpSpPr>
        <p:grpSpPr>
          <a:xfrm>
            <a:off x="4769280" y="790200"/>
            <a:ext cx="7208280" cy="620640"/>
            <a:chOff x="4769280" y="790200"/>
            <a:chExt cx="7208280" cy="620640"/>
          </a:xfrm>
        </p:grpSpPr>
        <p:cxnSp>
          <p:nvCxnSpPr>
            <p:cNvPr id="280" name="Kobling: vinkel 5"/>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281" name="Kobling: vinkel 6"/>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282" name="Kobling: vinkel 7"/>
            <p:cNvCxnSpPr/>
            <p:nvPr/>
          </p:nvCxnSpPr>
          <p:spPr>
            <a:xfrm flipH="1" flipV="1" rot="10800000">
              <a:off x="11269800" y="790200"/>
              <a:ext cx="707760" cy="621000"/>
            </a:xfrm>
            <a:prstGeom prst="bentConnector3">
              <a:avLst>
                <a:gd name="adj1" fmla="val -797048"/>
              </a:avLst>
            </a:prstGeom>
            <a:ln w="19050">
              <a:solidFill>
                <a:srgbClr val="ffffff"/>
              </a:solidFill>
            </a:ln>
          </p:spPr>
        </p:cxnSp>
      </p:grpSp>
      <p:pic>
        <p:nvPicPr>
          <p:cNvPr id="283" name="Picture 2" descr="PWM - Pulse Width Modulation - T&amp;M Atlantic"/>
          <p:cNvPicPr/>
          <p:nvPr/>
        </p:nvPicPr>
        <p:blipFill>
          <a:blip r:embed="rId1"/>
          <a:stretch/>
        </p:blipFill>
        <p:spPr>
          <a:xfrm>
            <a:off x="3238560" y="3976560"/>
            <a:ext cx="5714640" cy="222840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TekstSylinder 3"/>
          <p:cNvSpPr/>
          <p:nvPr/>
        </p:nvSpPr>
        <p:spPr>
          <a:xfrm>
            <a:off x="3009960" y="2905920"/>
            <a:ext cx="6171840" cy="5234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2800" strike="noStrike" u="none">
                <a:solidFill>
                  <a:schemeClr val="lt1"/>
                </a:solidFill>
                <a:effectLst/>
                <a:uFillTx/>
                <a:latin typeface="Calibri"/>
              </a:rPr>
              <a:t>Why do we care?</a:t>
            </a:r>
            <a:endParaRPr b="0" lang="en-GB" sz="2800" strike="noStrike" u="none">
              <a:solidFill>
                <a:srgbClr val="ffffff"/>
              </a:solidFill>
              <a:effectLst/>
              <a:uFillTx/>
              <a:latin typeface="Arial"/>
            </a:endParaRPr>
          </a:p>
        </p:txBody>
      </p:sp>
      <p:sp>
        <p:nvSpPr>
          <p:cNvPr id="285"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 – In general</a:t>
            </a:r>
            <a:endParaRPr b="0" lang="en-US" sz="4400" strike="noStrike" u="none">
              <a:solidFill>
                <a:schemeClr val="lt1"/>
              </a:solidFill>
              <a:effectLst/>
              <a:uFillTx/>
              <a:latin typeface="Calibri"/>
            </a:endParaRPr>
          </a:p>
        </p:txBody>
      </p:sp>
      <p:grpSp>
        <p:nvGrpSpPr>
          <p:cNvPr id="286" name="Gruppe 2"/>
          <p:cNvGrpSpPr/>
          <p:nvPr/>
        </p:nvGrpSpPr>
        <p:grpSpPr>
          <a:xfrm>
            <a:off x="4769280" y="790200"/>
            <a:ext cx="7208280" cy="620640"/>
            <a:chOff x="4769280" y="790200"/>
            <a:chExt cx="7208280" cy="620640"/>
          </a:xfrm>
        </p:grpSpPr>
        <p:cxnSp>
          <p:nvCxnSpPr>
            <p:cNvPr id="287" name="Kobling: vinkel 5"/>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288" name="Kobling: vinkel 6"/>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289" name="Kobling: vinkel 7"/>
            <p:cNvCxnSpPr/>
            <p:nvPr/>
          </p:nvCxnSpPr>
          <p:spPr>
            <a:xfrm flipH="1" flipV="1" rot="10800000">
              <a:off x="11269800" y="790200"/>
              <a:ext cx="707760" cy="621000"/>
            </a:xfrm>
            <a:prstGeom prst="bentConnector3">
              <a:avLst>
                <a:gd name="adj1" fmla="val -797048"/>
              </a:avLst>
            </a:prstGeom>
            <a:ln w="19050">
              <a:solidFill>
                <a:srgbClr val="ffffff"/>
              </a:solidFill>
            </a:ln>
          </p:spPr>
        </p:cxnSp>
      </p:grpSp>
      <p:pic>
        <p:nvPicPr>
          <p:cNvPr id="290" name="Picture 2" descr="PWM - Pulse Width Modulation - T&amp;M Atlantic"/>
          <p:cNvPicPr/>
          <p:nvPr/>
        </p:nvPicPr>
        <p:blipFill>
          <a:blip r:embed="rId1"/>
          <a:stretch/>
        </p:blipFill>
        <p:spPr>
          <a:xfrm>
            <a:off x="3238560" y="3976560"/>
            <a:ext cx="5714640" cy="222840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 – With the timer/counter modules</a:t>
            </a:r>
            <a:endParaRPr b="0" lang="en-US" sz="4400" strike="noStrike" u="none">
              <a:solidFill>
                <a:schemeClr val="lt1"/>
              </a:solidFill>
              <a:effectLst/>
              <a:uFillTx/>
              <a:latin typeface="Calibri"/>
            </a:endParaRPr>
          </a:p>
        </p:txBody>
      </p:sp>
      <p:grpSp>
        <p:nvGrpSpPr>
          <p:cNvPr id="292" name="Gruppe 2"/>
          <p:cNvGrpSpPr/>
          <p:nvPr/>
        </p:nvGrpSpPr>
        <p:grpSpPr>
          <a:xfrm>
            <a:off x="4769280" y="790200"/>
            <a:ext cx="7208280" cy="620640"/>
            <a:chOff x="4769280" y="790200"/>
            <a:chExt cx="7208280" cy="620640"/>
          </a:xfrm>
        </p:grpSpPr>
        <p:cxnSp>
          <p:nvCxnSpPr>
            <p:cNvPr id="293" name="Kobling: vinkel 5"/>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294" name="Kobling: vinkel 6"/>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295" name="Kobling: vinkel 7"/>
            <p:cNvCxnSpPr/>
            <p:nvPr/>
          </p:nvCxnSpPr>
          <p:spPr>
            <a:xfrm flipH="1" flipV="1" rot="10800000">
              <a:off x="11269800" y="790200"/>
              <a:ext cx="707760" cy="621000"/>
            </a:xfrm>
            <a:prstGeom prst="bentConnector3">
              <a:avLst>
                <a:gd name="adj1" fmla="val -797048"/>
              </a:avLst>
            </a:prstGeom>
            <a:ln w="19050">
              <a:solidFill>
                <a:srgbClr val="ffffff"/>
              </a:solidFill>
            </a:ln>
          </p:spPr>
        </p:cxnSp>
      </p:grpSp>
      <p:sp>
        <p:nvSpPr>
          <p:cNvPr id="296" name="TekstSylinder 4"/>
          <p:cNvSpPr/>
          <p:nvPr/>
        </p:nvSpPr>
        <p:spPr>
          <a:xfrm>
            <a:off x="2971080" y="2135160"/>
            <a:ext cx="624996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can make the timers/counters output a PWM signal on a pin </a:t>
            </a:r>
            <a:endParaRPr b="0" lang="en-GB" sz="1800" strike="noStrike" u="none">
              <a:solidFill>
                <a:srgbClr val="ffffff"/>
              </a:solidFill>
              <a:effectLst/>
              <a:uFillTx/>
              <a:latin typeface="Arial"/>
            </a:endParaRPr>
          </a:p>
        </p:txBody>
      </p:sp>
      <p:cxnSp>
        <p:nvCxnSpPr>
          <p:cNvPr id="297" name="Rett linje 10"/>
          <p:cNvCxnSpPr/>
          <p:nvPr/>
        </p:nvCxnSpPr>
        <p:spPr>
          <a:xfrm flipV="1">
            <a:off x="3524040" y="4213080"/>
            <a:ext cx="714600" cy="686160"/>
          </a:xfrm>
          <a:prstGeom prst="straightConnector1">
            <a:avLst/>
          </a:prstGeom>
          <a:ln w="19050">
            <a:solidFill>
              <a:srgbClr val="ffffff"/>
            </a:solidFill>
          </a:ln>
        </p:spPr>
      </p:cxnSp>
      <p:sp>
        <p:nvSpPr>
          <p:cNvPr id="298" name="TekstSylinder 11"/>
          <p:cNvSpPr/>
          <p:nvPr/>
        </p:nvSpPr>
        <p:spPr>
          <a:xfrm>
            <a:off x="2666880" y="3117240"/>
            <a:ext cx="84744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Count</a:t>
            </a:r>
            <a:endParaRPr b="0" lang="en-GB" sz="1800" strike="noStrike" u="none">
              <a:solidFill>
                <a:srgbClr val="ffffff"/>
              </a:solidFill>
              <a:effectLst/>
              <a:uFillTx/>
              <a:latin typeface="Arial"/>
            </a:endParaRPr>
          </a:p>
        </p:txBody>
      </p:sp>
      <p:cxnSp>
        <p:nvCxnSpPr>
          <p:cNvPr id="299" name="Rett pilkobling 13"/>
          <p:cNvCxnSpPr/>
          <p:nvPr/>
        </p:nvCxnSpPr>
        <p:spPr>
          <a:xfrm flipV="1">
            <a:off x="3514680" y="3267000"/>
            <a:ext cx="360" cy="1616400"/>
          </a:xfrm>
          <a:prstGeom prst="straightConnector1">
            <a:avLst/>
          </a:prstGeom>
          <a:ln w="19050">
            <a:solidFill>
              <a:srgbClr val="ffffff"/>
            </a:solidFill>
            <a:tailEnd len="med" type="triangle" w="med"/>
          </a:ln>
        </p:spPr>
      </p:cxnSp>
      <p:cxnSp>
        <p:nvCxnSpPr>
          <p:cNvPr id="300" name="Rett pilkobling 14"/>
          <p:cNvCxnSpPr/>
          <p:nvPr/>
        </p:nvCxnSpPr>
        <p:spPr>
          <a:xfrm>
            <a:off x="3514680" y="4883040"/>
            <a:ext cx="4886640" cy="360"/>
          </a:xfrm>
          <a:prstGeom prst="straightConnector1">
            <a:avLst/>
          </a:prstGeom>
          <a:ln w="19050">
            <a:solidFill>
              <a:srgbClr val="ffffff"/>
            </a:solidFill>
            <a:tailEnd len="med" type="triangle" w="med"/>
          </a:ln>
        </p:spPr>
      </p:cxnSp>
      <p:sp>
        <p:nvSpPr>
          <p:cNvPr id="301" name="TekstSylinder 17"/>
          <p:cNvSpPr/>
          <p:nvPr/>
        </p:nvSpPr>
        <p:spPr>
          <a:xfrm>
            <a:off x="8303400" y="4917960"/>
            <a:ext cx="84744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Time</a:t>
            </a:r>
            <a:endParaRPr b="0" lang="en-GB" sz="1800" strike="noStrike" u="none">
              <a:solidFill>
                <a:srgbClr val="ffffff"/>
              </a:solidFill>
              <a:effectLst/>
              <a:uFillTx/>
              <a:latin typeface="Arial"/>
            </a:endParaRPr>
          </a:p>
        </p:txBody>
      </p:sp>
      <p:sp>
        <p:nvSpPr>
          <p:cNvPr id="302" name="TekstSylinder 20"/>
          <p:cNvSpPr/>
          <p:nvPr/>
        </p:nvSpPr>
        <p:spPr>
          <a:xfrm>
            <a:off x="8471160" y="3708360"/>
            <a:ext cx="1953360" cy="2772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trike="noStrike" u="none">
                <a:solidFill>
                  <a:schemeClr val="accent6">
                    <a:lumMod val="60000"/>
                    <a:lumOff val="40000"/>
                  </a:schemeClr>
                </a:solidFill>
                <a:effectLst/>
                <a:uFillTx/>
                <a:latin typeface="Calibri"/>
              </a:rPr>
              <a:t>Period value (PER register)</a:t>
            </a:r>
            <a:endParaRPr b="0" lang="en-GB" sz="1200" strike="noStrike" u="none">
              <a:solidFill>
                <a:srgbClr val="ffffff"/>
              </a:solidFill>
              <a:effectLst/>
              <a:uFillTx/>
              <a:latin typeface="Arial"/>
            </a:endParaRPr>
          </a:p>
        </p:txBody>
      </p:sp>
      <p:sp>
        <p:nvSpPr>
          <p:cNvPr id="303" name="TekstSylinder 26"/>
          <p:cNvSpPr/>
          <p:nvPr/>
        </p:nvSpPr>
        <p:spPr>
          <a:xfrm>
            <a:off x="2581200" y="5322240"/>
            <a:ext cx="84744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PWM signal</a:t>
            </a:r>
            <a:endParaRPr b="0" lang="en-GB" sz="1800" strike="noStrike" u="none">
              <a:solidFill>
                <a:srgbClr val="ffffff"/>
              </a:solidFill>
              <a:effectLst/>
              <a:uFillTx/>
              <a:latin typeface="Arial"/>
            </a:endParaRPr>
          </a:p>
        </p:txBody>
      </p:sp>
      <p:cxnSp>
        <p:nvCxnSpPr>
          <p:cNvPr id="304" name="Rett linje 27"/>
          <p:cNvCxnSpPr/>
          <p:nvPr/>
        </p:nvCxnSpPr>
        <p:spPr>
          <a:xfrm>
            <a:off x="3514680" y="4213080"/>
            <a:ext cx="4813920" cy="360"/>
          </a:xfrm>
          <a:prstGeom prst="straightConnector1">
            <a:avLst/>
          </a:prstGeom>
          <a:ln w="19050">
            <a:solidFill>
              <a:srgbClr val="5b9bd5">
                <a:lumMod val="60000"/>
                <a:lumOff val="40000"/>
              </a:srgbClr>
            </a:solidFill>
            <a:prstDash val="lgDash"/>
          </a:ln>
        </p:spPr>
      </p:cxnSp>
      <p:sp>
        <p:nvSpPr>
          <p:cNvPr id="305" name="TekstSylinder 28"/>
          <p:cNvSpPr/>
          <p:nvPr/>
        </p:nvSpPr>
        <p:spPr>
          <a:xfrm>
            <a:off x="8433000" y="3993120"/>
            <a:ext cx="2190240" cy="27720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200" strike="noStrike" u="none">
                <a:solidFill>
                  <a:schemeClr val="accent5">
                    <a:lumMod val="60000"/>
                    <a:lumOff val="40000"/>
                  </a:schemeClr>
                </a:solidFill>
                <a:effectLst/>
                <a:uFillTx/>
                <a:latin typeface="Calibri"/>
              </a:rPr>
              <a:t>Compare value (CMP register)</a:t>
            </a:r>
            <a:endParaRPr b="0" lang="en-GB" sz="1200" strike="noStrike" u="none">
              <a:solidFill>
                <a:srgbClr val="ffffff"/>
              </a:solidFill>
              <a:effectLst/>
              <a:uFillTx/>
              <a:latin typeface="Arial"/>
            </a:endParaRPr>
          </a:p>
        </p:txBody>
      </p:sp>
      <p:cxnSp>
        <p:nvCxnSpPr>
          <p:cNvPr id="306" name="Rett linje 29"/>
          <p:cNvCxnSpPr/>
          <p:nvPr/>
        </p:nvCxnSpPr>
        <p:spPr>
          <a:xfrm>
            <a:off x="3504960" y="5419440"/>
            <a:ext cx="733680" cy="360"/>
          </a:xfrm>
          <a:prstGeom prst="straightConnector1">
            <a:avLst/>
          </a:prstGeom>
          <a:ln w="19050">
            <a:solidFill>
              <a:srgbClr val="ffffff"/>
            </a:solidFill>
          </a:ln>
        </p:spPr>
      </p:cxnSp>
      <p:cxnSp>
        <p:nvCxnSpPr>
          <p:cNvPr id="307" name="Rett linje 31"/>
          <p:cNvCxnSpPr/>
          <p:nvPr/>
        </p:nvCxnSpPr>
        <p:spPr>
          <a:xfrm>
            <a:off x="4228920" y="5419440"/>
            <a:ext cx="360" cy="521280"/>
          </a:xfrm>
          <a:prstGeom prst="straightConnector1">
            <a:avLst/>
          </a:prstGeom>
          <a:ln w="19050">
            <a:solidFill>
              <a:srgbClr val="ffffff"/>
            </a:solidFill>
          </a:ln>
        </p:spPr>
      </p:cxnSp>
      <p:cxnSp>
        <p:nvCxnSpPr>
          <p:cNvPr id="308" name="Rett linje 34"/>
          <p:cNvCxnSpPr/>
          <p:nvPr/>
        </p:nvCxnSpPr>
        <p:spPr>
          <a:xfrm flipH="1">
            <a:off x="4228920" y="5934240"/>
            <a:ext cx="390960" cy="6480"/>
          </a:xfrm>
          <a:prstGeom prst="straightConnector1">
            <a:avLst/>
          </a:prstGeom>
          <a:ln w="19050">
            <a:solidFill>
              <a:srgbClr val="ffffff"/>
            </a:solidFill>
          </a:ln>
        </p:spPr>
      </p:cxnSp>
      <p:cxnSp>
        <p:nvCxnSpPr>
          <p:cNvPr id="309" name="Rett linje 41"/>
          <p:cNvCxnSpPr/>
          <p:nvPr/>
        </p:nvCxnSpPr>
        <p:spPr>
          <a:xfrm>
            <a:off x="3504960" y="3841560"/>
            <a:ext cx="4813920" cy="360"/>
          </a:xfrm>
          <a:prstGeom prst="straightConnector1">
            <a:avLst/>
          </a:prstGeom>
          <a:ln w="19050">
            <a:solidFill>
              <a:srgbClr val="70ad47">
                <a:lumMod val="60000"/>
                <a:lumOff val="40000"/>
              </a:srgbClr>
            </a:solidFill>
            <a:prstDash val="lgDash"/>
          </a:ln>
        </p:spPr>
      </p:cxnSp>
      <p:cxnSp>
        <p:nvCxnSpPr>
          <p:cNvPr id="310" name="Rett pilkobling 42"/>
          <p:cNvCxnSpPr/>
          <p:nvPr/>
        </p:nvCxnSpPr>
        <p:spPr>
          <a:xfrm>
            <a:off x="4238280" y="4223880"/>
            <a:ext cx="360" cy="1098720"/>
          </a:xfrm>
          <a:prstGeom prst="straightConnector1">
            <a:avLst/>
          </a:prstGeom>
          <a:ln w="19050">
            <a:solidFill>
              <a:srgbClr val="5b9bd5">
                <a:lumMod val="60000"/>
                <a:lumOff val="40000"/>
              </a:srgbClr>
            </a:solidFill>
            <a:tailEnd len="med" type="triangle" w="med"/>
          </a:ln>
        </p:spPr>
      </p:cxnSp>
      <p:cxnSp>
        <p:nvCxnSpPr>
          <p:cNvPr id="311" name="Rett pilkobling 46"/>
          <p:cNvCxnSpPr/>
          <p:nvPr/>
        </p:nvCxnSpPr>
        <p:spPr>
          <a:xfrm flipH="1">
            <a:off x="4609800" y="3821040"/>
            <a:ext cx="10080" cy="1501560"/>
          </a:xfrm>
          <a:prstGeom prst="straightConnector1">
            <a:avLst/>
          </a:prstGeom>
          <a:ln w="19050">
            <a:solidFill>
              <a:srgbClr val="70ad47">
                <a:lumMod val="60000"/>
                <a:lumOff val="40000"/>
              </a:srgbClr>
            </a:solidFill>
            <a:tailEnd len="med" type="triangle" w="med"/>
          </a:ln>
        </p:spPr>
      </p:cxnSp>
      <p:cxnSp>
        <p:nvCxnSpPr>
          <p:cNvPr id="312" name="Rett linje 49"/>
          <p:cNvCxnSpPr/>
          <p:nvPr/>
        </p:nvCxnSpPr>
        <p:spPr>
          <a:xfrm>
            <a:off x="4609800" y="5419440"/>
            <a:ext cx="360" cy="515160"/>
          </a:xfrm>
          <a:prstGeom prst="straightConnector1">
            <a:avLst/>
          </a:prstGeom>
          <a:ln w="19050">
            <a:solidFill>
              <a:srgbClr val="ffffff"/>
            </a:solidFill>
          </a:ln>
        </p:spPr>
      </p:cxnSp>
      <p:cxnSp>
        <p:nvCxnSpPr>
          <p:cNvPr id="313" name="Rett linje 53"/>
          <p:cNvCxnSpPr/>
          <p:nvPr/>
        </p:nvCxnSpPr>
        <p:spPr>
          <a:xfrm>
            <a:off x="4600440" y="5419440"/>
            <a:ext cx="733680" cy="360"/>
          </a:xfrm>
          <a:prstGeom prst="straightConnector1">
            <a:avLst/>
          </a:prstGeom>
          <a:ln w="19050">
            <a:solidFill>
              <a:srgbClr val="ffffff"/>
            </a:solidFill>
          </a:ln>
        </p:spPr>
      </p:cxnSp>
      <p:cxnSp>
        <p:nvCxnSpPr>
          <p:cNvPr id="314" name="Rett linje 54"/>
          <p:cNvCxnSpPr/>
          <p:nvPr/>
        </p:nvCxnSpPr>
        <p:spPr>
          <a:xfrm>
            <a:off x="5324400" y="5419440"/>
            <a:ext cx="360" cy="521280"/>
          </a:xfrm>
          <a:prstGeom prst="straightConnector1">
            <a:avLst/>
          </a:prstGeom>
          <a:ln w="19050">
            <a:solidFill>
              <a:srgbClr val="ffffff"/>
            </a:solidFill>
          </a:ln>
        </p:spPr>
      </p:cxnSp>
      <p:cxnSp>
        <p:nvCxnSpPr>
          <p:cNvPr id="315" name="Rett linje 55"/>
          <p:cNvCxnSpPr/>
          <p:nvPr/>
        </p:nvCxnSpPr>
        <p:spPr>
          <a:xfrm flipH="1">
            <a:off x="5324400" y="5934240"/>
            <a:ext cx="390960" cy="6480"/>
          </a:xfrm>
          <a:prstGeom prst="straightConnector1">
            <a:avLst/>
          </a:prstGeom>
          <a:ln w="19050">
            <a:solidFill>
              <a:srgbClr val="ffffff"/>
            </a:solidFill>
          </a:ln>
        </p:spPr>
      </p:cxnSp>
      <p:cxnSp>
        <p:nvCxnSpPr>
          <p:cNvPr id="316" name="Rett linje 56"/>
          <p:cNvCxnSpPr/>
          <p:nvPr/>
        </p:nvCxnSpPr>
        <p:spPr>
          <a:xfrm>
            <a:off x="5705280" y="5419440"/>
            <a:ext cx="360" cy="515160"/>
          </a:xfrm>
          <a:prstGeom prst="straightConnector1">
            <a:avLst/>
          </a:prstGeom>
          <a:ln w="19050">
            <a:solidFill>
              <a:srgbClr val="ffffff"/>
            </a:solidFill>
          </a:ln>
        </p:spPr>
      </p:cxnSp>
      <p:sp>
        <p:nvSpPr>
          <p:cNvPr id="317" name="Venstre klammeparentes 57"/>
          <p:cNvSpPr/>
          <p:nvPr/>
        </p:nvSpPr>
        <p:spPr>
          <a:xfrm rot="16200000">
            <a:off x="3992760" y="5704200"/>
            <a:ext cx="139320" cy="1114200"/>
          </a:xfrm>
          <a:prstGeom prst="leftBrace">
            <a:avLst>
              <a:gd name="adj1" fmla="val 8333"/>
              <a:gd name="adj2" fmla="val 50000"/>
            </a:avLst>
          </a:prstGeom>
          <a:noFill/>
          <a:ln w="19050">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318" name="TekstSylinder 58"/>
          <p:cNvSpPr/>
          <p:nvPr/>
        </p:nvSpPr>
        <p:spPr>
          <a:xfrm>
            <a:off x="3252960" y="6361920"/>
            <a:ext cx="16189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PWM period</a:t>
            </a:r>
            <a:endParaRPr b="0" lang="en-GB" sz="1800" strike="noStrike" u="none">
              <a:solidFill>
                <a:srgbClr val="ffffff"/>
              </a:solidFill>
              <a:effectLst/>
              <a:uFillTx/>
              <a:latin typeface="Arial"/>
            </a:endParaRPr>
          </a:p>
        </p:txBody>
      </p:sp>
      <p:cxnSp>
        <p:nvCxnSpPr>
          <p:cNvPr id="319" name="Rett linje 59"/>
          <p:cNvCxnSpPr/>
          <p:nvPr/>
        </p:nvCxnSpPr>
        <p:spPr>
          <a:xfrm flipV="1">
            <a:off x="4628880" y="3841560"/>
            <a:ext cx="1086120" cy="1057680"/>
          </a:xfrm>
          <a:prstGeom prst="straightConnector1">
            <a:avLst/>
          </a:prstGeom>
          <a:ln w="19050">
            <a:solidFill>
              <a:srgbClr val="ffffff"/>
            </a:solidFill>
          </a:ln>
        </p:spPr>
      </p:cxnSp>
      <p:cxnSp>
        <p:nvCxnSpPr>
          <p:cNvPr id="320" name="Rett pilkobling 60"/>
          <p:cNvCxnSpPr/>
          <p:nvPr/>
        </p:nvCxnSpPr>
        <p:spPr>
          <a:xfrm>
            <a:off x="5324400" y="4223880"/>
            <a:ext cx="360" cy="1098720"/>
          </a:xfrm>
          <a:prstGeom prst="straightConnector1">
            <a:avLst/>
          </a:prstGeom>
          <a:ln w="19050">
            <a:solidFill>
              <a:srgbClr val="5b9bd5">
                <a:lumMod val="60000"/>
                <a:lumOff val="40000"/>
              </a:srgbClr>
            </a:solidFill>
            <a:tailEnd len="med" type="triangle" w="med"/>
          </a:ln>
        </p:spPr>
      </p:cxnSp>
      <p:cxnSp>
        <p:nvCxnSpPr>
          <p:cNvPr id="321" name="Rett pilkobling 61"/>
          <p:cNvCxnSpPr/>
          <p:nvPr/>
        </p:nvCxnSpPr>
        <p:spPr>
          <a:xfrm flipH="1">
            <a:off x="5724360" y="3840120"/>
            <a:ext cx="9720" cy="1501560"/>
          </a:xfrm>
          <a:prstGeom prst="straightConnector1">
            <a:avLst/>
          </a:prstGeom>
          <a:ln w="19050">
            <a:solidFill>
              <a:srgbClr val="70ad47">
                <a:lumMod val="60000"/>
                <a:lumOff val="40000"/>
              </a:srgbClr>
            </a:solidFill>
            <a:tailEnd len="med" type="triangle" w="med"/>
          </a:ln>
        </p:spPr>
      </p:cxnSp>
      <p:cxnSp>
        <p:nvCxnSpPr>
          <p:cNvPr id="322" name="Rett linje 63"/>
          <p:cNvCxnSpPr/>
          <p:nvPr/>
        </p:nvCxnSpPr>
        <p:spPr>
          <a:xfrm flipV="1">
            <a:off x="4219560" y="3840120"/>
            <a:ext cx="409680" cy="392040"/>
          </a:xfrm>
          <a:prstGeom prst="straightConnector1">
            <a:avLst/>
          </a:prstGeom>
          <a:ln w="19050">
            <a:solidFill>
              <a:srgbClr val="ffffff"/>
            </a:solidFill>
          </a:ln>
        </p:spPr>
      </p:cxnSp>
    </p:spTree>
  </p:cSld>
  <mc:AlternateContent>
    <mc:Choice Requires="p14">
      <p:transition spd="slow" p14:dur="2000"/>
    </mc:Choice>
    <mc:Fallback>
      <p:transition spd="slow"/>
    </mc:Fallback>
  </mc:AlternateContent>
  <p:timing>
    <p:tnLst>
      <p:par>
        <p:cTn id="327" dur="indefinite" restart="never" nodeType="tmRoot">
          <p:childTnLst>
            <p:seq>
              <p:cTn id="328" dur="indefinite" nodeType="mainSeq">
                <p:childTnLst>
                  <p:par>
                    <p:cTn id="329" fill="hold">
                      <p:stCondLst>
                        <p:cond delay="indefinite"/>
                      </p:stCondLst>
                      <p:childTnLst>
                        <p:par>
                          <p:cTn id="330" fill="hold">
                            <p:stCondLst>
                              <p:cond delay="0"/>
                            </p:stCondLst>
                            <p:childTnLst>
                              <p:par>
                                <p:cTn id="331" nodeType="clickEffect" fill="hold" presetClass="entr" presetID="1">
                                  <p:stCondLst>
                                    <p:cond delay="0"/>
                                  </p:stCondLst>
                                  <p:childTnLst>
                                    <p:set>
                                      <p:cBhvr>
                                        <p:cTn id="332" dur="1" fill="hold">
                                          <p:stCondLst>
                                            <p:cond delay="0"/>
                                          </p:stCondLst>
                                        </p:cTn>
                                        <p:tgtEl>
                                          <p:spTgt spid="299"/>
                                        </p:tgtEl>
                                        <p:attrNameLst>
                                          <p:attrName>style.visibility</p:attrName>
                                        </p:attrNameLst>
                                      </p:cBhvr>
                                      <p:to>
                                        <p:strVal val="visible"/>
                                      </p:to>
                                    </p:set>
                                  </p:childTnLst>
                                </p:cTn>
                              </p:par>
                              <p:par>
                                <p:cTn id="333" nodeType="withEffect" fill="hold" presetClass="entr" presetID="1">
                                  <p:stCondLst>
                                    <p:cond delay="0"/>
                                  </p:stCondLst>
                                  <p:childTnLst>
                                    <p:set>
                                      <p:cBhvr>
                                        <p:cTn id="334" dur="1" fill="hold">
                                          <p:stCondLst>
                                            <p:cond delay="0"/>
                                          </p:stCondLst>
                                        </p:cTn>
                                        <p:tgtEl>
                                          <p:spTgt spid="298"/>
                                        </p:tgtEl>
                                        <p:attrNameLst>
                                          <p:attrName>style.visibility</p:attrName>
                                        </p:attrNameLst>
                                      </p:cBhvr>
                                      <p:to>
                                        <p:strVal val="visible"/>
                                      </p:to>
                                    </p:set>
                                  </p:childTnLst>
                                </p:cTn>
                              </p:par>
                              <p:par>
                                <p:cTn id="335" nodeType="withEffect" fill="hold" presetClass="entr" presetID="1">
                                  <p:stCondLst>
                                    <p:cond delay="0"/>
                                  </p:stCondLst>
                                  <p:childTnLst>
                                    <p:set>
                                      <p:cBhvr>
                                        <p:cTn id="336" dur="1" fill="hold">
                                          <p:stCondLst>
                                            <p:cond delay="0"/>
                                          </p:stCondLst>
                                        </p:cTn>
                                        <p:tgtEl>
                                          <p:spTgt spid="300"/>
                                        </p:tgtEl>
                                        <p:attrNameLst>
                                          <p:attrName>style.visibility</p:attrName>
                                        </p:attrNameLst>
                                      </p:cBhvr>
                                      <p:to>
                                        <p:strVal val="visible"/>
                                      </p:to>
                                    </p:set>
                                  </p:childTnLst>
                                </p:cTn>
                              </p:par>
                              <p:par>
                                <p:cTn id="337" nodeType="withEffect" fill="hold" presetClass="entr" presetID="1">
                                  <p:stCondLst>
                                    <p:cond delay="0"/>
                                  </p:stCondLst>
                                  <p:childTnLst>
                                    <p:set>
                                      <p:cBhvr>
                                        <p:cTn id="338" dur="1" fill="hold">
                                          <p:stCondLst>
                                            <p:cond delay="0"/>
                                          </p:stCondLst>
                                        </p:cTn>
                                        <p:tgtEl>
                                          <p:spTgt spid="297"/>
                                        </p:tgtEl>
                                        <p:attrNameLst>
                                          <p:attrName>style.visibility</p:attrName>
                                        </p:attrNameLst>
                                      </p:cBhvr>
                                      <p:to>
                                        <p:strVal val="visible"/>
                                      </p:to>
                                    </p:set>
                                  </p:childTnLst>
                                </p:cTn>
                              </p:par>
                              <p:par>
                                <p:cTn id="339" nodeType="withEffect" fill="hold" presetClass="entr" presetID="1">
                                  <p:stCondLst>
                                    <p:cond delay="0"/>
                                  </p:stCondLst>
                                  <p:childTnLst>
                                    <p:set>
                                      <p:cBhvr>
                                        <p:cTn id="340" dur="1" fill="hold">
                                          <p:stCondLst>
                                            <p:cond delay="0"/>
                                          </p:stCondLst>
                                        </p:cTn>
                                        <p:tgtEl>
                                          <p:spTgt spid="301"/>
                                        </p:tgtEl>
                                        <p:attrNameLst>
                                          <p:attrName>style.visibility</p:attrName>
                                        </p:attrNameLst>
                                      </p:cBhvr>
                                      <p:to>
                                        <p:strVal val="visible"/>
                                      </p:to>
                                    </p:set>
                                  </p:childTnLst>
                                </p:cTn>
                              </p:par>
                              <p:par>
                                <p:cTn id="341" nodeType="withEffect" fill="hold" presetClass="entr" presetID="1">
                                  <p:stCondLst>
                                    <p:cond delay="0"/>
                                  </p:stCondLst>
                                  <p:childTnLst>
                                    <p:set>
                                      <p:cBhvr>
                                        <p:cTn id="342" dur="1" fill="hold">
                                          <p:stCondLst>
                                            <p:cond delay="0"/>
                                          </p:stCondLst>
                                        </p:cTn>
                                        <p:tgtEl>
                                          <p:spTgt spid="305"/>
                                        </p:tgtEl>
                                        <p:attrNameLst>
                                          <p:attrName>style.visibility</p:attrName>
                                        </p:attrNameLst>
                                      </p:cBhvr>
                                      <p:to>
                                        <p:strVal val="visible"/>
                                      </p:to>
                                    </p:set>
                                  </p:childTnLst>
                                </p:cTn>
                              </p:par>
                              <p:par>
                                <p:cTn id="343" nodeType="withEffect" fill="hold" presetClass="entr" presetID="1">
                                  <p:stCondLst>
                                    <p:cond delay="0"/>
                                  </p:stCondLst>
                                  <p:childTnLst>
                                    <p:set>
                                      <p:cBhvr>
                                        <p:cTn id="344" dur="1" fill="hold">
                                          <p:stCondLst>
                                            <p:cond delay="0"/>
                                          </p:stCondLst>
                                        </p:cTn>
                                        <p:tgtEl>
                                          <p:spTgt spid="304"/>
                                        </p:tgtEl>
                                        <p:attrNameLst>
                                          <p:attrName>style.visibility</p:attrName>
                                        </p:attrNameLst>
                                      </p:cBhvr>
                                      <p:to>
                                        <p:strVal val="visible"/>
                                      </p:to>
                                    </p:set>
                                  </p:childTnLst>
                                </p:cTn>
                              </p:par>
                              <p:par>
                                <p:cTn id="345" nodeType="withEffect" fill="hold" presetClass="entr" presetID="1">
                                  <p:stCondLst>
                                    <p:cond delay="0"/>
                                  </p:stCondLst>
                                  <p:childTnLst>
                                    <p:set>
                                      <p:cBhvr>
                                        <p:cTn id="346" dur="1" fill="hold">
                                          <p:stCondLst>
                                            <p:cond delay="0"/>
                                          </p:stCondLst>
                                        </p:cTn>
                                        <p:tgtEl>
                                          <p:spTgt spid="303"/>
                                        </p:tgtEl>
                                        <p:attrNameLst>
                                          <p:attrName>style.visibility</p:attrName>
                                        </p:attrNameLst>
                                      </p:cBhvr>
                                      <p:to>
                                        <p:strVal val="visible"/>
                                      </p:to>
                                    </p:set>
                                  </p:childTnLst>
                                </p:cTn>
                              </p:par>
                              <p:par>
                                <p:cTn id="347" nodeType="withEffect" fill="hold" presetClass="entr" presetID="1">
                                  <p:stCondLst>
                                    <p:cond delay="0"/>
                                  </p:stCondLst>
                                  <p:childTnLst>
                                    <p:set>
                                      <p:cBhvr>
                                        <p:cTn id="348" dur="1" fill="hold">
                                          <p:stCondLst>
                                            <p:cond delay="0"/>
                                          </p:stCondLst>
                                        </p:cTn>
                                        <p:tgtEl>
                                          <p:spTgt spid="306"/>
                                        </p:tgtEl>
                                        <p:attrNameLst>
                                          <p:attrName>style.visibility</p:attrName>
                                        </p:attrNameLst>
                                      </p:cBhvr>
                                      <p:to>
                                        <p:strVal val="visible"/>
                                      </p:to>
                                    </p:set>
                                  </p:childTnLst>
                                </p:cTn>
                              </p:par>
                              <p:par>
                                <p:cTn id="349" nodeType="withEffect" fill="hold" presetClass="entr" presetID="1">
                                  <p:stCondLst>
                                    <p:cond delay="0"/>
                                  </p:stCondLst>
                                  <p:childTnLst>
                                    <p:set>
                                      <p:cBhvr>
                                        <p:cTn id="350" dur="1" fill="hold">
                                          <p:stCondLst>
                                            <p:cond delay="0"/>
                                          </p:stCondLst>
                                        </p:cTn>
                                        <p:tgtEl>
                                          <p:spTgt spid="307"/>
                                        </p:tgtEl>
                                        <p:attrNameLst>
                                          <p:attrName>style.visibility</p:attrName>
                                        </p:attrNameLst>
                                      </p:cBhvr>
                                      <p:to>
                                        <p:strVal val="visible"/>
                                      </p:to>
                                    </p:set>
                                  </p:childTnLst>
                                </p:cTn>
                              </p:par>
                              <p:par>
                                <p:cTn id="351" nodeType="withEffect" fill="hold" presetClass="entr" presetID="1">
                                  <p:stCondLst>
                                    <p:cond delay="0"/>
                                  </p:stCondLst>
                                  <p:childTnLst>
                                    <p:set>
                                      <p:cBhvr>
                                        <p:cTn id="352" dur="1" fill="hold">
                                          <p:stCondLst>
                                            <p:cond delay="0"/>
                                          </p:stCondLst>
                                        </p:cTn>
                                        <p:tgtEl>
                                          <p:spTgt spid="310"/>
                                        </p:tgtEl>
                                        <p:attrNameLst>
                                          <p:attrName>style.visibility</p:attrName>
                                        </p:attrNameLst>
                                      </p:cBhvr>
                                      <p:to>
                                        <p:strVal val="visible"/>
                                      </p:to>
                                    </p:set>
                                  </p:childTnLst>
                                </p:cTn>
                              </p:par>
                            </p:childTnLst>
                          </p:cTn>
                        </p:par>
                      </p:childTnLst>
                    </p:cTn>
                  </p:par>
                  <p:par>
                    <p:cTn id="353" fill="hold">
                      <p:stCondLst>
                        <p:cond delay="indefinite"/>
                      </p:stCondLst>
                      <p:childTnLst>
                        <p:par>
                          <p:cTn id="354" fill="hold">
                            <p:stCondLst>
                              <p:cond delay="0"/>
                            </p:stCondLst>
                            <p:childTnLst>
                              <p:par>
                                <p:cTn id="355" nodeType="clickEffect" fill="hold" presetClass="entr" presetID="1">
                                  <p:stCondLst>
                                    <p:cond delay="0"/>
                                  </p:stCondLst>
                                  <p:childTnLst>
                                    <p:set>
                                      <p:cBhvr>
                                        <p:cTn id="356" dur="1" fill="hold">
                                          <p:stCondLst>
                                            <p:cond delay="0"/>
                                          </p:stCondLst>
                                        </p:cTn>
                                        <p:tgtEl>
                                          <p:spTgt spid="322"/>
                                        </p:tgtEl>
                                        <p:attrNameLst>
                                          <p:attrName>style.visibility</p:attrName>
                                        </p:attrNameLst>
                                      </p:cBhvr>
                                      <p:to>
                                        <p:strVal val="visible"/>
                                      </p:to>
                                    </p:set>
                                  </p:childTnLst>
                                </p:cTn>
                              </p:par>
                              <p:par>
                                <p:cTn id="357" nodeType="withEffect" fill="hold" presetClass="entr" presetID="1">
                                  <p:stCondLst>
                                    <p:cond delay="0"/>
                                  </p:stCondLst>
                                  <p:childTnLst>
                                    <p:set>
                                      <p:cBhvr>
                                        <p:cTn id="358" dur="1" fill="hold">
                                          <p:stCondLst>
                                            <p:cond delay="0"/>
                                          </p:stCondLst>
                                        </p:cTn>
                                        <p:tgtEl>
                                          <p:spTgt spid="309"/>
                                        </p:tgtEl>
                                        <p:attrNameLst>
                                          <p:attrName>style.visibility</p:attrName>
                                        </p:attrNameLst>
                                      </p:cBhvr>
                                      <p:to>
                                        <p:strVal val="visible"/>
                                      </p:to>
                                    </p:set>
                                  </p:childTnLst>
                                </p:cTn>
                              </p:par>
                              <p:par>
                                <p:cTn id="359" nodeType="withEffect" fill="hold" presetClass="entr" presetID="1">
                                  <p:stCondLst>
                                    <p:cond delay="0"/>
                                  </p:stCondLst>
                                  <p:childTnLst>
                                    <p:set>
                                      <p:cBhvr>
                                        <p:cTn id="360" dur="1" fill="hold">
                                          <p:stCondLst>
                                            <p:cond delay="0"/>
                                          </p:stCondLst>
                                        </p:cTn>
                                        <p:tgtEl>
                                          <p:spTgt spid="302"/>
                                        </p:tgtEl>
                                        <p:attrNameLst>
                                          <p:attrName>style.visibility</p:attrName>
                                        </p:attrNameLst>
                                      </p:cBhvr>
                                      <p:to>
                                        <p:strVal val="visible"/>
                                      </p:to>
                                    </p:set>
                                  </p:childTnLst>
                                </p:cTn>
                              </p:par>
                              <p:par>
                                <p:cTn id="361" nodeType="withEffect" fill="hold" presetClass="entr" presetID="1">
                                  <p:stCondLst>
                                    <p:cond delay="0"/>
                                  </p:stCondLst>
                                  <p:childTnLst>
                                    <p:set>
                                      <p:cBhvr>
                                        <p:cTn id="362" dur="1" fill="hold">
                                          <p:stCondLst>
                                            <p:cond delay="0"/>
                                          </p:stCondLst>
                                        </p:cTn>
                                        <p:tgtEl>
                                          <p:spTgt spid="311"/>
                                        </p:tgtEl>
                                        <p:attrNameLst>
                                          <p:attrName>style.visibility</p:attrName>
                                        </p:attrNameLst>
                                      </p:cBhvr>
                                      <p:to>
                                        <p:strVal val="visible"/>
                                      </p:to>
                                    </p:set>
                                  </p:childTnLst>
                                </p:cTn>
                              </p:par>
                              <p:par>
                                <p:cTn id="363" nodeType="withEffect" fill="hold" presetClass="entr" presetID="1">
                                  <p:stCondLst>
                                    <p:cond delay="0"/>
                                  </p:stCondLst>
                                  <p:childTnLst>
                                    <p:set>
                                      <p:cBhvr>
                                        <p:cTn id="364" dur="1" fill="hold">
                                          <p:stCondLst>
                                            <p:cond delay="0"/>
                                          </p:stCondLst>
                                        </p:cTn>
                                        <p:tgtEl>
                                          <p:spTgt spid="308"/>
                                        </p:tgtEl>
                                        <p:attrNameLst>
                                          <p:attrName>style.visibility</p:attrName>
                                        </p:attrNameLst>
                                      </p:cBhvr>
                                      <p:to>
                                        <p:strVal val="visible"/>
                                      </p:to>
                                    </p:set>
                                  </p:childTnLst>
                                </p:cTn>
                              </p:par>
                              <p:par>
                                <p:cTn id="365" nodeType="withEffect" fill="hold" presetClass="entr" presetID="1">
                                  <p:stCondLst>
                                    <p:cond delay="0"/>
                                  </p:stCondLst>
                                  <p:childTnLst>
                                    <p:set>
                                      <p:cBhvr>
                                        <p:cTn id="366" dur="1" fill="hold">
                                          <p:stCondLst>
                                            <p:cond delay="0"/>
                                          </p:stCondLst>
                                        </p:cTn>
                                        <p:tgtEl>
                                          <p:spTgt spid="312"/>
                                        </p:tgtEl>
                                        <p:attrNameLst>
                                          <p:attrName>style.visibility</p:attrName>
                                        </p:attrNameLst>
                                      </p:cBhvr>
                                      <p:to>
                                        <p:strVal val="visible"/>
                                      </p:to>
                                    </p:set>
                                  </p:childTnLst>
                                </p:cTn>
                              </p:par>
                              <p:par>
                                <p:cTn id="367" nodeType="withEffect" fill="hold" presetClass="entr" presetID="1">
                                  <p:stCondLst>
                                    <p:cond delay="0"/>
                                  </p:stCondLst>
                                  <p:childTnLst>
                                    <p:set>
                                      <p:cBhvr>
                                        <p:cTn id="368" dur="1" fill="hold">
                                          <p:stCondLst>
                                            <p:cond delay="0"/>
                                          </p:stCondLst>
                                        </p:cTn>
                                        <p:tgtEl>
                                          <p:spTgt spid="317"/>
                                        </p:tgtEl>
                                        <p:attrNameLst>
                                          <p:attrName>style.visibility</p:attrName>
                                        </p:attrNameLst>
                                      </p:cBhvr>
                                      <p:to>
                                        <p:strVal val="visible"/>
                                      </p:to>
                                    </p:set>
                                  </p:childTnLst>
                                </p:cTn>
                              </p:par>
                              <p:par>
                                <p:cTn id="369" nodeType="withEffect" fill="hold" presetClass="entr" presetID="1">
                                  <p:stCondLst>
                                    <p:cond delay="0"/>
                                  </p:stCondLst>
                                  <p:childTnLst>
                                    <p:set>
                                      <p:cBhvr>
                                        <p:cTn id="370" dur="1" fill="hold">
                                          <p:stCondLst>
                                            <p:cond delay="0"/>
                                          </p:stCondLst>
                                        </p:cTn>
                                        <p:tgtEl>
                                          <p:spTgt spid="318"/>
                                        </p:tgtEl>
                                        <p:attrNameLst>
                                          <p:attrName>style.visibility</p:attrName>
                                        </p:attrNameLst>
                                      </p:cBhvr>
                                      <p:to>
                                        <p:strVal val="visible"/>
                                      </p:to>
                                    </p:set>
                                  </p:childTnLst>
                                </p:cTn>
                              </p:par>
                            </p:childTnLst>
                          </p:cTn>
                        </p:par>
                      </p:childTnLst>
                    </p:cTn>
                  </p:par>
                  <p:par>
                    <p:cTn id="371" fill="hold">
                      <p:stCondLst>
                        <p:cond delay="indefinite"/>
                      </p:stCondLst>
                      <p:childTnLst>
                        <p:par>
                          <p:cTn id="372" fill="hold">
                            <p:stCondLst>
                              <p:cond delay="0"/>
                            </p:stCondLst>
                            <p:childTnLst>
                              <p:par>
                                <p:cTn id="373" nodeType="clickEffect" fill="hold" presetClass="entr" presetID="1">
                                  <p:stCondLst>
                                    <p:cond delay="0"/>
                                  </p:stCondLst>
                                  <p:childTnLst>
                                    <p:set>
                                      <p:cBhvr>
                                        <p:cTn id="374" dur="1" fill="hold">
                                          <p:stCondLst>
                                            <p:cond delay="0"/>
                                          </p:stCondLst>
                                        </p:cTn>
                                        <p:tgtEl>
                                          <p:spTgt spid="313"/>
                                        </p:tgtEl>
                                        <p:attrNameLst>
                                          <p:attrName>style.visibility</p:attrName>
                                        </p:attrNameLst>
                                      </p:cBhvr>
                                      <p:to>
                                        <p:strVal val="visible"/>
                                      </p:to>
                                    </p:set>
                                  </p:childTnLst>
                                </p:cTn>
                              </p:par>
                              <p:par>
                                <p:cTn id="375" nodeType="withEffect" fill="hold" presetClass="entr" presetID="1">
                                  <p:stCondLst>
                                    <p:cond delay="0"/>
                                  </p:stCondLst>
                                  <p:childTnLst>
                                    <p:set>
                                      <p:cBhvr>
                                        <p:cTn id="376" dur="1" fill="hold">
                                          <p:stCondLst>
                                            <p:cond delay="0"/>
                                          </p:stCondLst>
                                        </p:cTn>
                                        <p:tgtEl>
                                          <p:spTgt spid="319"/>
                                        </p:tgtEl>
                                        <p:attrNameLst>
                                          <p:attrName>style.visibility</p:attrName>
                                        </p:attrNameLst>
                                      </p:cBhvr>
                                      <p:to>
                                        <p:strVal val="visible"/>
                                      </p:to>
                                    </p:set>
                                  </p:childTnLst>
                                </p:cTn>
                              </p:par>
                              <p:par>
                                <p:cTn id="377" nodeType="withEffect" fill="hold" presetClass="entr" presetID="1">
                                  <p:stCondLst>
                                    <p:cond delay="0"/>
                                  </p:stCondLst>
                                  <p:childTnLst>
                                    <p:set>
                                      <p:cBhvr>
                                        <p:cTn id="378" dur="1" fill="hold">
                                          <p:stCondLst>
                                            <p:cond delay="0"/>
                                          </p:stCondLst>
                                        </p:cTn>
                                        <p:tgtEl>
                                          <p:spTgt spid="320"/>
                                        </p:tgtEl>
                                        <p:attrNameLst>
                                          <p:attrName>style.visibility</p:attrName>
                                        </p:attrNameLst>
                                      </p:cBhvr>
                                      <p:to>
                                        <p:strVal val="visible"/>
                                      </p:to>
                                    </p:set>
                                  </p:childTnLst>
                                </p:cTn>
                              </p:par>
                              <p:par>
                                <p:cTn id="379" nodeType="withEffect" fill="hold" presetClass="entr" presetID="1">
                                  <p:stCondLst>
                                    <p:cond delay="0"/>
                                  </p:stCondLst>
                                  <p:childTnLst>
                                    <p:set>
                                      <p:cBhvr>
                                        <p:cTn id="380" dur="1" fill="hold">
                                          <p:stCondLst>
                                            <p:cond delay="0"/>
                                          </p:stCondLst>
                                        </p:cTn>
                                        <p:tgtEl>
                                          <p:spTgt spid="321"/>
                                        </p:tgtEl>
                                        <p:attrNameLst>
                                          <p:attrName>style.visibility</p:attrName>
                                        </p:attrNameLst>
                                      </p:cBhvr>
                                      <p:to>
                                        <p:strVal val="visible"/>
                                      </p:to>
                                    </p:set>
                                  </p:childTnLst>
                                </p:cTn>
                              </p:par>
                              <p:par>
                                <p:cTn id="381" nodeType="withEffect" fill="hold" presetClass="entr" presetID="1">
                                  <p:stCondLst>
                                    <p:cond delay="0"/>
                                  </p:stCondLst>
                                  <p:childTnLst>
                                    <p:set>
                                      <p:cBhvr>
                                        <p:cTn id="382" dur="1" fill="hold">
                                          <p:stCondLst>
                                            <p:cond delay="0"/>
                                          </p:stCondLst>
                                        </p:cTn>
                                        <p:tgtEl>
                                          <p:spTgt spid="316"/>
                                        </p:tgtEl>
                                        <p:attrNameLst>
                                          <p:attrName>style.visibility</p:attrName>
                                        </p:attrNameLst>
                                      </p:cBhvr>
                                      <p:to>
                                        <p:strVal val="visible"/>
                                      </p:to>
                                    </p:set>
                                  </p:childTnLst>
                                </p:cTn>
                              </p:par>
                              <p:par>
                                <p:cTn id="383" nodeType="withEffect" fill="hold" presetClass="entr" presetID="1">
                                  <p:stCondLst>
                                    <p:cond delay="0"/>
                                  </p:stCondLst>
                                  <p:childTnLst>
                                    <p:set>
                                      <p:cBhvr>
                                        <p:cTn id="384" dur="1" fill="hold">
                                          <p:stCondLst>
                                            <p:cond delay="0"/>
                                          </p:stCondLst>
                                        </p:cTn>
                                        <p:tgtEl>
                                          <p:spTgt spid="315"/>
                                        </p:tgtEl>
                                        <p:attrNameLst>
                                          <p:attrName>style.visibility</p:attrName>
                                        </p:attrNameLst>
                                      </p:cBhvr>
                                      <p:to>
                                        <p:strVal val="visible"/>
                                      </p:to>
                                    </p:set>
                                  </p:childTnLst>
                                </p:cTn>
                              </p:par>
                              <p:par>
                                <p:cTn id="385" nodeType="withEffect" fill="hold" presetClass="entr" presetID="1">
                                  <p:stCondLst>
                                    <p:cond delay="0"/>
                                  </p:stCondLst>
                                  <p:childTnLst>
                                    <p:set>
                                      <p:cBhvr>
                                        <p:cTn id="386" dur="1" fill="hold">
                                          <p:stCondLst>
                                            <p:cond delay="0"/>
                                          </p:stCondLst>
                                        </p:cTn>
                                        <p:tgtEl>
                                          <p:spTgt spid="3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 – With the timer/counter modules</a:t>
            </a:r>
            <a:endParaRPr b="0" lang="en-US" sz="4400" strike="noStrike" u="none">
              <a:solidFill>
                <a:schemeClr val="lt1"/>
              </a:solidFill>
              <a:effectLst/>
              <a:uFillTx/>
              <a:latin typeface="Calibri"/>
            </a:endParaRPr>
          </a:p>
        </p:txBody>
      </p:sp>
      <p:grpSp>
        <p:nvGrpSpPr>
          <p:cNvPr id="324" name="Gruppe 2"/>
          <p:cNvGrpSpPr/>
          <p:nvPr/>
        </p:nvGrpSpPr>
        <p:grpSpPr>
          <a:xfrm>
            <a:off x="4769280" y="790200"/>
            <a:ext cx="7208280" cy="620640"/>
            <a:chOff x="4769280" y="790200"/>
            <a:chExt cx="7208280" cy="620640"/>
          </a:xfrm>
        </p:grpSpPr>
        <p:cxnSp>
          <p:nvCxnSpPr>
            <p:cNvPr id="325" name="Kobling: vinkel 5"/>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326" name="Kobling: vinkel 6"/>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327" name="Kobling: vinkel 7"/>
            <p:cNvCxnSpPr/>
            <p:nvPr/>
          </p:nvCxnSpPr>
          <p:spPr>
            <a:xfrm flipH="1" flipV="1" rot="10800000">
              <a:off x="11269800" y="790200"/>
              <a:ext cx="707760" cy="621000"/>
            </a:xfrm>
            <a:prstGeom prst="bentConnector3">
              <a:avLst>
                <a:gd name="adj1" fmla="val -797048"/>
              </a:avLst>
            </a:prstGeom>
            <a:ln w="19050">
              <a:solidFill>
                <a:srgbClr val="ffffff"/>
              </a:solidFill>
            </a:ln>
          </p:spPr>
        </p:cxnSp>
      </p:grpSp>
      <p:sp>
        <p:nvSpPr>
          <p:cNvPr id="328" name="TekstSylinder 3"/>
          <p:cNvSpPr/>
          <p:nvPr/>
        </p:nvSpPr>
        <p:spPr>
          <a:xfrm>
            <a:off x="838080" y="2073600"/>
            <a:ext cx="7068240" cy="1200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want to output a PWM signal on two pins for this task</a:t>
            </a:r>
            <a:endParaRPr b="0" lang="en-GB"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rPr>
              <a:t>We need to use split mode for the timer (every register should be on the form of TCA0.SPLIT.&lt;register&gt; = some_value;)</a:t>
            </a:r>
            <a:endParaRPr b="0" lang="en-GB"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rPr>
              <a:t>We then have two compare values (CMP1 and CMP2)</a:t>
            </a:r>
            <a:endParaRPr b="0" lang="en-GB" sz="1800" strike="noStrike" u="none">
              <a:solidFill>
                <a:srgbClr val="ffffff"/>
              </a:solidFill>
              <a:effectLst/>
              <a:uFillTx/>
              <a:latin typeface="Arial"/>
            </a:endParaRPr>
          </a:p>
        </p:txBody>
      </p:sp>
      <p:sp>
        <p:nvSpPr>
          <p:cNvPr id="329" name="TekstSylinder 8"/>
          <p:cNvSpPr/>
          <p:nvPr/>
        </p:nvSpPr>
        <p:spPr>
          <a:xfrm>
            <a:off x="838080" y="3413520"/>
            <a:ext cx="7068240" cy="92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We need to tell the microcontroller what pins it should output the PWM signal on</a:t>
            </a:r>
            <a:endParaRPr b="0" lang="en-GB" sz="1800" strike="noStrike" u="none">
              <a:solidFill>
                <a:srgbClr val="ffffff"/>
              </a:solidFill>
              <a:effectLst/>
              <a:uFillTx/>
              <a:latin typeface="Arial"/>
            </a:endParaRPr>
          </a:p>
          <a:p>
            <a:pPr marL="285840" indent="-285840" defTabSz="457200">
              <a:lnSpc>
                <a:spcPct val="100000"/>
              </a:lnSpc>
              <a:buClr>
                <a:srgbClr val="ffffff"/>
              </a:buClr>
              <a:buFont typeface="Arial"/>
              <a:buChar char="•"/>
            </a:pPr>
            <a:r>
              <a:rPr b="0" lang="en-US" sz="1800" strike="noStrike" u="none">
                <a:solidFill>
                  <a:schemeClr val="lt1"/>
                </a:solidFill>
                <a:effectLst/>
                <a:uFillTx/>
                <a:latin typeface="Calibri"/>
              </a:rPr>
              <a:t>We need to use </a:t>
            </a:r>
            <a:r>
              <a:rPr b="0" i="1" lang="en-US" sz="1800" strike="noStrike" u="none">
                <a:solidFill>
                  <a:schemeClr val="lt1"/>
                </a:solidFill>
                <a:effectLst/>
                <a:uFillTx/>
                <a:latin typeface="Calibri"/>
              </a:rPr>
              <a:t>port multiplexing</a:t>
            </a:r>
            <a:endParaRPr b="0" lang="en-GB" sz="1800" strike="noStrike" u="none">
              <a:solidFill>
                <a:srgbClr val="ffffff"/>
              </a:solidFill>
              <a:effectLst/>
              <a:uFillTx/>
              <a:latin typeface="Arial"/>
            </a:endParaRPr>
          </a:p>
        </p:txBody>
      </p:sp>
      <p:grpSp>
        <p:nvGrpSpPr>
          <p:cNvPr id="330" name="Gruppe 30"/>
          <p:cNvGrpSpPr/>
          <p:nvPr/>
        </p:nvGrpSpPr>
        <p:grpSpPr>
          <a:xfrm>
            <a:off x="9199440" y="2108520"/>
            <a:ext cx="1714320" cy="914040"/>
            <a:chOff x="9199440" y="2108520"/>
            <a:chExt cx="1714320" cy="914040"/>
          </a:xfrm>
        </p:grpSpPr>
        <p:pic>
          <p:nvPicPr>
            <p:cNvPr id="331" name="Grafikk 15" descr="Prosessor kontur"/>
            <p:cNvPicPr/>
            <p:nvPr/>
          </p:nvPicPr>
          <p:blipFill>
            <a:blip r:embed="rId1">
              <a:extLst>
                <a:ext uri="{96DAC541-7B7A-43D3-8B79-37D633B846F1}">
                  <asvg:svgBlip xmlns:asvg="http://schemas.microsoft.com/office/drawing/2016/SVG/main" r:embed="rId2"/>
                </a:ext>
              </a:extLst>
            </a:blip>
            <a:stretch/>
          </p:blipFill>
          <p:spPr>
            <a:xfrm>
              <a:off x="9199440" y="2108520"/>
              <a:ext cx="914040" cy="914040"/>
            </a:xfrm>
            <a:prstGeom prst="rect">
              <a:avLst/>
            </a:prstGeom>
            <a:noFill/>
            <a:ln w="0">
              <a:noFill/>
            </a:ln>
          </p:spPr>
        </p:pic>
        <p:grpSp>
          <p:nvGrpSpPr>
            <p:cNvPr id="332" name="Gruppe 16"/>
            <p:cNvGrpSpPr/>
            <p:nvPr/>
          </p:nvGrpSpPr>
          <p:grpSpPr>
            <a:xfrm>
              <a:off x="9997920" y="2371320"/>
              <a:ext cx="914400" cy="187560"/>
              <a:chOff x="9997920" y="2371320"/>
              <a:chExt cx="914400" cy="187560"/>
            </a:xfrm>
          </p:grpSpPr>
          <p:cxnSp>
            <p:nvCxnSpPr>
              <p:cNvPr id="333" name="Kobling: vinkel 18"/>
              <p:cNvCxnSpPr/>
              <p:nvPr/>
            </p:nvCxnSpPr>
            <p:spPr>
              <a:xfrm>
                <a:off x="9997920" y="2371320"/>
                <a:ext cx="396360" cy="187920"/>
              </a:xfrm>
              <a:prstGeom prst="bentConnector3">
                <a:avLst>
                  <a:gd name="adj1" fmla="val 50000"/>
                </a:avLst>
              </a:prstGeom>
              <a:ln w="19050">
                <a:solidFill>
                  <a:srgbClr val="ffffff"/>
                </a:solidFill>
              </a:ln>
            </p:spPr>
          </p:cxnSp>
          <p:cxnSp>
            <p:nvCxnSpPr>
              <p:cNvPr id="334" name="Kobling: vinkel 19"/>
              <p:cNvCxnSpPr/>
              <p:nvPr/>
            </p:nvCxnSpPr>
            <p:spPr>
              <a:xfrm flipV="1">
                <a:off x="10241640" y="2371320"/>
                <a:ext cx="426960" cy="187920"/>
              </a:xfrm>
              <a:prstGeom prst="bentConnector3">
                <a:avLst>
                  <a:gd name="adj1" fmla="val 50042"/>
                </a:avLst>
              </a:prstGeom>
              <a:ln w="19050">
                <a:solidFill>
                  <a:srgbClr val="ffffff"/>
                </a:solidFill>
              </a:ln>
            </p:spPr>
          </p:cxnSp>
          <p:cxnSp>
            <p:nvCxnSpPr>
              <p:cNvPr id="335" name="Kobling: vinkel 21"/>
              <p:cNvCxnSpPr/>
              <p:nvPr/>
            </p:nvCxnSpPr>
            <p:spPr>
              <a:xfrm>
                <a:off x="10495800" y="2371320"/>
                <a:ext cx="416880" cy="187920"/>
              </a:xfrm>
              <a:prstGeom prst="bentConnector3">
                <a:avLst>
                  <a:gd name="adj1" fmla="val 50043"/>
                </a:avLst>
              </a:prstGeom>
              <a:ln w="19050">
                <a:solidFill>
                  <a:srgbClr val="ffffff"/>
                </a:solidFill>
              </a:ln>
            </p:spPr>
          </p:cxnSp>
        </p:grpSp>
        <p:grpSp>
          <p:nvGrpSpPr>
            <p:cNvPr id="336" name="Gruppe 22"/>
            <p:cNvGrpSpPr/>
            <p:nvPr/>
          </p:nvGrpSpPr>
          <p:grpSpPr>
            <a:xfrm>
              <a:off x="9999360" y="2756160"/>
              <a:ext cx="914400" cy="187560"/>
              <a:chOff x="9999360" y="2756160"/>
              <a:chExt cx="914400" cy="187560"/>
            </a:xfrm>
          </p:grpSpPr>
          <p:cxnSp>
            <p:nvCxnSpPr>
              <p:cNvPr id="337" name="Kobling: vinkel 23"/>
              <p:cNvCxnSpPr/>
              <p:nvPr/>
            </p:nvCxnSpPr>
            <p:spPr>
              <a:xfrm>
                <a:off x="9999360" y="2756160"/>
                <a:ext cx="396720" cy="187920"/>
              </a:xfrm>
              <a:prstGeom prst="bentConnector3">
                <a:avLst>
                  <a:gd name="adj1" fmla="val 50045"/>
                </a:avLst>
              </a:prstGeom>
              <a:ln w="19050">
                <a:solidFill>
                  <a:srgbClr val="ffffff"/>
                </a:solidFill>
              </a:ln>
            </p:spPr>
          </p:cxnSp>
          <p:cxnSp>
            <p:nvCxnSpPr>
              <p:cNvPr id="338" name="Kobling: vinkel 24"/>
              <p:cNvCxnSpPr/>
              <p:nvPr/>
            </p:nvCxnSpPr>
            <p:spPr>
              <a:xfrm flipV="1">
                <a:off x="10243080" y="2756160"/>
                <a:ext cx="427320" cy="187920"/>
              </a:xfrm>
              <a:prstGeom prst="bentConnector3">
                <a:avLst>
                  <a:gd name="adj1" fmla="val 50000"/>
                </a:avLst>
              </a:prstGeom>
              <a:ln w="19050">
                <a:solidFill>
                  <a:srgbClr val="ffffff"/>
                </a:solidFill>
              </a:ln>
            </p:spPr>
          </p:cxnSp>
          <p:cxnSp>
            <p:nvCxnSpPr>
              <p:cNvPr id="339" name="Kobling: vinkel 25"/>
              <p:cNvCxnSpPr/>
              <p:nvPr/>
            </p:nvCxnSpPr>
            <p:spPr>
              <a:xfrm>
                <a:off x="10497240" y="2756160"/>
                <a:ext cx="416880" cy="187920"/>
              </a:xfrm>
              <a:prstGeom prst="bentConnector3">
                <a:avLst>
                  <a:gd name="adj1" fmla="val 50043"/>
                </a:avLst>
              </a:prstGeom>
              <a:ln w="19050">
                <a:solidFill>
                  <a:srgbClr val="ffffff"/>
                </a:solidFill>
              </a:ln>
            </p:spPr>
          </p:cxnSp>
        </p:grpSp>
      </p:grpSp>
      <p:pic>
        <p:nvPicPr>
          <p:cNvPr id="340" name="Grafikk 33" descr="Prosessor kontur"/>
          <p:cNvPicPr/>
          <p:nvPr/>
        </p:nvPicPr>
        <p:blipFill>
          <a:blip r:embed="rId3">
            <a:extLst>
              <a:ext uri="{96DAC541-7B7A-43D3-8B79-37D633B846F1}">
                <asvg:svgBlip xmlns:asvg="http://schemas.microsoft.com/office/drawing/2016/SVG/main" r:embed="rId4"/>
              </a:ext>
            </a:extLst>
          </a:blip>
          <a:stretch/>
        </p:blipFill>
        <p:spPr>
          <a:xfrm>
            <a:off x="5657760" y="4984200"/>
            <a:ext cx="1542600" cy="1542600"/>
          </a:xfrm>
          <a:prstGeom prst="rect">
            <a:avLst/>
          </a:prstGeom>
          <a:noFill/>
          <a:ln w="0">
            <a:noFill/>
          </a:ln>
        </p:spPr>
      </p:pic>
      <p:pic>
        <p:nvPicPr>
          <p:cNvPr id="341" name="Grafikk 35" descr="Mann kontur"/>
          <p:cNvPicPr/>
          <p:nvPr/>
        </p:nvPicPr>
        <p:blipFill>
          <a:blip r:embed="rId5">
            <a:extLst>
              <a:ext uri="{96DAC541-7B7A-43D3-8B79-37D633B846F1}">
                <asvg:svgBlip xmlns:asvg="http://schemas.microsoft.com/office/drawing/2016/SVG/main" r:embed="rId6"/>
              </a:ext>
            </a:extLst>
          </a:blip>
          <a:stretch/>
        </p:blipFill>
        <p:spPr>
          <a:xfrm>
            <a:off x="4000680" y="5076720"/>
            <a:ext cx="1323720" cy="1323720"/>
          </a:xfrm>
          <a:prstGeom prst="rect">
            <a:avLst/>
          </a:prstGeom>
          <a:noFill/>
          <a:ln w="0">
            <a:noFill/>
          </a:ln>
        </p:spPr>
      </p:pic>
      <p:sp>
        <p:nvSpPr>
          <p:cNvPr id="342" name="Snakkeboble: oval 36"/>
          <p:cNvSpPr/>
          <p:nvPr/>
        </p:nvSpPr>
        <p:spPr>
          <a:xfrm>
            <a:off x="4372560" y="4400280"/>
            <a:ext cx="2309400" cy="650520"/>
          </a:xfrm>
          <a:prstGeom prst="wedgeEllipseCallout">
            <a:avLst>
              <a:gd name="adj1" fmla="val -30592"/>
              <a:gd name="adj2" fmla="val 56648"/>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nb-NO" sz="1200" strike="noStrike" u="none">
                <a:solidFill>
                  <a:schemeClr val="lt1"/>
                </a:solidFill>
                <a:effectLst/>
                <a:uFillTx/>
                <a:latin typeface="Calibri"/>
              </a:rPr>
              <a:t>Hey, these pins are should be dedicated to the timer</a:t>
            </a:r>
            <a:endParaRPr b="0" lang="en-GB" sz="12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387" dur="indefinite" restart="never" nodeType="tmRoot">
          <p:childTnLst>
            <p:seq>
              <p:cTn id="388" dur="indefinite" nodeType="mainSeq">
                <p:childTnLst>
                  <p:par>
                    <p:cTn id="389" fill="hold">
                      <p:stCondLst>
                        <p:cond delay="indefinite"/>
                      </p:stCondLst>
                      <p:childTnLst>
                        <p:par>
                          <p:cTn id="390" fill="hold">
                            <p:stCondLst>
                              <p:cond delay="0"/>
                            </p:stCondLst>
                            <p:childTnLst>
                              <p:par>
                                <p:cTn id="391" nodeType="clickEffect" fill="hold" presetClass="entr" presetID="1">
                                  <p:stCondLst>
                                    <p:cond delay="0"/>
                                  </p:stCondLst>
                                  <p:childTnLst>
                                    <p:set>
                                      <p:cBhvr>
                                        <p:cTn id="392" dur="1" fill="hold">
                                          <p:stCondLst>
                                            <p:cond delay="0"/>
                                          </p:stCondLst>
                                        </p:cTn>
                                        <p:tgtEl>
                                          <p:spTgt spid="329"/>
                                        </p:tgtEl>
                                        <p:attrNameLst>
                                          <p:attrName>style.visibility</p:attrName>
                                        </p:attrNameLst>
                                      </p:cBhvr>
                                      <p:to>
                                        <p:strVal val="visible"/>
                                      </p:to>
                                    </p:set>
                                  </p:childTnLst>
                                </p:cTn>
                              </p:par>
                            </p:childTnLst>
                          </p:cTn>
                        </p:par>
                        <p:par>
                          <p:cTn id="393" fill="hold">
                            <p:stCondLst>
                              <p:cond delay="0"/>
                            </p:stCondLst>
                            <p:childTnLst>
                              <p:par>
                                <p:cTn id="394" nodeType="afterEffect" fill="hold" presetClass="emph" presetID="24">
                                  <p:stCondLst>
                                    <p:cond delay="0"/>
                                  </p:stCondLst>
                                  <p:childTnLst>
                                    <p:animClr clrSpc="hsl" dir="cw">
                                      <p:cBhvr>
                                        <p:cTn id="395" dur="10" fill="hold"/>
                                        <p:tgtEl>
                                          <p:spTgt spid="328"/>
                                        </p:tgtEl>
                                        <p:attrNameLst>
                                          <p:attrName>style.color</p:attrName>
                                        </p:attrNameLst>
                                      </p:cBhvr>
                                      <p:by>
                                        <p:hsl h="0" s="-12549" l="-25098"/>
                                      </p:by>
                                    </p:animClr>
                                    <p:animClr clrSpc="hsl" dir="cw">
                                      <p:cBhvr>
                                        <p:cTn id="396" dur="10" fill="hold"/>
                                        <p:tgtEl>
                                          <p:spTgt spid="328"/>
                                        </p:tgtEl>
                                        <p:attrNameLst>
                                          <p:attrName>fillcolor</p:attrName>
                                        </p:attrNameLst>
                                      </p:cBhvr>
                                      <p:by>
                                        <p:hsl h="0" s="-12549" l="-25098"/>
                                      </p:by>
                                    </p:animClr>
                                    <p:animClr clrSpc="hsl" dir="cw">
                                      <p:cBhvr>
                                        <p:cTn id="397" dur="10" fill="hold"/>
                                        <p:tgtEl>
                                          <p:spTgt spid="328"/>
                                        </p:tgtEl>
                                        <p:attrNameLst>
                                          <p:attrName>stroke.color</p:attrName>
                                        </p:attrNameLst>
                                      </p:cBhvr>
                                      <p:by>
                                        <p:hsl h="0" s="-12549" l="-25098"/>
                                      </p:by>
                                    </p:animClr>
                                    <p:set>
                                      <p:cBhvr>
                                        <p:cTn id="398" dur="10" fill="hold"/>
                                        <p:tgtEl>
                                          <p:spTgt spid="328"/>
                                        </p:tgtEl>
                                        <p:attrNameLst>
                                          <p:attrName>fill.type</p:attrName>
                                        </p:attrNameLst>
                                      </p:cBhvr>
                                      <p:to>
                                        <p:strVal val="solid"/>
                                      </p:to>
                                    </p:set>
                                  </p:childTnLst>
                                </p:cTn>
                              </p:par>
                            </p:childTnLst>
                          </p:cTn>
                        </p:par>
                      </p:childTnLst>
                    </p:cTn>
                  </p:par>
                  <p:par>
                    <p:cTn id="399" fill="hold">
                      <p:stCondLst>
                        <p:cond delay="indefinite"/>
                      </p:stCondLst>
                      <p:childTnLst>
                        <p:par>
                          <p:cTn id="400" fill="hold">
                            <p:stCondLst>
                              <p:cond delay="0"/>
                            </p:stCondLst>
                            <p:childTnLst>
                              <p:par>
                                <p:cTn id="401" nodeType="clickEffect" fill="hold" presetClass="entr" presetID="1">
                                  <p:stCondLst>
                                    <p:cond delay="0"/>
                                  </p:stCondLst>
                                  <p:childTnLst>
                                    <p:set>
                                      <p:cBhvr>
                                        <p:cTn id="402" dur="1" fill="hold">
                                          <p:stCondLst>
                                            <p:cond delay="0"/>
                                          </p:stCondLst>
                                        </p:cTn>
                                        <p:tgtEl>
                                          <p:spTgt spid="341"/>
                                        </p:tgtEl>
                                        <p:attrNameLst>
                                          <p:attrName>style.visibility</p:attrName>
                                        </p:attrNameLst>
                                      </p:cBhvr>
                                      <p:to>
                                        <p:strVal val="visible"/>
                                      </p:to>
                                    </p:set>
                                  </p:childTnLst>
                                </p:cTn>
                              </p:par>
                              <p:par>
                                <p:cTn id="403" nodeType="withEffect" fill="hold" presetClass="entr" presetID="1">
                                  <p:stCondLst>
                                    <p:cond delay="0"/>
                                  </p:stCondLst>
                                  <p:childTnLst>
                                    <p:set>
                                      <p:cBhvr>
                                        <p:cTn id="404" dur="1" fill="hold">
                                          <p:stCondLst>
                                            <p:cond delay="0"/>
                                          </p:stCondLst>
                                        </p:cTn>
                                        <p:tgtEl>
                                          <p:spTgt spid="342"/>
                                        </p:tgtEl>
                                        <p:attrNameLst>
                                          <p:attrName>style.visibility</p:attrName>
                                        </p:attrNameLst>
                                      </p:cBhvr>
                                      <p:to>
                                        <p:strVal val="visible"/>
                                      </p:to>
                                    </p:set>
                                  </p:childTnLst>
                                </p:cTn>
                              </p:par>
                              <p:par>
                                <p:cTn id="405" nodeType="withEffect" fill="hold" presetClass="entr" presetID="1">
                                  <p:stCondLst>
                                    <p:cond delay="0"/>
                                  </p:stCondLst>
                                  <p:childTnLst>
                                    <p:set>
                                      <p:cBhvr>
                                        <p:cTn id="406" dur="1" fill="hold">
                                          <p:stCondLst>
                                            <p:cond delay="0"/>
                                          </p:stCondLst>
                                        </p:cTn>
                                        <p:tgtEl>
                                          <p:spTgt spid="340"/>
                                        </p:tgtEl>
                                        <p:attrNameLst>
                                          <p:attrName>style.visibility</p:attrName>
                                        </p:attrNameLst>
                                      </p:cBhvr>
                                      <p:to>
                                        <p:strVal val="visible"/>
                                      </p:to>
                                    </p:set>
                                  </p:childTnLst>
                                </p:cTn>
                              </p:par>
                              <p:par>
                                <p:cTn id="407" nodeType="withEffect" fill="hold" presetClass="emph" presetID="24">
                                  <p:stCondLst>
                                    <p:cond delay="0"/>
                                  </p:stCondLst>
                                  <p:childTnLst>
                                    <p:animClr clrSpc="hsl" dir="cw">
                                      <p:cBhvr>
                                        <p:cTn id="408" dur="10" fill="hold"/>
                                        <p:tgtEl>
                                          <p:spTgt spid="329"/>
                                        </p:tgtEl>
                                        <p:attrNameLst>
                                          <p:attrName>style.color</p:attrName>
                                        </p:attrNameLst>
                                      </p:cBhvr>
                                      <p:by>
                                        <p:hsl h="0" s="-12549" l="-25098"/>
                                      </p:by>
                                    </p:animClr>
                                    <p:animClr clrSpc="hsl" dir="cw">
                                      <p:cBhvr>
                                        <p:cTn id="409" dur="10" fill="hold"/>
                                        <p:tgtEl>
                                          <p:spTgt spid="329"/>
                                        </p:tgtEl>
                                        <p:attrNameLst>
                                          <p:attrName>fillcolor</p:attrName>
                                        </p:attrNameLst>
                                      </p:cBhvr>
                                      <p:by>
                                        <p:hsl h="0" s="-12549" l="-25098"/>
                                      </p:by>
                                    </p:animClr>
                                    <p:animClr clrSpc="hsl" dir="cw">
                                      <p:cBhvr>
                                        <p:cTn id="410" dur="10" fill="hold"/>
                                        <p:tgtEl>
                                          <p:spTgt spid="329"/>
                                        </p:tgtEl>
                                        <p:attrNameLst>
                                          <p:attrName>stroke.color</p:attrName>
                                        </p:attrNameLst>
                                      </p:cBhvr>
                                      <p:by>
                                        <p:hsl h="0" s="-12549" l="-25098"/>
                                      </p:by>
                                    </p:animClr>
                                    <p:set>
                                      <p:cBhvr>
                                        <p:cTn id="411" dur="10" fill="hold"/>
                                        <p:tgtEl>
                                          <p:spTgt spid="329"/>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 – With the timer/counter modules</a:t>
            </a:r>
            <a:endParaRPr b="0" lang="en-US" sz="4400" strike="noStrike" u="none">
              <a:solidFill>
                <a:schemeClr val="lt1"/>
              </a:solidFill>
              <a:effectLst/>
              <a:uFillTx/>
              <a:latin typeface="Calibri"/>
            </a:endParaRPr>
          </a:p>
        </p:txBody>
      </p:sp>
      <p:grpSp>
        <p:nvGrpSpPr>
          <p:cNvPr id="344" name="Gruppe 2"/>
          <p:cNvGrpSpPr/>
          <p:nvPr/>
        </p:nvGrpSpPr>
        <p:grpSpPr>
          <a:xfrm>
            <a:off x="4769280" y="790200"/>
            <a:ext cx="7208280" cy="620640"/>
            <a:chOff x="4769280" y="790200"/>
            <a:chExt cx="7208280" cy="620640"/>
          </a:xfrm>
        </p:grpSpPr>
        <p:cxnSp>
          <p:nvCxnSpPr>
            <p:cNvPr id="345" name="Kobling: vinkel 5"/>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346" name="Kobling: vinkel 6"/>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347" name="Kobling: vinkel 7"/>
            <p:cNvCxnSpPr/>
            <p:nvPr/>
          </p:nvCxnSpPr>
          <p:spPr>
            <a:xfrm flipH="1" flipV="1" rot="10800000">
              <a:off x="11269800" y="790200"/>
              <a:ext cx="707760" cy="621000"/>
            </a:xfrm>
            <a:prstGeom prst="bentConnector3">
              <a:avLst>
                <a:gd name="adj1" fmla="val -797048"/>
              </a:avLst>
            </a:prstGeom>
            <a:ln w="19050">
              <a:solidFill>
                <a:srgbClr val="ffffff"/>
              </a:solidFill>
            </a:ln>
          </p:spPr>
        </p:cxnSp>
      </p:grpSp>
      <p:sp>
        <p:nvSpPr>
          <p:cNvPr id="348" name="TekstSylinder 8"/>
          <p:cNvSpPr/>
          <p:nvPr/>
        </p:nvSpPr>
        <p:spPr>
          <a:xfrm>
            <a:off x="838080" y="3413520"/>
            <a:ext cx="7068240" cy="92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dk1">
                    <a:lumMod val="50000"/>
                    <a:lumOff val="50000"/>
                  </a:schemeClr>
                </a:solidFill>
                <a:effectLst/>
                <a:uFillTx/>
                <a:latin typeface="Calibri"/>
              </a:rPr>
              <a:t>We need to tell the microcontroller what pins it should output the PWM signal on</a:t>
            </a:r>
            <a:endParaRPr b="0" lang="en-GB" sz="1800" strike="noStrike" u="none">
              <a:solidFill>
                <a:srgbClr val="ffffff"/>
              </a:solidFill>
              <a:effectLst/>
              <a:uFillTx/>
              <a:latin typeface="Arial"/>
            </a:endParaRPr>
          </a:p>
          <a:p>
            <a:pPr marL="285840" indent="-285840" defTabSz="457200">
              <a:lnSpc>
                <a:spcPct val="100000"/>
              </a:lnSpc>
              <a:buClr>
                <a:srgbClr val="808080"/>
              </a:buClr>
              <a:buFont typeface="Arial"/>
              <a:buChar char="•"/>
            </a:pPr>
            <a:r>
              <a:rPr b="0" lang="en-US" sz="1800" strike="noStrike" u="none">
                <a:solidFill>
                  <a:schemeClr val="dk1">
                    <a:lumMod val="50000"/>
                    <a:lumOff val="50000"/>
                  </a:schemeClr>
                </a:solidFill>
                <a:effectLst/>
                <a:uFillTx/>
                <a:latin typeface="Calibri"/>
              </a:rPr>
              <a:t>We need to use </a:t>
            </a:r>
            <a:r>
              <a:rPr b="0" i="1" lang="en-US" sz="1800" strike="noStrike" u="none">
                <a:solidFill>
                  <a:schemeClr val="dk1">
                    <a:lumMod val="50000"/>
                    <a:lumOff val="50000"/>
                  </a:schemeClr>
                </a:solidFill>
                <a:effectLst/>
                <a:uFillTx/>
                <a:latin typeface="Calibri"/>
              </a:rPr>
              <a:t>port multiplexing</a:t>
            </a:r>
            <a:endParaRPr b="0" lang="en-GB" sz="1800" strike="noStrike" u="none">
              <a:solidFill>
                <a:srgbClr val="ffffff"/>
              </a:solidFill>
              <a:effectLst/>
              <a:uFillTx/>
              <a:latin typeface="Arial"/>
            </a:endParaRPr>
          </a:p>
        </p:txBody>
      </p:sp>
      <p:grpSp>
        <p:nvGrpSpPr>
          <p:cNvPr id="349" name="Gruppe 30"/>
          <p:cNvGrpSpPr/>
          <p:nvPr/>
        </p:nvGrpSpPr>
        <p:grpSpPr>
          <a:xfrm>
            <a:off x="9199440" y="2108520"/>
            <a:ext cx="1714320" cy="914040"/>
            <a:chOff x="9199440" y="2108520"/>
            <a:chExt cx="1714320" cy="914040"/>
          </a:xfrm>
        </p:grpSpPr>
        <p:pic>
          <p:nvPicPr>
            <p:cNvPr id="350" name="Grafikk 15" descr="Prosessor kontur"/>
            <p:cNvPicPr/>
            <p:nvPr/>
          </p:nvPicPr>
          <p:blipFill>
            <a:blip r:embed="rId1">
              <a:extLst>
                <a:ext uri="{96DAC541-7B7A-43D3-8B79-37D633B846F1}">
                  <asvg:svgBlip xmlns:asvg="http://schemas.microsoft.com/office/drawing/2016/SVG/main" r:embed="rId2"/>
                </a:ext>
              </a:extLst>
            </a:blip>
            <a:stretch/>
          </p:blipFill>
          <p:spPr>
            <a:xfrm>
              <a:off x="9199440" y="2108520"/>
              <a:ext cx="914040" cy="914040"/>
            </a:xfrm>
            <a:prstGeom prst="rect">
              <a:avLst/>
            </a:prstGeom>
            <a:noFill/>
            <a:ln w="0">
              <a:noFill/>
            </a:ln>
          </p:spPr>
        </p:pic>
        <p:grpSp>
          <p:nvGrpSpPr>
            <p:cNvPr id="351" name="Gruppe 16"/>
            <p:cNvGrpSpPr/>
            <p:nvPr/>
          </p:nvGrpSpPr>
          <p:grpSpPr>
            <a:xfrm>
              <a:off x="9997920" y="2371320"/>
              <a:ext cx="914400" cy="187560"/>
              <a:chOff x="9997920" y="2371320"/>
              <a:chExt cx="914400" cy="187560"/>
            </a:xfrm>
          </p:grpSpPr>
          <p:cxnSp>
            <p:nvCxnSpPr>
              <p:cNvPr id="352" name="Kobling: vinkel 18"/>
              <p:cNvCxnSpPr/>
              <p:nvPr/>
            </p:nvCxnSpPr>
            <p:spPr>
              <a:xfrm>
                <a:off x="9997920" y="2371320"/>
                <a:ext cx="396360" cy="187920"/>
              </a:xfrm>
              <a:prstGeom prst="bentConnector3">
                <a:avLst>
                  <a:gd name="adj1" fmla="val 50000"/>
                </a:avLst>
              </a:prstGeom>
              <a:ln w="19050">
                <a:solidFill>
                  <a:srgbClr val="ffffff"/>
                </a:solidFill>
              </a:ln>
            </p:spPr>
          </p:cxnSp>
          <p:cxnSp>
            <p:nvCxnSpPr>
              <p:cNvPr id="353" name="Kobling: vinkel 19"/>
              <p:cNvCxnSpPr/>
              <p:nvPr/>
            </p:nvCxnSpPr>
            <p:spPr>
              <a:xfrm flipV="1">
                <a:off x="10241640" y="2371320"/>
                <a:ext cx="426960" cy="187920"/>
              </a:xfrm>
              <a:prstGeom prst="bentConnector3">
                <a:avLst>
                  <a:gd name="adj1" fmla="val 50042"/>
                </a:avLst>
              </a:prstGeom>
              <a:ln w="19050">
                <a:solidFill>
                  <a:srgbClr val="ffffff"/>
                </a:solidFill>
              </a:ln>
            </p:spPr>
          </p:cxnSp>
          <p:cxnSp>
            <p:nvCxnSpPr>
              <p:cNvPr id="354" name="Kobling: vinkel 21"/>
              <p:cNvCxnSpPr/>
              <p:nvPr/>
            </p:nvCxnSpPr>
            <p:spPr>
              <a:xfrm>
                <a:off x="10495800" y="2371320"/>
                <a:ext cx="416880" cy="187920"/>
              </a:xfrm>
              <a:prstGeom prst="bentConnector3">
                <a:avLst>
                  <a:gd name="adj1" fmla="val 50043"/>
                </a:avLst>
              </a:prstGeom>
              <a:ln w="19050">
                <a:solidFill>
                  <a:srgbClr val="ffffff"/>
                </a:solidFill>
              </a:ln>
            </p:spPr>
          </p:cxnSp>
        </p:grpSp>
        <p:grpSp>
          <p:nvGrpSpPr>
            <p:cNvPr id="355" name="Gruppe 22"/>
            <p:cNvGrpSpPr/>
            <p:nvPr/>
          </p:nvGrpSpPr>
          <p:grpSpPr>
            <a:xfrm>
              <a:off x="9999360" y="2756160"/>
              <a:ext cx="914400" cy="187560"/>
              <a:chOff x="9999360" y="2756160"/>
              <a:chExt cx="914400" cy="187560"/>
            </a:xfrm>
          </p:grpSpPr>
          <p:cxnSp>
            <p:nvCxnSpPr>
              <p:cNvPr id="356" name="Kobling: vinkel 23"/>
              <p:cNvCxnSpPr/>
              <p:nvPr/>
            </p:nvCxnSpPr>
            <p:spPr>
              <a:xfrm>
                <a:off x="9999360" y="2756160"/>
                <a:ext cx="396720" cy="187920"/>
              </a:xfrm>
              <a:prstGeom prst="bentConnector3">
                <a:avLst>
                  <a:gd name="adj1" fmla="val 50045"/>
                </a:avLst>
              </a:prstGeom>
              <a:ln w="19050">
                <a:solidFill>
                  <a:srgbClr val="ffffff"/>
                </a:solidFill>
              </a:ln>
            </p:spPr>
          </p:cxnSp>
          <p:cxnSp>
            <p:nvCxnSpPr>
              <p:cNvPr id="357" name="Kobling: vinkel 24"/>
              <p:cNvCxnSpPr/>
              <p:nvPr/>
            </p:nvCxnSpPr>
            <p:spPr>
              <a:xfrm flipV="1">
                <a:off x="10243080" y="2756160"/>
                <a:ext cx="427320" cy="187920"/>
              </a:xfrm>
              <a:prstGeom prst="bentConnector3">
                <a:avLst>
                  <a:gd name="adj1" fmla="val 50000"/>
                </a:avLst>
              </a:prstGeom>
              <a:ln w="19050">
                <a:solidFill>
                  <a:srgbClr val="ffffff"/>
                </a:solidFill>
              </a:ln>
            </p:spPr>
          </p:cxnSp>
          <p:cxnSp>
            <p:nvCxnSpPr>
              <p:cNvPr id="358" name="Kobling: vinkel 25"/>
              <p:cNvCxnSpPr/>
              <p:nvPr/>
            </p:nvCxnSpPr>
            <p:spPr>
              <a:xfrm>
                <a:off x="10497240" y="2756160"/>
                <a:ext cx="416880" cy="187920"/>
              </a:xfrm>
              <a:prstGeom prst="bentConnector3">
                <a:avLst>
                  <a:gd name="adj1" fmla="val 50043"/>
                </a:avLst>
              </a:prstGeom>
              <a:ln w="19050">
                <a:solidFill>
                  <a:srgbClr val="ffffff"/>
                </a:solidFill>
              </a:ln>
            </p:spPr>
          </p:cxnSp>
        </p:grpSp>
      </p:grpSp>
      <p:pic>
        <p:nvPicPr>
          <p:cNvPr id="359" name="Grafikk 33" descr="Prosessor kontur"/>
          <p:cNvPicPr/>
          <p:nvPr/>
        </p:nvPicPr>
        <p:blipFill>
          <a:blip r:embed="rId3">
            <a:extLst>
              <a:ext uri="{96DAC541-7B7A-43D3-8B79-37D633B846F1}">
                <asvg:svgBlip xmlns:asvg="http://schemas.microsoft.com/office/drawing/2016/SVG/main" r:embed="rId4"/>
              </a:ext>
            </a:extLst>
          </a:blip>
          <a:stretch/>
        </p:blipFill>
        <p:spPr>
          <a:xfrm>
            <a:off x="5657760" y="4984200"/>
            <a:ext cx="1542600" cy="1542600"/>
          </a:xfrm>
          <a:prstGeom prst="rect">
            <a:avLst/>
          </a:prstGeom>
          <a:noFill/>
          <a:ln w="0">
            <a:noFill/>
          </a:ln>
        </p:spPr>
      </p:pic>
      <p:pic>
        <p:nvPicPr>
          <p:cNvPr id="360" name="Grafikk 35" descr="Mann kontur"/>
          <p:cNvPicPr/>
          <p:nvPr/>
        </p:nvPicPr>
        <p:blipFill>
          <a:blip r:embed="rId5">
            <a:extLst>
              <a:ext uri="{96DAC541-7B7A-43D3-8B79-37D633B846F1}">
                <asvg:svgBlip xmlns:asvg="http://schemas.microsoft.com/office/drawing/2016/SVG/main" r:embed="rId6"/>
              </a:ext>
            </a:extLst>
          </a:blip>
          <a:stretch/>
        </p:blipFill>
        <p:spPr>
          <a:xfrm>
            <a:off x="4000680" y="5076720"/>
            <a:ext cx="1323720" cy="1323720"/>
          </a:xfrm>
          <a:prstGeom prst="rect">
            <a:avLst/>
          </a:prstGeom>
          <a:noFill/>
          <a:ln w="0">
            <a:noFill/>
          </a:ln>
        </p:spPr>
      </p:pic>
      <p:sp>
        <p:nvSpPr>
          <p:cNvPr id="361" name="Snakkeboble: oval 37"/>
          <p:cNvSpPr/>
          <p:nvPr/>
        </p:nvSpPr>
        <p:spPr>
          <a:xfrm>
            <a:off x="4374360" y="4400640"/>
            <a:ext cx="2309400" cy="650520"/>
          </a:xfrm>
          <a:prstGeom prst="wedgeEllipseCallout">
            <a:avLst>
              <a:gd name="adj1" fmla="val 23429"/>
              <a:gd name="adj2" fmla="val 58111"/>
            </a:avLst>
          </a:prstGeom>
          <a:noFill/>
          <a:ln>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r>
              <a:rPr b="0" lang="en-US" sz="1200" strike="noStrike" u="none">
                <a:solidFill>
                  <a:schemeClr val="lt1"/>
                </a:solidFill>
                <a:effectLst/>
                <a:uFillTx/>
                <a:latin typeface="Calibri"/>
              </a:rPr>
              <a:t>No problem, I’ll set it up</a:t>
            </a:r>
            <a:endParaRPr b="0" lang="en-GB" sz="1200" strike="noStrike" u="none">
              <a:solidFill>
                <a:srgbClr val="ffffff"/>
              </a:solidFill>
              <a:effectLst/>
              <a:uFillTx/>
              <a:latin typeface="Arial"/>
            </a:endParaRPr>
          </a:p>
        </p:txBody>
      </p:sp>
      <p:sp>
        <p:nvSpPr>
          <p:cNvPr id="362" name="TekstSylinder 9"/>
          <p:cNvSpPr/>
          <p:nvPr/>
        </p:nvSpPr>
        <p:spPr>
          <a:xfrm>
            <a:off x="838080" y="2073600"/>
            <a:ext cx="7068240" cy="12006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dk1">
                    <a:lumMod val="50000"/>
                    <a:lumOff val="50000"/>
                  </a:schemeClr>
                </a:solidFill>
                <a:effectLst/>
                <a:uFillTx/>
                <a:latin typeface="Calibri"/>
              </a:rPr>
              <a:t>We want to output a PWM signal on two pins for this task</a:t>
            </a:r>
            <a:endParaRPr b="0" lang="en-GB" sz="1800" strike="noStrike" u="none">
              <a:solidFill>
                <a:srgbClr val="ffffff"/>
              </a:solidFill>
              <a:effectLst/>
              <a:uFillTx/>
              <a:latin typeface="Arial"/>
            </a:endParaRPr>
          </a:p>
          <a:p>
            <a:pPr marL="285840" indent="-285840" defTabSz="457200">
              <a:lnSpc>
                <a:spcPct val="100000"/>
              </a:lnSpc>
              <a:buClr>
                <a:srgbClr val="808080"/>
              </a:buClr>
              <a:buFont typeface="Arial"/>
              <a:buChar char="•"/>
            </a:pPr>
            <a:r>
              <a:rPr b="0" lang="en-US" sz="1800" strike="noStrike" u="none">
                <a:solidFill>
                  <a:schemeClr val="dk1">
                    <a:lumMod val="50000"/>
                    <a:lumOff val="50000"/>
                  </a:schemeClr>
                </a:solidFill>
                <a:effectLst/>
                <a:uFillTx/>
                <a:latin typeface="Calibri"/>
              </a:rPr>
              <a:t>We need to use split mode for the timer (every register should be on the form of TCA0.SPLIT.&lt;register&gt; = some_value;)</a:t>
            </a:r>
            <a:endParaRPr b="0" lang="en-GB" sz="1800" strike="noStrike" u="none">
              <a:solidFill>
                <a:srgbClr val="ffffff"/>
              </a:solidFill>
              <a:effectLst/>
              <a:uFillTx/>
              <a:latin typeface="Arial"/>
            </a:endParaRPr>
          </a:p>
          <a:p>
            <a:pPr marL="285840" indent="-285840" defTabSz="457200">
              <a:lnSpc>
                <a:spcPct val="100000"/>
              </a:lnSpc>
              <a:buClr>
                <a:srgbClr val="808080"/>
              </a:buClr>
              <a:buFont typeface="Arial"/>
              <a:buChar char="•"/>
            </a:pPr>
            <a:r>
              <a:rPr b="0" lang="en-US" sz="1800" strike="noStrike" u="none">
                <a:solidFill>
                  <a:schemeClr val="dk1">
                    <a:lumMod val="50000"/>
                    <a:lumOff val="50000"/>
                  </a:schemeClr>
                </a:solidFill>
                <a:effectLst/>
                <a:uFillTx/>
                <a:latin typeface="Calibri"/>
              </a:rPr>
              <a:t>We then have two compare values (CMP1 and CMP2)</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 – Closing remarks</a:t>
            </a:r>
            <a:endParaRPr b="0" lang="en-US" sz="4400" strike="noStrike" u="none">
              <a:solidFill>
                <a:schemeClr val="lt1"/>
              </a:solidFill>
              <a:effectLst/>
              <a:uFillTx/>
              <a:latin typeface="Calibri"/>
            </a:endParaRPr>
          </a:p>
        </p:txBody>
      </p:sp>
      <p:grpSp>
        <p:nvGrpSpPr>
          <p:cNvPr id="364" name="Gruppe 2"/>
          <p:cNvGrpSpPr/>
          <p:nvPr/>
        </p:nvGrpSpPr>
        <p:grpSpPr>
          <a:xfrm>
            <a:off x="4769280" y="790200"/>
            <a:ext cx="7208280" cy="620640"/>
            <a:chOff x="4769280" y="790200"/>
            <a:chExt cx="7208280" cy="620640"/>
          </a:xfrm>
        </p:grpSpPr>
        <p:cxnSp>
          <p:nvCxnSpPr>
            <p:cNvPr id="365" name="Kobling: vinkel 5"/>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366" name="Kobling: vinkel 6"/>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367" name="Kobling: vinkel 7"/>
            <p:cNvCxnSpPr/>
            <p:nvPr/>
          </p:nvCxnSpPr>
          <p:spPr>
            <a:xfrm flipH="1" flipV="1" rot="10800000">
              <a:off x="11269800" y="790200"/>
              <a:ext cx="707760" cy="621000"/>
            </a:xfrm>
            <a:prstGeom prst="bentConnector3">
              <a:avLst>
                <a:gd name="adj1" fmla="val -797048"/>
              </a:avLst>
            </a:prstGeom>
            <a:ln w="19050">
              <a:solidFill>
                <a:srgbClr val="ffffff"/>
              </a:solidFill>
            </a:ln>
          </p:spPr>
        </p:cxnSp>
      </p:grpSp>
      <p:sp>
        <p:nvSpPr>
          <p:cNvPr id="368" name="TekstSylinder 3"/>
          <p:cNvSpPr/>
          <p:nvPr/>
        </p:nvSpPr>
        <p:spPr>
          <a:xfrm>
            <a:off x="2066760" y="2693880"/>
            <a:ext cx="8057880" cy="255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This is a task people usually struggle with, so read the comments in your handed out code thoroughly. It will point you in the correct direction. </a:t>
            </a:r>
            <a:endParaRPr b="0" lang="en-GB" sz="4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title"/>
          </p:nvPr>
        </p:nvSpPr>
        <p:spPr>
          <a:xfrm>
            <a:off x="838080" y="365040"/>
            <a:ext cx="1051524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PWM</a:t>
            </a:r>
            <a:endParaRPr b="0" lang="en-US" sz="4400" strike="noStrike" u="none">
              <a:solidFill>
                <a:schemeClr val="lt1"/>
              </a:solidFill>
              <a:effectLst/>
              <a:uFillTx/>
              <a:latin typeface="Calibri"/>
            </a:endParaRPr>
          </a:p>
        </p:txBody>
      </p:sp>
      <p:sp>
        <p:nvSpPr>
          <p:cNvPr id="370" name="TekstSylinder 2"/>
          <p:cNvSpPr/>
          <p:nvPr/>
        </p:nvSpPr>
        <p:spPr>
          <a:xfrm>
            <a:off x="539280" y="3075120"/>
            <a:ext cx="1111284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4000" strike="noStrike" u="none">
                <a:solidFill>
                  <a:schemeClr val="lt1"/>
                </a:solidFill>
                <a:effectLst/>
                <a:uFillTx/>
                <a:latin typeface="Calibri"/>
              </a:rPr>
              <a:t>Questions?</a:t>
            </a:r>
            <a:endParaRPr b="0" lang="en-GB" sz="4000" strike="noStrike" u="none">
              <a:solidFill>
                <a:srgbClr val="ffffff"/>
              </a:solidFill>
              <a:effectLst/>
              <a:uFillTx/>
              <a:latin typeface="Arial"/>
            </a:endParaRPr>
          </a:p>
        </p:txBody>
      </p:sp>
      <p:grpSp>
        <p:nvGrpSpPr>
          <p:cNvPr id="371" name="Gruppe 8"/>
          <p:cNvGrpSpPr/>
          <p:nvPr/>
        </p:nvGrpSpPr>
        <p:grpSpPr>
          <a:xfrm>
            <a:off x="4769280" y="790200"/>
            <a:ext cx="7208280" cy="620640"/>
            <a:chOff x="4769280" y="790200"/>
            <a:chExt cx="7208280" cy="620640"/>
          </a:xfrm>
        </p:grpSpPr>
        <p:cxnSp>
          <p:nvCxnSpPr>
            <p:cNvPr id="372" name="Kobling: vinkel 9"/>
            <p:cNvCxnSpPr/>
            <p:nvPr/>
          </p:nvCxnSpPr>
          <p:spPr>
            <a:xfrm flipH="1" flipV="1" rot="10800000">
              <a:off x="10424520" y="790200"/>
              <a:ext cx="673200" cy="621000"/>
            </a:xfrm>
            <a:prstGeom prst="bentConnector3">
              <a:avLst>
                <a:gd name="adj1" fmla="val -840556"/>
              </a:avLst>
            </a:prstGeom>
            <a:ln w="19050">
              <a:solidFill>
                <a:srgbClr val="ffffff"/>
              </a:solidFill>
            </a:ln>
          </p:spPr>
        </p:cxnSp>
        <p:cxnSp>
          <p:nvCxnSpPr>
            <p:cNvPr id="373" name="Kobling: vinkel 10"/>
            <p:cNvCxnSpPr/>
            <p:nvPr/>
          </p:nvCxnSpPr>
          <p:spPr>
            <a:xfrm flipH="1" rot="10800000">
              <a:off x="10838520" y="790200"/>
              <a:ext cx="725040" cy="621000"/>
            </a:xfrm>
            <a:prstGeom prst="bentConnector3">
              <a:avLst>
                <a:gd name="adj1" fmla="val -776850"/>
              </a:avLst>
            </a:prstGeom>
            <a:ln w="19050">
              <a:solidFill>
                <a:srgbClr val="ffffff"/>
              </a:solidFill>
            </a:ln>
          </p:spPr>
        </p:cxnSp>
        <p:cxnSp>
          <p:nvCxnSpPr>
            <p:cNvPr id="374" name="Kobling: vinkel 11"/>
            <p:cNvCxnSpPr/>
            <p:nvPr/>
          </p:nvCxnSpPr>
          <p:spPr>
            <a:xfrm flipH="1" flipV="1" rot="10800000">
              <a:off x="11269800" y="790200"/>
              <a:ext cx="707760" cy="621000"/>
            </a:xfrm>
            <a:prstGeom prst="bentConnector3">
              <a:avLst>
                <a:gd name="adj1" fmla="val -797048"/>
              </a:avLst>
            </a:prstGeom>
            <a:ln w="19050">
              <a:solidFill>
                <a:srgbClr val="ffffff"/>
              </a:solidFill>
            </a:ln>
          </p:spPr>
        </p:cxnSp>
      </p:gr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75" name="Grafikk 10" descr="Advarsel kontur"/>
          <p:cNvPicPr/>
          <p:nvPr/>
        </p:nvPicPr>
        <p:blipFill>
          <a:blip r:embed="rId1">
            <a:extLst>
              <a:ext uri="{96DAC541-7B7A-43D3-8B79-37D633B846F1}">
                <asvg:svgBlip xmlns:asvg="http://schemas.microsoft.com/office/drawing/2016/SVG/main" r:embed="rId2"/>
              </a:ext>
            </a:extLst>
          </a:blip>
          <a:stretch/>
        </p:blipFill>
        <p:spPr>
          <a:xfrm>
            <a:off x="2851560" y="2081880"/>
            <a:ext cx="914040" cy="914040"/>
          </a:xfrm>
          <a:prstGeom prst="rect">
            <a:avLst/>
          </a:prstGeom>
          <a:noFill/>
          <a:ln w="0">
            <a:noFill/>
          </a:ln>
        </p:spPr>
      </p:pic>
      <p:pic>
        <p:nvPicPr>
          <p:cNvPr id="376" name="Grafikk 12" descr="Stoppeklokke 25% kontur"/>
          <p:cNvPicPr/>
          <p:nvPr/>
        </p:nvPicPr>
        <p:blipFill>
          <a:blip r:embed="rId3">
            <a:extLst>
              <a:ext uri="{96DAC541-7B7A-43D3-8B79-37D633B846F1}">
                <asvg:svgBlip xmlns:asvg="http://schemas.microsoft.com/office/drawing/2016/SVG/main" r:embed="rId4"/>
              </a:ext>
            </a:extLst>
          </a:blip>
          <a:stretch/>
        </p:blipFill>
        <p:spPr>
          <a:xfrm>
            <a:off x="1294560" y="2081880"/>
            <a:ext cx="914040" cy="914040"/>
          </a:xfrm>
          <a:prstGeom prst="rect">
            <a:avLst/>
          </a:prstGeom>
          <a:noFill/>
          <a:ln w="0">
            <a:noFill/>
          </a:ln>
        </p:spPr>
      </p:pic>
      <p:grpSp>
        <p:nvGrpSpPr>
          <p:cNvPr id="377" name="Gruppe 49"/>
          <p:cNvGrpSpPr/>
          <p:nvPr/>
        </p:nvGrpSpPr>
        <p:grpSpPr>
          <a:xfrm>
            <a:off x="4769280" y="2228400"/>
            <a:ext cx="2102760" cy="621000"/>
            <a:chOff x="4769280" y="2228400"/>
            <a:chExt cx="2102760" cy="621000"/>
          </a:xfrm>
        </p:grpSpPr>
        <p:cxnSp>
          <p:nvCxnSpPr>
            <p:cNvPr id="378" name="Kobling: vinkel 14"/>
            <p:cNvCxnSpPr/>
            <p:nvPr/>
          </p:nvCxnSpPr>
          <p:spPr>
            <a:xfrm flipH="1" flipV="1" rot="10800000">
              <a:off x="5319000" y="2228040"/>
              <a:ext cx="673200" cy="621360"/>
            </a:xfrm>
            <a:prstGeom prst="bentConnector3">
              <a:avLst>
                <a:gd name="adj1" fmla="val -81754"/>
              </a:avLst>
            </a:prstGeom>
            <a:ln w="19050">
              <a:solidFill>
                <a:srgbClr val="ffffff"/>
              </a:solidFill>
            </a:ln>
          </p:spPr>
        </p:cxnSp>
        <p:cxnSp>
          <p:nvCxnSpPr>
            <p:cNvPr id="379" name="Kobling: vinkel 16"/>
            <p:cNvCxnSpPr/>
            <p:nvPr/>
          </p:nvCxnSpPr>
          <p:spPr>
            <a:xfrm flipH="1" rot="10800000">
              <a:off x="5733000" y="2228040"/>
              <a:ext cx="725040" cy="621360"/>
            </a:xfrm>
            <a:prstGeom prst="bentConnector3">
              <a:avLst>
                <a:gd name="adj1" fmla="val -72329"/>
              </a:avLst>
            </a:prstGeom>
            <a:ln w="19050">
              <a:solidFill>
                <a:srgbClr val="ffffff"/>
              </a:solidFill>
            </a:ln>
          </p:spPr>
        </p:cxnSp>
        <p:cxnSp>
          <p:nvCxnSpPr>
            <p:cNvPr id="380" name="Kobling: vinkel 18"/>
            <p:cNvCxnSpPr/>
            <p:nvPr/>
          </p:nvCxnSpPr>
          <p:spPr>
            <a:xfrm flipH="1" flipV="1" rot="10800000">
              <a:off x="6165000" y="2228040"/>
              <a:ext cx="707400" cy="621360"/>
            </a:xfrm>
            <a:prstGeom prst="bentConnector3">
              <a:avLst>
                <a:gd name="adj1" fmla="val -75407"/>
              </a:avLst>
            </a:prstGeom>
            <a:ln w="19050">
              <a:solidFill>
                <a:srgbClr val="ffffff"/>
              </a:solidFill>
            </a:ln>
          </p:spPr>
        </p:cxnSp>
      </p:grpSp>
      <p:grpSp>
        <p:nvGrpSpPr>
          <p:cNvPr id="381" name="Gruppe 43"/>
          <p:cNvGrpSpPr/>
          <p:nvPr/>
        </p:nvGrpSpPr>
        <p:grpSpPr>
          <a:xfrm>
            <a:off x="8267400" y="2228400"/>
            <a:ext cx="1611720" cy="621000"/>
            <a:chOff x="8267400" y="2228400"/>
            <a:chExt cx="1611720" cy="621000"/>
          </a:xfrm>
        </p:grpSpPr>
        <p:sp>
          <p:nvSpPr>
            <p:cNvPr id="382" name="Frihåndsform: figur 39"/>
            <p:cNvSpPr/>
            <p:nvPr/>
          </p:nvSpPr>
          <p:spPr>
            <a:xfrm>
              <a:off x="8267400" y="22482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83" name="Frihåndsform: figur 40"/>
            <p:cNvSpPr/>
            <p:nvPr/>
          </p:nvSpPr>
          <p:spPr>
            <a:xfrm rot="10800000">
              <a:off x="8609040" y="23328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84" name="Frihåndsform: figur 41"/>
            <p:cNvSpPr/>
            <p:nvPr/>
          </p:nvSpPr>
          <p:spPr>
            <a:xfrm>
              <a:off x="8998920" y="22284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385" name="Frihåndsform: figur 42"/>
            <p:cNvSpPr/>
            <p:nvPr/>
          </p:nvSpPr>
          <p:spPr>
            <a:xfrm rot="10800000">
              <a:off x="9361080" y="234864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grpSp>
        <p:nvGrpSpPr>
          <p:cNvPr id="386" name="Gruppe 56"/>
          <p:cNvGrpSpPr/>
          <p:nvPr/>
        </p:nvGrpSpPr>
        <p:grpSpPr>
          <a:xfrm>
            <a:off x="10522080" y="2081880"/>
            <a:ext cx="914040" cy="989640"/>
            <a:chOff x="10522080" y="2081880"/>
            <a:chExt cx="914040" cy="989640"/>
          </a:xfrm>
        </p:grpSpPr>
        <p:pic>
          <p:nvPicPr>
            <p:cNvPr id="387" name="Grafikk 53" descr="Overføre kontur"/>
            <p:cNvPicPr/>
            <p:nvPr/>
          </p:nvPicPr>
          <p:blipFill>
            <a:blip r:embed="rId5">
              <a:extLst>
                <a:ext uri="{96DAC541-7B7A-43D3-8B79-37D633B846F1}">
                  <asvg:svgBlip xmlns:asvg="http://schemas.microsoft.com/office/drawing/2016/SVG/main" r:embed="rId6"/>
                </a:ext>
              </a:extLst>
            </a:blip>
            <a:stretch/>
          </p:blipFill>
          <p:spPr>
            <a:xfrm>
              <a:off x="10522080" y="2125800"/>
              <a:ext cx="914040" cy="914040"/>
            </a:xfrm>
            <a:prstGeom prst="rect">
              <a:avLst/>
            </a:prstGeom>
            <a:noFill/>
            <a:ln w="0">
              <a:noFill/>
            </a:ln>
          </p:spPr>
        </p:pic>
        <p:sp>
          <p:nvSpPr>
            <p:cNvPr id="388" name="TekstSylinder 54"/>
            <p:cNvSpPr/>
            <p:nvPr/>
          </p:nvSpPr>
          <p:spPr>
            <a:xfrm>
              <a:off x="10765440" y="208188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389" name="TekstSylinder 55"/>
            <p:cNvSpPr/>
            <p:nvPr/>
          </p:nvSpPr>
          <p:spPr>
            <a:xfrm>
              <a:off x="10765800" y="270180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390" name="TekstSylinder 57"/>
          <p:cNvSpPr/>
          <p:nvPr/>
        </p:nvSpPr>
        <p:spPr>
          <a:xfrm>
            <a:off x="817560" y="2996280"/>
            <a:ext cx="192384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Timers/counters</a:t>
            </a:r>
            <a:endParaRPr b="0" lang="en-GB" sz="1800" strike="noStrike" u="none">
              <a:solidFill>
                <a:srgbClr val="ffffff"/>
              </a:solidFill>
              <a:effectLst/>
              <a:uFillTx/>
              <a:latin typeface="Arial"/>
            </a:endParaRPr>
          </a:p>
        </p:txBody>
      </p:sp>
      <p:sp>
        <p:nvSpPr>
          <p:cNvPr id="391" name="TekstSylinder 58"/>
          <p:cNvSpPr/>
          <p:nvPr/>
        </p:nvSpPr>
        <p:spPr>
          <a:xfrm>
            <a:off x="2745720" y="2996280"/>
            <a:ext cx="112536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Interrupts</a:t>
            </a:r>
            <a:endParaRPr b="0" lang="en-GB" sz="1800" strike="noStrike" u="none">
              <a:solidFill>
                <a:srgbClr val="ffffff"/>
              </a:solidFill>
              <a:effectLst/>
              <a:uFillTx/>
              <a:latin typeface="Arial"/>
            </a:endParaRPr>
          </a:p>
        </p:txBody>
      </p:sp>
      <p:sp>
        <p:nvSpPr>
          <p:cNvPr id="392" name="TekstSylinder 59"/>
          <p:cNvSpPr/>
          <p:nvPr/>
        </p:nvSpPr>
        <p:spPr>
          <a:xfrm>
            <a:off x="4793760" y="2996280"/>
            <a:ext cx="2599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Pulse width modulation</a:t>
            </a:r>
            <a:endParaRPr b="0" lang="en-GB" sz="1800" strike="noStrike" u="none">
              <a:solidFill>
                <a:srgbClr val="ffffff"/>
              </a:solidFill>
              <a:effectLst/>
              <a:uFillTx/>
              <a:latin typeface="Arial"/>
            </a:endParaRPr>
          </a:p>
        </p:txBody>
      </p:sp>
      <p:sp>
        <p:nvSpPr>
          <p:cNvPr id="393" name="TekstSylinder 60"/>
          <p:cNvSpPr/>
          <p:nvPr/>
        </p:nvSpPr>
        <p:spPr>
          <a:xfrm>
            <a:off x="8055720" y="2996280"/>
            <a:ext cx="214380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Analog to digital converter</a:t>
            </a:r>
            <a:endParaRPr b="0" lang="en-GB" sz="1800" strike="noStrike" u="none">
              <a:solidFill>
                <a:srgbClr val="ffffff"/>
              </a:solidFill>
              <a:effectLst/>
              <a:uFillTx/>
              <a:latin typeface="Arial"/>
            </a:endParaRPr>
          </a:p>
        </p:txBody>
      </p:sp>
      <p:sp>
        <p:nvSpPr>
          <p:cNvPr id="394" name="TekstSylinder 61"/>
          <p:cNvSpPr/>
          <p:nvPr/>
        </p:nvSpPr>
        <p:spPr>
          <a:xfrm>
            <a:off x="10437120" y="2996280"/>
            <a:ext cx="10843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USART</a:t>
            </a:r>
            <a:endParaRPr b="0" lang="en-GB" sz="1800" strike="noStrike" u="none">
              <a:solidFill>
                <a:srgbClr val="ffffff"/>
              </a:solidFill>
              <a:effectLst/>
              <a:uFillTx/>
              <a:latin typeface="Arial"/>
            </a:endParaRPr>
          </a:p>
        </p:txBody>
      </p:sp>
      <p:sp>
        <p:nvSpPr>
          <p:cNvPr id="395" name="Venstre klammeparentes 62"/>
          <p:cNvSpPr/>
          <p:nvPr/>
        </p:nvSpPr>
        <p:spPr>
          <a:xfrm rot="16200000">
            <a:off x="2260800" y="2405880"/>
            <a:ext cx="243720" cy="27655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396" name="Venstre klammeparentes 1023"/>
          <p:cNvSpPr/>
          <p:nvPr/>
        </p:nvSpPr>
        <p:spPr>
          <a:xfrm rot="16200000">
            <a:off x="5971680" y="2617200"/>
            <a:ext cx="243720" cy="234324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397" name="Venstre klammeparentes 1024"/>
          <p:cNvSpPr/>
          <p:nvPr/>
        </p:nvSpPr>
        <p:spPr>
          <a:xfrm rot="16200000">
            <a:off x="9729720" y="2174040"/>
            <a:ext cx="243720" cy="31687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398" name="TekstSylinder 1026"/>
          <p:cNvSpPr/>
          <p:nvPr/>
        </p:nvSpPr>
        <p:spPr>
          <a:xfrm>
            <a:off x="199836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1</a:t>
            </a:r>
            <a:endParaRPr b="0" lang="en-GB" sz="1800" strike="noStrike" u="none">
              <a:solidFill>
                <a:srgbClr val="ffffff"/>
              </a:solidFill>
              <a:effectLst/>
              <a:uFillTx/>
              <a:latin typeface="Arial"/>
            </a:endParaRPr>
          </a:p>
        </p:txBody>
      </p:sp>
      <p:sp>
        <p:nvSpPr>
          <p:cNvPr id="399" name="TekstSylinder 1028"/>
          <p:cNvSpPr/>
          <p:nvPr/>
        </p:nvSpPr>
        <p:spPr>
          <a:xfrm>
            <a:off x="568224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2</a:t>
            </a:r>
            <a:endParaRPr b="0" lang="en-GB" sz="1800" strike="noStrike" u="none">
              <a:solidFill>
                <a:srgbClr val="ffffff"/>
              </a:solidFill>
              <a:effectLst/>
              <a:uFillTx/>
              <a:latin typeface="Arial"/>
            </a:endParaRPr>
          </a:p>
        </p:txBody>
      </p:sp>
      <p:sp>
        <p:nvSpPr>
          <p:cNvPr id="400" name="TekstSylinder 1029"/>
          <p:cNvSpPr/>
          <p:nvPr/>
        </p:nvSpPr>
        <p:spPr>
          <a:xfrm>
            <a:off x="951768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3</a:t>
            </a:r>
            <a:endParaRPr b="0" lang="en-GB" sz="1800" strike="noStrike" u="none">
              <a:solidFill>
                <a:srgbClr val="ffffff"/>
              </a:solidFill>
              <a:effectLst/>
              <a:uFillTx/>
              <a:latin typeface="Arial"/>
            </a:endParaRPr>
          </a:p>
        </p:txBody>
      </p:sp>
      <p:pic>
        <p:nvPicPr>
          <p:cNvPr id="401" name="Grafikk 5" descr="Avmerking kontur"/>
          <p:cNvPicPr/>
          <p:nvPr/>
        </p:nvPicPr>
        <p:blipFill>
          <a:blip r:embed="rId7">
            <a:extLst>
              <a:ext uri="{96DAC541-7B7A-43D3-8B79-37D633B846F1}">
                <asvg:svgBlip xmlns:asvg="http://schemas.microsoft.com/office/drawing/2016/SVG/main" r:embed="rId8"/>
              </a:ext>
            </a:extLst>
          </a:blip>
          <a:stretch/>
        </p:blipFill>
        <p:spPr>
          <a:xfrm>
            <a:off x="1926000" y="4762440"/>
            <a:ext cx="914040" cy="914040"/>
          </a:xfrm>
          <a:prstGeom prst="rect">
            <a:avLst/>
          </a:prstGeom>
          <a:noFill/>
          <a:ln w="0">
            <a:noFill/>
          </a:ln>
        </p:spPr>
      </p:pic>
      <p:pic>
        <p:nvPicPr>
          <p:cNvPr id="402" name="Grafikk 1" descr="Avmerking kontur"/>
          <p:cNvPicPr/>
          <p:nvPr/>
        </p:nvPicPr>
        <p:blipFill>
          <a:blip r:embed="rId9">
            <a:extLst>
              <a:ext uri="{96DAC541-7B7A-43D3-8B79-37D633B846F1}">
                <asvg:svgBlip xmlns:asvg="http://schemas.microsoft.com/office/drawing/2016/SVG/main" r:embed="rId10"/>
              </a:ext>
            </a:extLst>
          </a:blip>
          <a:stretch/>
        </p:blipFill>
        <p:spPr>
          <a:xfrm>
            <a:off x="5636520" y="4762440"/>
            <a:ext cx="914040" cy="91404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3"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 – In general</a:t>
            </a:r>
            <a:endParaRPr b="0" lang="en-US" sz="4400" strike="noStrike" u="none">
              <a:solidFill>
                <a:schemeClr val="lt1"/>
              </a:solidFill>
              <a:effectLst/>
              <a:uFillTx/>
              <a:latin typeface="Calibri"/>
            </a:endParaRPr>
          </a:p>
        </p:txBody>
      </p:sp>
      <p:sp>
        <p:nvSpPr>
          <p:cNvPr id="404" name="TekstSylinder 3"/>
          <p:cNvSpPr/>
          <p:nvPr/>
        </p:nvSpPr>
        <p:spPr>
          <a:xfrm>
            <a:off x="2881440" y="3075120"/>
            <a:ext cx="642888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Demo</a:t>
            </a:r>
            <a:endParaRPr b="0" lang="en-GB" sz="4000" strike="noStrike" u="none">
              <a:solidFill>
                <a:srgbClr val="ffffff"/>
              </a:solidFill>
              <a:effectLst/>
              <a:uFillTx/>
              <a:latin typeface="Arial"/>
            </a:endParaRPr>
          </a:p>
        </p:txBody>
      </p:sp>
      <p:grpSp>
        <p:nvGrpSpPr>
          <p:cNvPr id="405" name="Gruppe 4"/>
          <p:cNvGrpSpPr/>
          <p:nvPr/>
        </p:nvGrpSpPr>
        <p:grpSpPr>
          <a:xfrm>
            <a:off x="9848520" y="717480"/>
            <a:ext cx="1612080" cy="621000"/>
            <a:chOff x="9848520" y="717480"/>
            <a:chExt cx="1612080" cy="621000"/>
          </a:xfrm>
        </p:grpSpPr>
        <p:sp>
          <p:nvSpPr>
            <p:cNvPr id="406"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07"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08"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09"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 – In general</a:t>
            </a:r>
            <a:endParaRPr b="0" lang="en-US" sz="4400" strike="noStrike" u="none">
              <a:solidFill>
                <a:schemeClr val="lt1"/>
              </a:solidFill>
              <a:effectLst/>
              <a:uFillTx/>
              <a:latin typeface="Calibri"/>
            </a:endParaRPr>
          </a:p>
        </p:txBody>
      </p:sp>
      <p:sp>
        <p:nvSpPr>
          <p:cNvPr id="411" name="TekstSylinder 3"/>
          <p:cNvSpPr/>
          <p:nvPr/>
        </p:nvSpPr>
        <p:spPr>
          <a:xfrm>
            <a:off x="2638440" y="3167280"/>
            <a:ext cx="6428880" cy="1323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Converts analog signals to digital values</a:t>
            </a:r>
            <a:endParaRPr b="0" lang="en-GB" sz="4000" strike="noStrike" u="none">
              <a:solidFill>
                <a:srgbClr val="ffffff"/>
              </a:solidFill>
              <a:effectLst/>
              <a:uFillTx/>
              <a:latin typeface="Arial"/>
            </a:endParaRPr>
          </a:p>
        </p:txBody>
      </p:sp>
      <p:grpSp>
        <p:nvGrpSpPr>
          <p:cNvPr id="412" name="Gruppe 4"/>
          <p:cNvGrpSpPr/>
          <p:nvPr/>
        </p:nvGrpSpPr>
        <p:grpSpPr>
          <a:xfrm>
            <a:off x="9848520" y="717480"/>
            <a:ext cx="1612080" cy="621000"/>
            <a:chOff x="9848520" y="717480"/>
            <a:chExt cx="1612080" cy="621000"/>
          </a:xfrm>
        </p:grpSpPr>
        <p:sp>
          <p:nvSpPr>
            <p:cNvPr id="413"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14"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15"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16"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7"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 – In general</a:t>
            </a:r>
            <a:endParaRPr b="0" lang="en-US" sz="4400" strike="noStrike" u="none">
              <a:solidFill>
                <a:schemeClr val="lt1"/>
              </a:solidFill>
              <a:effectLst/>
              <a:uFillTx/>
              <a:latin typeface="Calibri"/>
            </a:endParaRPr>
          </a:p>
        </p:txBody>
      </p:sp>
      <p:grpSp>
        <p:nvGrpSpPr>
          <p:cNvPr id="418" name="Gruppe 4"/>
          <p:cNvGrpSpPr/>
          <p:nvPr/>
        </p:nvGrpSpPr>
        <p:grpSpPr>
          <a:xfrm>
            <a:off x="9848520" y="717480"/>
            <a:ext cx="1612080" cy="621000"/>
            <a:chOff x="9848520" y="717480"/>
            <a:chExt cx="1612080" cy="621000"/>
          </a:xfrm>
        </p:grpSpPr>
        <p:sp>
          <p:nvSpPr>
            <p:cNvPr id="419"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20"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21"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22"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pic>
        <p:nvPicPr>
          <p:cNvPr id="423" name="Picture 6" descr=""/>
          <p:cNvPicPr/>
          <p:nvPr/>
        </p:nvPicPr>
        <p:blipFill>
          <a:blip r:embed="rId1">
            <a:lum bright="70000" contrast="-70000"/>
          </a:blip>
          <a:srcRect l="0" t="0" r="0" b="48021"/>
          <a:stretch/>
        </p:blipFill>
        <p:spPr>
          <a:xfrm>
            <a:off x="1978200" y="2785320"/>
            <a:ext cx="7511400" cy="2036880"/>
          </a:xfrm>
          <a:prstGeom prst="rect">
            <a:avLst/>
          </a:prstGeom>
          <a:noFill/>
          <a:ln w="0">
            <a:noFill/>
          </a:ln>
        </p:spPr>
      </p:pic>
      <p:sp>
        <p:nvSpPr>
          <p:cNvPr id="424" name="TekstSylinder 2"/>
          <p:cNvSpPr/>
          <p:nvPr/>
        </p:nvSpPr>
        <p:spPr>
          <a:xfrm>
            <a:off x="3571920" y="2984400"/>
            <a:ext cx="54252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5 V</a:t>
            </a:r>
            <a:endParaRPr b="0" lang="en-GB" sz="1800" strike="noStrike" u="none">
              <a:solidFill>
                <a:srgbClr val="ffffff"/>
              </a:solidFill>
              <a:effectLst/>
              <a:uFillTx/>
              <a:latin typeface="Arial"/>
            </a:endParaRPr>
          </a:p>
        </p:txBody>
      </p:sp>
      <p:cxnSp>
        <p:nvCxnSpPr>
          <p:cNvPr id="425" name="Rett pilkobling 6"/>
          <p:cNvCxnSpPr/>
          <p:nvPr/>
        </p:nvCxnSpPr>
        <p:spPr>
          <a:xfrm flipH="1">
            <a:off x="5153040" y="2617560"/>
            <a:ext cx="714600" cy="514800"/>
          </a:xfrm>
          <a:prstGeom prst="straightConnector1">
            <a:avLst/>
          </a:prstGeom>
          <a:ln w="19050">
            <a:solidFill>
              <a:srgbClr val="5b9bd5">
                <a:lumMod val="60000"/>
                <a:lumOff val="40000"/>
              </a:srgbClr>
            </a:solidFill>
            <a:tailEnd len="med" type="triangle" w="med"/>
          </a:ln>
        </p:spPr>
      </p:cxnSp>
      <p:sp>
        <p:nvSpPr>
          <p:cNvPr id="426" name="TekstSylinder 7"/>
          <p:cNvSpPr/>
          <p:nvPr/>
        </p:nvSpPr>
        <p:spPr>
          <a:xfrm>
            <a:off x="5882040" y="2401920"/>
            <a:ext cx="4698000" cy="63900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accent5">
                    <a:lumMod val="60000"/>
                    <a:lumOff val="40000"/>
                  </a:schemeClr>
                </a:solidFill>
                <a:effectLst/>
                <a:uFillTx/>
                <a:latin typeface="Calibri"/>
              </a:rPr>
              <a:t>Digital value of 4095 for a 12-bit ADC (A 12-bit number can store up to 4096 different values)</a:t>
            </a:r>
            <a:endParaRPr b="0" lang="en-GB" sz="1800" strike="noStrike" u="none">
              <a:solidFill>
                <a:srgbClr val="ffffff"/>
              </a:solidFill>
              <a:effectLst/>
              <a:uFillTx/>
              <a:latin typeface="Arial"/>
            </a:endParaRPr>
          </a:p>
        </p:txBody>
      </p:sp>
      <p:cxnSp>
        <p:nvCxnSpPr>
          <p:cNvPr id="427" name="Rett linje 14"/>
          <p:cNvCxnSpPr/>
          <p:nvPr/>
        </p:nvCxnSpPr>
        <p:spPr>
          <a:xfrm flipV="1">
            <a:off x="7732080" y="4813200"/>
            <a:ext cx="83520" cy="76320"/>
          </a:xfrm>
          <a:prstGeom prst="straightConnector1">
            <a:avLst/>
          </a:prstGeom>
          <a:ln w="28575">
            <a:solidFill>
              <a:srgbClr val="ffffff">
                <a:lumMod val="95000"/>
              </a:srgbClr>
            </a:solidFill>
          </a:ln>
        </p:spPr>
      </p:cxnSp>
    </p:spTree>
  </p:cSld>
  <mc:AlternateContent>
    <mc:Choice Requires="p14">
      <p:transition spd="slow" p14:dur="2000"/>
    </mc:Choice>
    <mc:Fallback>
      <p:transition spd="slow"/>
    </mc:Fallback>
  </mc:AlternateContent>
  <p:timing>
    <p:tnLst>
      <p:par>
        <p:cTn id="412" dur="indefinite" restart="never" nodeType="tmRoot">
          <p:childTnLst>
            <p:seq>
              <p:cTn id="413" dur="indefinite" nodeType="mainSeq">
                <p:childTnLst>
                  <p:par>
                    <p:cTn id="414" fill="hold">
                      <p:stCondLst>
                        <p:cond delay="indefinite"/>
                      </p:stCondLst>
                      <p:childTnLst>
                        <p:par>
                          <p:cTn id="415" fill="hold">
                            <p:stCondLst>
                              <p:cond delay="0"/>
                            </p:stCondLst>
                            <p:childTnLst>
                              <p:par>
                                <p:cTn id="416" nodeType="clickEffect" fill="hold" presetClass="entr" presetID="1">
                                  <p:stCondLst>
                                    <p:cond delay="0"/>
                                  </p:stCondLst>
                                  <p:childTnLst>
                                    <p:set>
                                      <p:cBhvr>
                                        <p:cTn id="417" dur="1" fill="hold">
                                          <p:stCondLst>
                                            <p:cond delay="0"/>
                                          </p:stCondLst>
                                        </p:cTn>
                                        <p:tgtEl>
                                          <p:spTgt spid="426"/>
                                        </p:tgtEl>
                                        <p:attrNameLst>
                                          <p:attrName>style.visibility</p:attrName>
                                        </p:attrNameLst>
                                      </p:cBhvr>
                                      <p:to>
                                        <p:strVal val="visible"/>
                                      </p:to>
                                    </p:set>
                                  </p:childTnLst>
                                </p:cTn>
                              </p:par>
                              <p:par>
                                <p:cTn id="418" nodeType="withEffect" fill="hold" presetClass="entr" presetID="1">
                                  <p:stCondLst>
                                    <p:cond delay="0"/>
                                  </p:stCondLst>
                                  <p:childTnLst>
                                    <p:set>
                                      <p:cBhvr>
                                        <p:cTn id="419" dur="1" fill="hold">
                                          <p:stCondLst>
                                            <p:cond delay="0"/>
                                          </p:stCondLst>
                                        </p:cTn>
                                        <p:tgtEl>
                                          <p:spTgt spid="42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8"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 – In general</a:t>
            </a:r>
            <a:endParaRPr b="0" lang="en-US" sz="4400" strike="noStrike" u="none">
              <a:solidFill>
                <a:schemeClr val="lt1"/>
              </a:solidFill>
              <a:effectLst/>
              <a:uFillTx/>
              <a:latin typeface="Calibri"/>
            </a:endParaRPr>
          </a:p>
        </p:txBody>
      </p:sp>
      <p:sp>
        <p:nvSpPr>
          <p:cNvPr id="429" name="TekstSylinder 3"/>
          <p:cNvSpPr/>
          <p:nvPr/>
        </p:nvSpPr>
        <p:spPr>
          <a:xfrm>
            <a:off x="2881440" y="3075120"/>
            <a:ext cx="642888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Why do we care?</a:t>
            </a:r>
            <a:endParaRPr b="0" lang="en-GB" sz="4000" strike="noStrike" u="none">
              <a:solidFill>
                <a:srgbClr val="ffffff"/>
              </a:solidFill>
              <a:effectLst/>
              <a:uFillTx/>
              <a:latin typeface="Arial"/>
            </a:endParaRPr>
          </a:p>
        </p:txBody>
      </p:sp>
      <p:grpSp>
        <p:nvGrpSpPr>
          <p:cNvPr id="430" name="Gruppe 4"/>
          <p:cNvGrpSpPr/>
          <p:nvPr/>
        </p:nvGrpSpPr>
        <p:grpSpPr>
          <a:xfrm>
            <a:off x="9848520" y="717480"/>
            <a:ext cx="1612080" cy="621000"/>
            <a:chOff x="9848520" y="717480"/>
            <a:chExt cx="1612080" cy="621000"/>
          </a:xfrm>
        </p:grpSpPr>
        <p:sp>
          <p:nvSpPr>
            <p:cNvPr id="431"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32"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33"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34"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TekstSylinder 19"/>
          <p:cNvSpPr/>
          <p:nvPr/>
        </p:nvSpPr>
        <p:spPr>
          <a:xfrm>
            <a:off x="7983000" y="2175840"/>
            <a:ext cx="13140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3.3 V</a:t>
            </a:r>
            <a:endParaRPr b="0" lang="en-GB" sz="1800" strike="noStrike" u="none">
              <a:solidFill>
                <a:srgbClr val="ffffff"/>
              </a:solidFill>
              <a:effectLst/>
              <a:uFillTx/>
              <a:latin typeface="Arial"/>
            </a:endParaRPr>
          </a:p>
        </p:txBody>
      </p:sp>
      <p:sp>
        <p:nvSpPr>
          <p:cNvPr id="436" name="Rektangel 22"/>
          <p:cNvSpPr/>
          <p:nvPr/>
        </p:nvSpPr>
        <p:spPr>
          <a:xfrm>
            <a:off x="8314200" y="2175840"/>
            <a:ext cx="624240" cy="369000"/>
          </a:xfrm>
          <a:prstGeom prst="rect">
            <a:avLst/>
          </a:prstGeom>
          <a:noFill/>
          <a:ln w="19050">
            <a:solidFill>
              <a:srgbClr val="5b9bd5">
                <a:lumMod val="60000"/>
                <a:lumOff val="40000"/>
              </a:srgbClr>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437"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 – What we need to setup</a:t>
            </a:r>
            <a:endParaRPr b="0" lang="en-US" sz="4400" strike="noStrike" u="none">
              <a:solidFill>
                <a:schemeClr val="lt1"/>
              </a:solidFill>
              <a:effectLst/>
              <a:uFillTx/>
              <a:latin typeface="Calibri"/>
            </a:endParaRPr>
          </a:p>
        </p:txBody>
      </p:sp>
      <p:grpSp>
        <p:nvGrpSpPr>
          <p:cNvPr id="438" name="Gruppe 4"/>
          <p:cNvGrpSpPr/>
          <p:nvPr/>
        </p:nvGrpSpPr>
        <p:grpSpPr>
          <a:xfrm>
            <a:off x="9848520" y="717480"/>
            <a:ext cx="1612080" cy="621000"/>
            <a:chOff x="9848520" y="717480"/>
            <a:chExt cx="1612080" cy="621000"/>
          </a:xfrm>
        </p:grpSpPr>
        <p:sp>
          <p:nvSpPr>
            <p:cNvPr id="439"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0"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1"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42"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sp>
        <p:nvSpPr>
          <p:cNvPr id="443" name="TekstSylinder 2"/>
          <p:cNvSpPr/>
          <p:nvPr/>
        </p:nvSpPr>
        <p:spPr>
          <a:xfrm>
            <a:off x="838080" y="2444760"/>
            <a:ext cx="5676480" cy="3339000"/>
          </a:xfrm>
          <a:prstGeom prst="rect">
            <a:avLst/>
          </a:prstGeom>
          <a:noFill/>
          <a:ln w="0">
            <a:noFill/>
          </a:ln>
        </p:spPr>
        <p:style>
          <a:lnRef idx="0"/>
          <a:fillRef idx="0"/>
          <a:effectRef idx="0"/>
          <a:fontRef idx="minor"/>
        </p:style>
        <p:txBody>
          <a:bodyPr lIns="90000" rIns="90000" tIns="45000" bIns="45000" anchor="t">
            <a:spAutoFit/>
          </a:bodyPr>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Set bit resolution (10 bits in this task)</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Set the number of samples per conversion</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Set the reference voltage</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Set the prescaler (how fast the ADC will run and thus sample signal)</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Enable the ADC</a:t>
            </a:r>
            <a:endParaRPr b="0" lang="en-GB" sz="1800" strike="noStrike" u="none">
              <a:solidFill>
                <a:srgbClr val="ffffff"/>
              </a:solidFill>
              <a:effectLst/>
              <a:uFillTx/>
              <a:latin typeface="Arial"/>
            </a:endParaRPr>
          </a:p>
        </p:txBody>
      </p:sp>
      <p:cxnSp>
        <p:nvCxnSpPr>
          <p:cNvPr id="444" name="Rett pilkobling 14"/>
          <p:cNvCxnSpPr/>
          <p:nvPr/>
        </p:nvCxnSpPr>
        <p:spPr>
          <a:xfrm flipV="1">
            <a:off x="9118440" y="2286000"/>
            <a:ext cx="360" cy="1295640"/>
          </a:xfrm>
          <a:prstGeom prst="straightConnector1">
            <a:avLst/>
          </a:prstGeom>
          <a:ln w="19050">
            <a:solidFill>
              <a:srgbClr val="ffffff">
                <a:lumMod val="95000"/>
              </a:srgbClr>
            </a:solidFill>
            <a:tailEnd len="med" type="triangle" w="med"/>
          </a:ln>
        </p:spPr>
      </p:cxnSp>
      <p:cxnSp>
        <p:nvCxnSpPr>
          <p:cNvPr id="445" name="Rett pilkobling 15"/>
          <p:cNvCxnSpPr/>
          <p:nvPr/>
        </p:nvCxnSpPr>
        <p:spPr>
          <a:xfrm flipV="1">
            <a:off x="10941840" y="2286000"/>
            <a:ext cx="360" cy="1295640"/>
          </a:xfrm>
          <a:prstGeom prst="straightConnector1">
            <a:avLst/>
          </a:prstGeom>
          <a:ln w="19050">
            <a:solidFill>
              <a:srgbClr val="ffffff">
                <a:lumMod val="95000"/>
              </a:srgbClr>
            </a:solidFill>
            <a:prstDash val="sysDash"/>
            <a:tailEnd len="med" type="triangle" w="med"/>
          </a:ln>
        </p:spPr>
      </p:cxnSp>
      <p:sp>
        <p:nvSpPr>
          <p:cNvPr id="446" name="TekstSylinder 16"/>
          <p:cNvSpPr/>
          <p:nvPr/>
        </p:nvSpPr>
        <p:spPr>
          <a:xfrm>
            <a:off x="8458200" y="1690560"/>
            <a:ext cx="13140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Analog</a:t>
            </a:r>
            <a:endParaRPr b="0" lang="en-GB" sz="1800" strike="noStrike" u="none">
              <a:solidFill>
                <a:srgbClr val="ffffff"/>
              </a:solidFill>
              <a:effectLst/>
              <a:uFillTx/>
              <a:latin typeface="Arial"/>
            </a:endParaRPr>
          </a:p>
        </p:txBody>
      </p:sp>
      <p:sp>
        <p:nvSpPr>
          <p:cNvPr id="447" name="TekstSylinder 17"/>
          <p:cNvSpPr/>
          <p:nvPr/>
        </p:nvSpPr>
        <p:spPr>
          <a:xfrm>
            <a:off x="10284840" y="1690560"/>
            <a:ext cx="13140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Digital</a:t>
            </a:r>
            <a:endParaRPr b="0" lang="en-GB" sz="1800" strike="noStrike" u="none">
              <a:solidFill>
                <a:srgbClr val="ffffff"/>
              </a:solidFill>
              <a:effectLst/>
              <a:uFillTx/>
              <a:latin typeface="Arial"/>
            </a:endParaRPr>
          </a:p>
        </p:txBody>
      </p:sp>
      <p:sp>
        <p:nvSpPr>
          <p:cNvPr id="448" name="TekstSylinder 18"/>
          <p:cNvSpPr/>
          <p:nvPr/>
        </p:nvSpPr>
        <p:spPr>
          <a:xfrm>
            <a:off x="8071200" y="3399840"/>
            <a:ext cx="13140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0 V</a:t>
            </a:r>
            <a:endParaRPr b="0" lang="en-GB" sz="1800" strike="noStrike" u="none">
              <a:solidFill>
                <a:srgbClr val="ffffff"/>
              </a:solidFill>
              <a:effectLst/>
              <a:uFillTx/>
              <a:latin typeface="Arial"/>
            </a:endParaRPr>
          </a:p>
        </p:txBody>
      </p:sp>
      <p:sp>
        <p:nvSpPr>
          <p:cNvPr id="449" name="TekstSylinder 20"/>
          <p:cNvSpPr/>
          <p:nvPr/>
        </p:nvSpPr>
        <p:spPr>
          <a:xfrm>
            <a:off x="9923040" y="3396600"/>
            <a:ext cx="13140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0</a:t>
            </a:r>
            <a:endParaRPr b="0" lang="en-GB" sz="1800" strike="noStrike" u="none">
              <a:solidFill>
                <a:srgbClr val="ffffff"/>
              </a:solidFill>
              <a:effectLst/>
              <a:uFillTx/>
              <a:latin typeface="Arial"/>
            </a:endParaRPr>
          </a:p>
        </p:txBody>
      </p:sp>
      <p:sp>
        <p:nvSpPr>
          <p:cNvPr id="450" name="TekstSylinder 21"/>
          <p:cNvSpPr/>
          <p:nvPr/>
        </p:nvSpPr>
        <p:spPr>
          <a:xfrm>
            <a:off x="9807120" y="2175840"/>
            <a:ext cx="13140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1023</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420" dur="indefinite" restart="never" nodeType="tmRoot">
          <p:childTnLst>
            <p:seq>
              <p:cTn id="421" dur="indefinite" nodeType="mainSeq">
                <p:childTnLst>
                  <p:par>
                    <p:cTn id="422" fill="hold">
                      <p:stCondLst>
                        <p:cond delay="indefinite"/>
                      </p:stCondLst>
                      <p:childTnLst>
                        <p:par>
                          <p:cTn id="423" fill="hold">
                            <p:stCondLst>
                              <p:cond delay="0"/>
                            </p:stCondLst>
                            <p:childTnLst>
                              <p:par>
                                <p:cTn id="424" nodeType="clickEffect" fill="hold" presetClass="entr" presetID="1">
                                  <p:stCondLst>
                                    <p:cond delay="0"/>
                                  </p:stCondLst>
                                  <p:childTnLst>
                                    <p:set>
                                      <p:cBhvr>
                                        <p:cTn id="425" dur="1" fill="hold">
                                          <p:stCondLst>
                                            <p:cond delay="0"/>
                                          </p:stCondLst>
                                        </p:cTn>
                                        <p:tgtEl>
                                          <p:spTgt spid="443">
                                            <p:txEl>
                                              <p:pRg st="0" end="0"/>
                                            </p:txEl>
                                          </p:spTgt>
                                        </p:tgtEl>
                                        <p:attrNameLst>
                                          <p:attrName>style.visibility</p:attrName>
                                        </p:attrNameLst>
                                      </p:cBhvr>
                                      <p:to>
                                        <p:strVal val="visible"/>
                                      </p:to>
                                    </p:set>
                                  </p:childTnLst>
                                </p:cTn>
                              </p:par>
                              <p:par>
                                <p:cTn id="426" nodeType="withEffect" fill="hold" presetClass="entr" presetID="1">
                                  <p:stCondLst>
                                    <p:cond delay="0"/>
                                  </p:stCondLst>
                                  <p:childTnLst>
                                    <p:set>
                                      <p:cBhvr>
                                        <p:cTn id="427" dur="1" fill="hold">
                                          <p:stCondLst>
                                            <p:cond delay="0"/>
                                          </p:stCondLst>
                                        </p:cTn>
                                        <p:tgtEl>
                                          <p:spTgt spid="444"/>
                                        </p:tgtEl>
                                        <p:attrNameLst>
                                          <p:attrName>style.visibility</p:attrName>
                                        </p:attrNameLst>
                                      </p:cBhvr>
                                      <p:to>
                                        <p:strVal val="visible"/>
                                      </p:to>
                                    </p:set>
                                  </p:childTnLst>
                                </p:cTn>
                              </p:par>
                              <p:par>
                                <p:cTn id="428" nodeType="withEffect" fill="hold" presetClass="entr" presetID="1">
                                  <p:stCondLst>
                                    <p:cond delay="0"/>
                                  </p:stCondLst>
                                  <p:childTnLst>
                                    <p:set>
                                      <p:cBhvr>
                                        <p:cTn id="429" dur="1" fill="hold">
                                          <p:stCondLst>
                                            <p:cond delay="0"/>
                                          </p:stCondLst>
                                        </p:cTn>
                                        <p:tgtEl>
                                          <p:spTgt spid="446"/>
                                        </p:tgtEl>
                                        <p:attrNameLst>
                                          <p:attrName>style.visibility</p:attrName>
                                        </p:attrNameLst>
                                      </p:cBhvr>
                                      <p:to>
                                        <p:strVal val="visible"/>
                                      </p:to>
                                    </p:set>
                                  </p:childTnLst>
                                </p:cTn>
                              </p:par>
                              <p:par>
                                <p:cTn id="430" nodeType="withEffect" fill="hold" presetClass="entr" presetID="1">
                                  <p:stCondLst>
                                    <p:cond delay="0"/>
                                  </p:stCondLst>
                                  <p:childTnLst>
                                    <p:set>
                                      <p:cBhvr>
                                        <p:cTn id="431" dur="1" fill="hold">
                                          <p:stCondLst>
                                            <p:cond delay="0"/>
                                          </p:stCondLst>
                                        </p:cTn>
                                        <p:tgtEl>
                                          <p:spTgt spid="448"/>
                                        </p:tgtEl>
                                        <p:attrNameLst>
                                          <p:attrName>style.visibility</p:attrName>
                                        </p:attrNameLst>
                                      </p:cBhvr>
                                      <p:to>
                                        <p:strVal val="visible"/>
                                      </p:to>
                                    </p:set>
                                  </p:childTnLst>
                                </p:cTn>
                              </p:par>
                              <p:par>
                                <p:cTn id="432" nodeType="withEffect" fill="hold" presetClass="entr" presetID="1">
                                  <p:stCondLst>
                                    <p:cond delay="0"/>
                                  </p:stCondLst>
                                  <p:childTnLst>
                                    <p:set>
                                      <p:cBhvr>
                                        <p:cTn id="433" dur="1" fill="hold">
                                          <p:stCondLst>
                                            <p:cond delay="0"/>
                                          </p:stCondLst>
                                        </p:cTn>
                                        <p:tgtEl>
                                          <p:spTgt spid="449"/>
                                        </p:tgtEl>
                                        <p:attrNameLst>
                                          <p:attrName>style.visibility</p:attrName>
                                        </p:attrNameLst>
                                      </p:cBhvr>
                                      <p:to>
                                        <p:strVal val="visible"/>
                                      </p:to>
                                    </p:set>
                                  </p:childTnLst>
                                </p:cTn>
                              </p:par>
                              <p:par>
                                <p:cTn id="434" nodeType="withEffect" fill="hold" presetClass="entr" presetID="1">
                                  <p:stCondLst>
                                    <p:cond delay="0"/>
                                  </p:stCondLst>
                                  <p:childTnLst>
                                    <p:set>
                                      <p:cBhvr>
                                        <p:cTn id="435" dur="1" fill="hold">
                                          <p:stCondLst>
                                            <p:cond delay="0"/>
                                          </p:stCondLst>
                                        </p:cTn>
                                        <p:tgtEl>
                                          <p:spTgt spid="450"/>
                                        </p:tgtEl>
                                        <p:attrNameLst>
                                          <p:attrName>style.visibility</p:attrName>
                                        </p:attrNameLst>
                                      </p:cBhvr>
                                      <p:to>
                                        <p:strVal val="visible"/>
                                      </p:to>
                                    </p:set>
                                  </p:childTnLst>
                                </p:cTn>
                              </p:par>
                              <p:par>
                                <p:cTn id="436" nodeType="withEffect" fill="hold" presetClass="entr" presetID="1">
                                  <p:stCondLst>
                                    <p:cond delay="0"/>
                                  </p:stCondLst>
                                  <p:childTnLst>
                                    <p:set>
                                      <p:cBhvr>
                                        <p:cTn id="437" dur="1" fill="hold">
                                          <p:stCondLst>
                                            <p:cond delay="0"/>
                                          </p:stCondLst>
                                        </p:cTn>
                                        <p:tgtEl>
                                          <p:spTgt spid="445"/>
                                        </p:tgtEl>
                                        <p:attrNameLst>
                                          <p:attrName>style.visibility</p:attrName>
                                        </p:attrNameLst>
                                      </p:cBhvr>
                                      <p:to>
                                        <p:strVal val="visible"/>
                                      </p:to>
                                    </p:set>
                                  </p:childTnLst>
                                </p:cTn>
                              </p:par>
                              <p:par>
                                <p:cTn id="438" nodeType="withEffect" fill="hold" presetClass="entr" presetID="1">
                                  <p:stCondLst>
                                    <p:cond delay="0"/>
                                  </p:stCondLst>
                                  <p:childTnLst>
                                    <p:set>
                                      <p:cBhvr>
                                        <p:cTn id="439" dur="1" fill="hold">
                                          <p:stCondLst>
                                            <p:cond delay="0"/>
                                          </p:stCondLst>
                                        </p:cTn>
                                        <p:tgtEl>
                                          <p:spTgt spid="435"/>
                                        </p:tgtEl>
                                        <p:attrNameLst>
                                          <p:attrName>style.visibility</p:attrName>
                                        </p:attrNameLst>
                                      </p:cBhvr>
                                      <p:to>
                                        <p:strVal val="visible"/>
                                      </p:to>
                                    </p:set>
                                  </p:childTnLst>
                                </p:cTn>
                              </p:par>
                            </p:childTnLst>
                          </p:cTn>
                        </p:par>
                      </p:childTnLst>
                    </p:cTn>
                  </p:par>
                  <p:par>
                    <p:cTn id="440" fill="hold">
                      <p:stCondLst>
                        <p:cond delay="indefinite"/>
                      </p:stCondLst>
                      <p:childTnLst>
                        <p:par>
                          <p:cTn id="441" fill="hold">
                            <p:stCondLst>
                              <p:cond delay="0"/>
                            </p:stCondLst>
                            <p:childTnLst>
                              <p:par>
                                <p:cTn id="442" nodeType="clickEffect" fill="hold" presetClass="entr" presetID="1">
                                  <p:stCondLst>
                                    <p:cond delay="0"/>
                                  </p:stCondLst>
                                  <p:childTnLst>
                                    <p:set>
                                      <p:cBhvr>
                                        <p:cTn id="443" dur="1" fill="hold">
                                          <p:stCondLst>
                                            <p:cond delay="0"/>
                                          </p:stCondLst>
                                        </p:cTn>
                                        <p:tgtEl>
                                          <p:spTgt spid="443">
                                            <p:txEl>
                                              <p:pRg st="1" end="1"/>
                                            </p:txEl>
                                          </p:spTgt>
                                        </p:tgtEl>
                                        <p:attrNameLst>
                                          <p:attrName>style.visibility</p:attrName>
                                        </p:attrNameLst>
                                      </p:cBhvr>
                                      <p:to>
                                        <p:strVal val="visible"/>
                                      </p:to>
                                    </p:set>
                                  </p:childTnLst>
                                </p:cTn>
                              </p:par>
                              <p:par>
                                <p:cTn id="444" nodeType="withEffect" fill="hold" presetClass="emph" presetID="24">
                                  <p:stCondLst>
                                    <p:cond delay="0"/>
                                  </p:stCondLst>
                                  <p:childTnLst>
                                    <p:animClr clrSpc="hsl" dir="cw">
                                      <p:cBhvr>
                                        <p:cTn id="445" dur="10" fill="hold"/>
                                        <p:tgtEl>
                                          <p:spTgt spid="443">
                                            <p:txEl>
                                              <p:pRg st="0" end="0"/>
                                            </p:txEl>
                                          </p:spTgt>
                                        </p:tgtEl>
                                        <p:attrNameLst>
                                          <p:attrName>style.color</p:attrName>
                                        </p:attrNameLst>
                                      </p:cBhvr>
                                      <p:by>
                                        <p:hsl h="0" s="-12549" l="-25098"/>
                                      </p:by>
                                    </p:animClr>
                                    <p:animClr clrSpc="hsl" dir="cw">
                                      <p:cBhvr>
                                        <p:cTn id="446" dur="10" fill="hold"/>
                                        <p:tgtEl>
                                          <p:spTgt spid="443">
                                            <p:txEl>
                                              <p:pRg st="0" end="0"/>
                                            </p:txEl>
                                          </p:spTgt>
                                        </p:tgtEl>
                                        <p:attrNameLst>
                                          <p:attrName>fillcolor</p:attrName>
                                        </p:attrNameLst>
                                      </p:cBhvr>
                                      <p:by>
                                        <p:hsl h="0" s="-12549" l="-25098"/>
                                      </p:by>
                                    </p:animClr>
                                    <p:animClr clrSpc="hsl" dir="cw">
                                      <p:cBhvr>
                                        <p:cTn id="447" dur="10" fill="hold"/>
                                        <p:tgtEl>
                                          <p:spTgt spid="443">
                                            <p:txEl>
                                              <p:pRg st="0" end="0"/>
                                            </p:txEl>
                                          </p:spTgt>
                                        </p:tgtEl>
                                        <p:attrNameLst>
                                          <p:attrName>stroke.color</p:attrName>
                                        </p:attrNameLst>
                                      </p:cBhvr>
                                      <p:by>
                                        <p:hsl h="0" s="-12549" l="-25098"/>
                                      </p:by>
                                    </p:animClr>
                                    <p:set>
                                      <p:cBhvr>
                                        <p:cTn id="448" dur="10" fill="hold"/>
                                        <p:tgtEl>
                                          <p:spTgt spid="443">
                                            <p:txEl>
                                              <p:pRg st="0" end="0"/>
                                            </p:txEl>
                                          </p:spTgt>
                                        </p:tgtEl>
                                        <p:attrNameLst>
                                          <p:attrName>fill.type</p:attrName>
                                        </p:attrNameLst>
                                      </p:cBhvr>
                                      <p:to>
                                        <p:strVal val="solid"/>
                                      </p:to>
                                    </p:set>
                                  </p:childTnLst>
                                </p:cTn>
                              </p:par>
                            </p:childTnLst>
                          </p:cTn>
                        </p:par>
                      </p:childTnLst>
                    </p:cTn>
                  </p:par>
                  <p:par>
                    <p:cTn id="449" fill="hold">
                      <p:stCondLst>
                        <p:cond delay="indefinite"/>
                      </p:stCondLst>
                      <p:childTnLst>
                        <p:par>
                          <p:cTn id="450" fill="hold">
                            <p:stCondLst>
                              <p:cond delay="0"/>
                            </p:stCondLst>
                            <p:childTnLst>
                              <p:par>
                                <p:cTn id="451" nodeType="clickEffect" fill="hold" presetClass="entr" presetID="1">
                                  <p:stCondLst>
                                    <p:cond delay="0"/>
                                  </p:stCondLst>
                                  <p:childTnLst>
                                    <p:set>
                                      <p:cBhvr>
                                        <p:cTn id="452" dur="1" fill="hold">
                                          <p:stCondLst>
                                            <p:cond delay="0"/>
                                          </p:stCondLst>
                                        </p:cTn>
                                        <p:tgtEl>
                                          <p:spTgt spid="443">
                                            <p:txEl>
                                              <p:pRg st="2" end="2"/>
                                            </p:txEl>
                                          </p:spTgt>
                                        </p:tgtEl>
                                        <p:attrNameLst>
                                          <p:attrName>style.visibility</p:attrName>
                                        </p:attrNameLst>
                                      </p:cBhvr>
                                      <p:to>
                                        <p:strVal val="visible"/>
                                      </p:to>
                                    </p:set>
                                  </p:childTnLst>
                                </p:cTn>
                              </p:par>
                              <p:par>
                                <p:cTn id="453" nodeType="withEffect" fill="hold" presetClass="entr" presetID="1">
                                  <p:stCondLst>
                                    <p:cond delay="0"/>
                                  </p:stCondLst>
                                  <p:childTnLst>
                                    <p:set>
                                      <p:cBhvr>
                                        <p:cTn id="454" dur="1" fill="hold">
                                          <p:stCondLst>
                                            <p:cond delay="0"/>
                                          </p:stCondLst>
                                        </p:cTn>
                                        <p:tgtEl>
                                          <p:spTgt spid="436"/>
                                        </p:tgtEl>
                                        <p:attrNameLst>
                                          <p:attrName>style.visibility</p:attrName>
                                        </p:attrNameLst>
                                      </p:cBhvr>
                                      <p:to>
                                        <p:strVal val="visible"/>
                                      </p:to>
                                    </p:set>
                                  </p:childTnLst>
                                </p:cTn>
                              </p:par>
                              <p:par>
                                <p:cTn id="455" nodeType="withEffect" fill="hold" presetClass="emph" presetID="24">
                                  <p:stCondLst>
                                    <p:cond delay="0"/>
                                  </p:stCondLst>
                                  <p:childTnLst>
                                    <p:animClr clrSpc="hsl" dir="cw">
                                      <p:cBhvr>
                                        <p:cTn id="456" dur="10" fill="hold"/>
                                        <p:tgtEl>
                                          <p:spTgt spid="443">
                                            <p:txEl>
                                              <p:pRg st="1" end="1"/>
                                            </p:txEl>
                                          </p:spTgt>
                                        </p:tgtEl>
                                        <p:attrNameLst>
                                          <p:attrName>style.color</p:attrName>
                                        </p:attrNameLst>
                                      </p:cBhvr>
                                      <p:by>
                                        <p:hsl h="0" s="-12549" l="-25098"/>
                                      </p:by>
                                    </p:animClr>
                                    <p:animClr clrSpc="hsl" dir="cw">
                                      <p:cBhvr>
                                        <p:cTn id="457" dur="10" fill="hold"/>
                                        <p:tgtEl>
                                          <p:spTgt spid="443">
                                            <p:txEl>
                                              <p:pRg st="1" end="1"/>
                                            </p:txEl>
                                          </p:spTgt>
                                        </p:tgtEl>
                                        <p:attrNameLst>
                                          <p:attrName>fillcolor</p:attrName>
                                        </p:attrNameLst>
                                      </p:cBhvr>
                                      <p:by>
                                        <p:hsl h="0" s="-12549" l="-25098"/>
                                      </p:by>
                                    </p:animClr>
                                    <p:animClr clrSpc="hsl" dir="cw">
                                      <p:cBhvr>
                                        <p:cTn id="458" dur="10" fill="hold"/>
                                        <p:tgtEl>
                                          <p:spTgt spid="443">
                                            <p:txEl>
                                              <p:pRg st="1" end="1"/>
                                            </p:txEl>
                                          </p:spTgt>
                                        </p:tgtEl>
                                        <p:attrNameLst>
                                          <p:attrName>stroke.color</p:attrName>
                                        </p:attrNameLst>
                                      </p:cBhvr>
                                      <p:by>
                                        <p:hsl h="0" s="-12549" l="-25098"/>
                                      </p:by>
                                    </p:animClr>
                                    <p:set>
                                      <p:cBhvr>
                                        <p:cTn id="459" dur="10" fill="hold"/>
                                        <p:tgtEl>
                                          <p:spTgt spid="443">
                                            <p:txEl>
                                              <p:pRg st="1" end="1"/>
                                            </p:txEl>
                                          </p:spTgt>
                                        </p:tgtEl>
                                        <p:attrNameLst>
                                          <p:attrName>fill.type</p:attrName>
                                        </p:attrNameLst>
                                      </p:cBhvr>
                                      <p:to>
                                        <p:strVal val="solid"/>
                                      </p:to>
                                    </p:set>
                                  </p:childTnLst>
                                </p:cTn>
                              </p:par>
                            </p:childTnLst>
                          </p:cTn>
                        </p:par>
                      </p:childTnLst>
                    </p:cTn>
                  </p:par>
                  <p:par>
                    <p:cTn id="460" fill="hold">
                      <p:stCondLst>
                        <p:cond delay="indefinite"/>
                      </p:stCondLst>
                      <p:childTnLst>
                        <p:par>
                          <p:cTn id="461" fill="hold">
                            <p:stCondLst>
                              <p:cond delay="0"/>
                            </p:stCondLst>
                            <p:childTnLst>
                              <p:par>
                                <p:cTn id="462" nodeType="clickEffect" fill="hold" presetClass="entr" presetID="1">
                                  <p:stCondLst>
                                    <p:cond delay="0"/>
                                  </p:stCondLst>
                                  <p:childTnLst>
                                    <p:set>
                                      <p:cBhvr>
                                        <p:cTn id="463" dur="1" fill="hold">
                                          <p:stCondLst>
                                            <p:cond delay="0"/>
                                          </p:stCondLst>
                                        </p:cTn>
                                        <p:tgtEl>
                                          <p:spTgt spid="443">
                                            <p:txEl>
                                              <p:pRg st="3" end="3"/>
                                            </p:txEl>
                                          </p:spTgt>
                                        </p:tgtEl>
                                        <p:attrNameLst>
                                          <p:attrName>style.visibility</p:attrName>
                                        </p:attrNameLst>
                                      </p:cBhvr>
                                      <p:to>
                                        <p:strVal val="visible"/>
                                      </p:to>
                                    </p:set>
                                  </p:childTnLst>
                                </p:cTn>
                              </p:par>
                              <p:par>
                                <p:cTn id="464" nodeType="withEffect" fill="hold" presetClass="emph" presetID="24">
                                  <p:stCondLst>
                                    <p:cond delay="0"/>
                                  </p:stCondLst>
                                  <p:childTnLst>
                                    <p:animClr clrSpc="hsl" dir="cw">
                                      <p:cBhvr>
                                        <p:cTn id="465" dur="10" fill="hold"/>
                                        <p:tgtEl>
                                          <p:spTgt spid="443">
                                            <p:txEl>
                                              <p:pRg st="2" end="2"/>
                                            </p:txEl>
                                          </p:spTgt>
                                        </p:tgtEl>
                                        <p:attrNameLst>
                                          <p:attrName>style.color</p:attrName>
                                        </p:attrNameLst>
                                      </p:cBhvr>
                                      <p:by>
                                        <p:hsl h="0" s="-12549" l="-25098"/>
                                      </p:by>
                                    </p:animClr>
                                    <p:animClr clrSpc="hsl" dir="cw">
                                      <p:cBhvr>
                                        <p:cTn id="466" dur="10" fill="hold"/>
                                        <p:tgtEl>
                                          <p:spTgt spid="443">
                                            <p:txEl>
                                              <p:pRg st="2" end="2"/>
                                            </p:txEl>
                                          </p:spTgt>
                                        </p:tgtEl>
                                        <p:attrNameLst>
                                          <p:attrName>fillcolor</p:attrName>
                                        </p:attrNameLst>
                                      </p:cBhvr>
                                      <p:by>
                                        <p:hsl h="0" s="-12549" l="-25098"/>
                                      </p:by>
                                    </p:animClr>
                                    <p:animClr clrSpc="hsl" dir="cw">
                                      <p:cBhvr>
                                        <p:cTn id="467" dur="10" fill="hold"/>
                                        <p:tgtEl>
                                          <p:spTgt spid="443">
                                            <p:txEl>
                                              <p:pRg st="2" end="2"/>
                                            </p:txEl>
                                          </p:spTgt>
                                        </p:tgtEl>
                                        <p:attrNameLst>
                                          <p:attrName>stroke.color</p:attrName>
                                        </p:attrNameLst>
                                      </p:cBhvr>
                                      <p:by>
                                        <p:hsl h="0" s="-12549" l="-25098"/>
                                      </p:by>
                                    </p:animClr>
                                    <p:set>
                                      <p:cBhvr>
                                        <p:cTn id="468" dur="10" fill="hold"/>
                                        <p:tgtEl>
                                          <p:spTgt spid="443">
                                            <p:txEl>
                                              <p:pRg st="2" end="2"/>
                                            </p:txEl>
                                          </p:spTgt>
                                        </p:tgtEl>
                                        <p:attrNameLst>
                                          <p:attrName>fill.type</p:attrName>
                                        </p:attrNameLst>
                                      </p:cBhvr>
                                      <p:to>
                                        <p:strVal val="solid"/>
                                      </p:to>
                                    </p:set>
                                  </p:childTnLst>
                                </p:cTn>
                              </p:par>
                            </p:childTnLst>
                          </p:cTn>
                        </p:par>
                      </p:childTnLst>
                    </p:cTn>
                  </p:par>
                  <p:par>
                    <p:cTn id="469" fill="hold">
                      <p:stCondLst>
                        <p:cond delay="indefinite"/>
                      </p:stCondLst>
                      <p:childTnLst>
                        <p:par>
                          <p:cTn id="470" fill="hold">
                            <p:stCondLst>
                              <p:cond delay="0"/>
                            </p:stCondLst>
                            <p:childTnLst>
                              <p:par>
                                <p:cTn id="471" nodeType="clickEffect" fill="hold" presetClass="entr" presetID="1">
                                  <p:stCondLst>
                                    <p:cond delay="0"/>
                                  </p:stCondLst>
                                  <p:childTnLst>
                                    <p:set>
                                      <p:cBhvr>
                                        <p:cTn id="472" dur="1" fill="hold">
                                          <p:stCondLst>
                                            <p:cond delay="0"/>
                                          </p:stCondLst>
                                        </p:cTn>
                                        <p:tgtEl>
                                          <p:spTgt spid="443">
                                            <p:txEl>
                                              <p:pRg st="4" end="4"/>
                                            </p:txEl>
                                          </p:spTgt>
                                        </p:tgtEl>
                                        <p:attrNameLst>
                                          <p:attrName>style.visibility</p:attrName>
                                        </p:attrNameLst>
                                      </p:cBhvr>
                                      <p:to>
                                        <p:strVal val="visible"/>
                                      </p:to>
                                    </p:set>
                                  </p:childTnLst>
                                </p:cTn>
                              </p:par>
                              <p:par>
                                <p:cTn id="473" nodeType="withEffect" fill="hold" presetClass="emph" presetID="24">
                                  <p:stCondLst>
                                    <p:cond delay="0"/>
                                  </p:stCondLst>
                                  <p:childTnLst>
                                    <p:animClr clrSpc="hsl" dir="cw">
                                      <p:cBhvr>
                                        <p:cTn id="474" dur="10" fill="hold"/>
                                        <p:tgtEl>
                                          <p:spTgt spid="443">
                                            <p:txEl>
                                              <p:pRg st="3" end="3"/>
                                            </p:txEl>
                                          </p:spTgt>
                                        </p:tgtEl>
                                        <p:attrNameLst>
                                          <p:attrName>style.color</p:attrName>
                                        </p:attrNameLst>
                                      </p:cBhvr>
                                      <p:by>
                                        <p:hsl h="0" s="-12549" l="-25098"/>
                                      </p:by>
                                    </p:animClr>
                                    <p:animClr clrSpc="hsl" dir="cw">
                                      <p:cBhvr>
                                        <p:cTn id="475" dur="10" fill="hold"/>
                                        <p:tgtEl>
                                          <p:spTgt spid="443">
                                            <p:txEl>
                                              <p:pRg st="3" end="3"/>
                                            </p:txEl>
                                          </p:spTgt>
                                        </p:tgtEl>
                                        <p:attrNameLst>
                                          <p:attrName>fillcolor</p:attrName>
                                        </p:attrNameLst>
                                      </p:cBhvr>
                                      <p:by>
                                        <p:hsl h="0" s="-12549" l="-25098"/>
                                      </p:by>
                                    </p:animClr>
                                    <p:animClr clrSpc="hsl" dir="cw">
                                      <p:cBhvr>
                                        <p:cTn id="476" dur="10" fill="hold"/>
                                        <p:tgtEl>
                                          <p:spTgt spid="443">
                                            <p:txEl>
                                              <p:pRg st="3" end="3"/>
                                            </p:txEl>
                                          </p:spTgt>
                                        </p:tgtEl>
                                        <p:attrNameLst>
                                          <p:attrName>stroke.color</p:attrName>
                                        </p:attrNameLst>
                                      </p:cBhvr>
                                      <p:by>
                                        <p:hsl h="0" s="-12549" l="-25098"/>
                                      </p:by>
                                    </p:animClr>
                                    <p:set>
                                      <p:cBhvr>
                                        <p:cTn id="477" dur="10" fill="hold"/>
                                        <p:tgtEl>
                                          <p:spTgt spid="443">
                                            <p:txEl>
                                              <p:pRg st="3" end="3"/>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1"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 – How we get a sample</a:t>
            </a:r>
            <a:endParaRPr b="0" lang="en-US" sz="4400" strike="noStrike" u="none">
              <a:solidFill>
                <a:schemeClr val="lt1"/>
              </a:solidFill>
              <a:effectLst/>
              <a:uFillTx/>
              <a:latin typeface="Calibri"/>
            </a:endParaRPr>
          </a:p>
        </p:txBody>
      </p:sp>
      <p:grpSp>
        <p:nvGrpSpPr>
          <p:cNvPr id="452" name="Gruppe 4"/>
          <p:cNvGrpSpPr/>
          <p:nvPr/>
        </p:nvGrpSpPr>
        <p:grpSpPr>
          <a:xfrm>
            <a:off x="9848520" y="717480"/>
            <a:ext cx="1612080" cy="621000"/>
            <a:chOff x="9848520" y="717480"/>
            <a:chExt cx="1612080" cy="621000"/>
          </a:xfrm>
        </p:grpSpPr>
        <p:sp>
          <p:nvSpPr>
            <p:cNvPr id="453"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54"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55"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56"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sp>
        <p:nvSpPr>
          <p:cNvPr id="457" name="TekstSylinder 3"/>
          <p:cNvSpPr/>
          <p:nvPr/>
        </p:nvSpPr>
        <p:spPr>
          <a:xfrm>
            <a:off x="838080" y="2313720"/>
            <a:ext cx="4914720" cy="2230920"/>
          </a:xfrm>
          <a:prstGeom prst="rect">
            <a:avLst/>
          </a:prstGeom>
          <a:noFill/>
          <a:ln w="0">
            <a:noFill/>
          </a:ln>
        </p:spPr>
        <p:style>
          <a:lnRef idx="0"/>
          <a:fillRef idx="0"/>
          <a:effectRef idx="0"/>
          <a:fontRef idx="minor"/>
        </p:style>
        <p:txBody>
          <a:bodyPr lIns="90000" rIns="90000" tIns="45000" bIns="45000" anchor="t">
            <a:spAutoFit/>
          </a:bodyPr>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Choose which ADC channel to use</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Start a conversion</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Wait for it to complete</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Read the value</a:t>
            </a:r>
            <a:endParaRPr b="0" lang="en-GB" sz="1800" strike="noStrike" u="none">
              <a:solidFill>
                <a:srgbClr val="ffffff"/>
              </a:solidFill>
              <a:effectLst/>
              <a:uFillTx/>
              <a:latin typeface="Arial"/>
            </a:endParaRPr>
          </a:p>
        </p:txBody>
      </p:sp>
      <p:sp>
        <p:nvSpPr>
          <p:cNvPr id="458" name="Høyre klammeparentes 13"/>
          <p:cNvSpPr/>
          <p:nvPr/>
        </p:nvSpPr>
        <p:spPr>
          <a:xfrm>
            <a:off x="10440000" y="3420000"/>
            <a:ext cx="212760" cy="1028520"/>
          </a:xfrm>
          <a:prstGeom prst="rightBrace">
            <a:avLst>
              <a:gd name="adj1" fmla="val 8333"/>
              <a:gd name="adj2" fmla="val 50000"/>
            </a:avLst>
          </a:prstGeom>
          <a:noFill/>
          <a:ln w="19050">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459" name="TekstSylinder 14"/>
          <p:cNvSpPr/>
          <p:nvPr/>
        </p:nvSpPr>
        <p:spPr>
          <a:xfrm>
            <a:off x="10781280" y="3420000"/>
            <a:ext cx="1191240" cy="9237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The ADC has 8 channels</a:t>
            </a:r>
            <a:endParaRPr b="0" lang="en-GB" sz="1800" strike="noStrike" u="none">
              <a:solidFill>
                <a:srgbClr val="ffffff"/>
              </a:solidFill>
              <a:effectLst/>
              <a:uFillTx/>
              <a:latin typeface="Arial"/>
            </a:endParaRPr>
          </a:p>
        </p:txBody>
      </p:sp>
      <p:pic>
        <p:nvPicPr>
          <p:cNvPr id="460" name="" descr=""/>
          <p:cNvPicPr/>
          <p:nvPr/>
        </p:nvPicPr>
        <p:blipFill>
          <a:blip r:embed="rId1"/>
          <a:stretch/>
        </p:blipFill>
        <p:spPr>
          <a:xfrm>
            <a:off x="4860000" y="1805400"/>
            <a:ext cx="5470200" cy="4674600"/>
          </a:xfrm>
          <a:prstGeom prst="rect">
            <a:avLst/>
          </a:prstGeom>
          <a:noFill/>
          <a:ln w="0">
            <a:noFill/>
          </a:ln>
        </p:spPr>
      </p:pic>
    </p:spTree>
  </p:cSld>
  <mc:AlternateContent>
    <mc:Choice Requires="p14">
      <p:transition spd="slow" p14:dur="2000"/>
    </mc:Choice>
    <mc:Fallback>
      <p:transition spd="slow"/>
    </mc:Fallback>
  </mc:AlternateContent>
  <p:timing>
    <p:tnLst>
      <p:par>
        <p:cTn id="478" dur="indefinite" restart="never" nodeType="tmRoot">
          <p:childTnLst>
            <p:seq>
              <p:cTn id="479" dur="indefinite" nodeType="mainSeq">
                <p:childTnLst>
                  <p:par>
                    <p:cTn id="480" fill="hold">
                      <p:stCondLst>
                        <p:cond delay="indefinite"/>
                      </p:stCondLst>
                      <p:childTnLst>
                        <p:par>
                          <p:cTn id="481" fill="hold">
                            <p:stCondLst>
                              <p:cond delay="0"/>
                            </p:stCondLst>
                            <p:childTnLst>
                              <p:par>
                                <p:cTn id="482" nodeType="clickEffect" fill="hold" presetClass="entr" presetID="1">
                                  <p:stCondLst>
                                    <p:cond delay="0"/>
                                  </p:stCondLst>
                                  <p:childTnLst>
                                    <p:set>
                                      <p:cBhvr>
                                        <p:cTn id="483" dur="1" fill="hold">
                                          <p:stCondLst>
                                            <p:cond delay="0"/>
                                          </p:stCondLst>
                                        </p:cTn>
                                        <p:tgtEl>
                                          <p:spTgt spid="457">
                                            <p:txEl>
                                              <p:pRg st="0" end="0"/>
                                            </p:txEl>
                                          </p:spTgt>
                                        </p:tgtEl>
                                        <p:attrNameLst>
                                          <p:attrName>style.visibility</p:attrName>
                                        </p:attrNameLst>
                                      </p:cBhvr>
                                      <p:to>
                                        <p:strVal val="visible"/>
                                      </p:to>
                                    </p:set>
                                  </p:childTnLst>
                                </p:cTn>
                              </p:par>
                              <p:par>
                                <p:cTn id="484" nodeType="withEffect" fill="hold" presetClass="entr" presetID="1">
                                  <p:stCondLst>
                                    <p:cond delay="0"/>
                                  </p:stCondLst>
                                  <p:childTnLst>
                                    <p:set>
                                      <p:cBhvr>
                                        <p:cTn id="485" dur="1" fill="hold">
                                          <p:stCondLst>
                                            <p:cond delay="0"/>
                                          </p:stCondLst>
                                        </p:cTn>
                                        <p:tgtEl>
                                          <p:spTgt spid="459"/>
                                        </p:tgtEl>
                                        <p:attrNameLst>
                                          <p:attrName>style.visibility</p:attrName>
                                        </p:attrNameLst>
                                      </p:cBhvr>
                                      <p:to>
                                        <p:strVal val="visible"/>
                                      </p:to>
                                    </p:set>
                                  </p:childTnLst>
                                </p:cTn>
                              </p:par>
                              <p:par>
                                <p:cTn id="486" nodeType="withEffect" fill="hold" presetClass="entr" presetID="1">
                                  <p:stCondLst>
                                    <p:cond delay="0"/>
                                  </p:stCondLst>
                                  <p:childTnLst>
                                    <p:set>
                                      <p:cBhvr>
                                        <p:cTn id="487" dur="1" fill="hold">
                                          <p:stCondLst>
                                            <p:cond delay="0"/>
                                          </p:stCondLst>
                                        </p:cTn>
                                        <p:tgtEl>
                                          <p:spTgt spid="458"/>
                                        </p:tgtEl>
                                        <p:attrNameLst>
                                          <p:attrName>style.visibility</p:attrName>
                                        </p:attrNameLst>
                                      </p:cBhvr>
                                      <p:to>
                                        <p:strVal val="visible"/>
                                      </p:to>
                                    </p:set>
                                  </p:childTnLst>
                                </p:cTn>
                              </p:par>
                            </p:childTnLst>
                          </p:cTn>
                        </p:par>
                      </p:childTnLst>
                    </p:cTn>
                  </p:par>
                  <p:par>
                    <p:cTn id="488" fill="hold">
                      <p:stCondLst>
                        <p:cond delay="indefinite"/>
                      </p:stCondLst>
                      <p:childTnLst>
                        <p:par>
                          <p:cTn id="489" fill="hold">
                            <p:stCondLst>
                              <p:cond delay="0"/>
                            </p:stCondLst>
                            <p:childTnLst>
                              <p:par>
                                <p:cTn id="490" nodeType="clickEffect" fill="hold" presetClass="entr" presetID="1">
                                  <p:stCondLst>
                                    <p:cond delay="0"/>
                                  </p:stCondLst>
                                  <p:childTnLst>
                                    <p:set>
                                      <p:cBhvr>
                                        <p:cTn id="491" dur="1" fill="hold">
                                          <p:stCondLst>
                                            <p:cond delay="0"/>
                                          </p:stCondLst>
                                        </p:cTn>
                                        <p:tgtEl>
                                          <p:spTgt spid="457">
                                            <p:txEl>
                                              <p:pRg st="1" end="1"/>
                                            </p:txEl>
                                          </p:spTgt>
                                        </p:tgtEl>
                                        <p:attrNameLst>
                                          <p:attrName>style.visibility</p:attrName>
                                        </p:attrNameLst>
                                      </p:cBhvr>
                                      <p:to>
                                        <p:strVal val="visible"/>
                                      </p:to>
                                    </p:set>
                                  </p:childTnLst>
                                </p:cTn>
                              </p:par>
                              <p:par>
                                <p:cTn id="492" nodeType="withEffect" fill="hold" presetClass="emph" presetID="24">
                                  <p:stCondLst>
                                    <p:cond delay="0"/>
                                  </p:stCondLst>
                                  <p:childTnLst>
                                    <p:animClr clrSpc="hsl" dir="cw">
                                      <p:cBhvr>
                                        <p:cTn id="493" dur="10" fill="hold"/>
                                        <p:tgtEl>
                                          <p:spTgt spid="457">
                                            <p:txEl>
                                              <p:pRg st="0" end="0"/>
                                            </p:txEl>
                                          </p:spTgt>
                                        </p:tgtEl>
                                        <p:attrNameLst>
                                          <p:attrName>style.color</p:attrName>
                                        </p:attrNameLst>
                                      </p:cBhvr>
                                      <p:by>
                                        <p:hsl h="0" s="-12549" l="-25098"/>
                                      </p:by>
                                    </p:animClr>
                                    <p:animClr clrSpc="hsl" dir="cw">
                                      <p:cBhvr>
                                        <p:cTn id="494" dur="10" fill="hold"/>
                                        <p:tgtEl>
                                          <p:spTgt spid="457">
                                            <p:txEl>
                                              <p:pRg st="0" end="0"/>
                                            </p:txEl>
                                          </p:spTgt>
                                        </p:tgtEl>
                                        <p:attrNameLst>
                                          <p:attrName>fillcolor</p:attrName>
                                        </p:attrNameLst>
                                      </p:cBhvr>
                                      <p:by>
                                        <p:hsl h="0" s="-12549" l="-25098"/>
                                      </p:by>
                                    </p:animClr>
                                    <p:animClr clrSpc="hsl" dir="cw">
                                      <p:cBhvr>
                                        <p:cTn id="495" dur="10" fill="hold"/>
                                        <p:tgtEl>
                                          <p:spTgt spid="457">
                                            <p:txEl>
                                              <p:pRg st="0" end="0"/>
                                            </p:txEl>
                                          </p:spTgt>
                                        </p:tgtEl>
                                        <p:attrNameLst>
                                          <p:attrName>stroke.color</p:attrName>
                                        </p:attrNameLst>
                                      </p:cBhvr>
                                      <p:by>
                                        <p:hsl h="0" s="-12549" l="-25098"/>
                                      </p:by>
                                    </p:animClr>
                                    <p:set>
                                      <p:cBhvr>
                                        <p:cTn id="496" dur="10" fill="hold"/>
                                        <p:tgtEl>
                                          <p:spTgt spid="457">
                                            <p:txEl>
                                              <p:pRg st="0" end="0"/>
                                            </p:txEl>
                                          </p:spTgt>
                                        </p:tgtEl>
                                        <p:attrNameLst>
                                          <p:attrName>fill.type</p:attrName>
                                        </p:attrNameLst>
                                      </p:cBhvr>
                                      <p:to>
                                        <p:strVal val="solid"/>
                                      </p:to>
                                    </p:set>
                                  </p:childTnLst>
                                </p:cTn>
                              </p:par>
                            </p:childTnLst>
                          </p:cTn>
                        </p:par>
                      </p:childTnLst>
                    </p:cTn>
                  </p:par>
                  <p:par>
                    <p:cTn id="497" fill="hold">
                      <p:stCondLst>
                        <p:cond delay="indefinite"/>
                      </p:stCondLst>
                      <p:childTnLst>
                        <p:par>
                          <p:cTn id="498" fill="hold">
                            <p:stCondLst>
                              <p:cond delay="0"/>
                            </p:stCondLst>
                            <p:childTnLst>
                              <p:par>
                                <p:cTn id="499" nodeType="clickEffect" fill="hold" presetClass="entr" presetID="1">
                                  <p:stCondLst>
                                    <p:cond delay="0"/>
                                  </p:stCondLst>
                                  <p:childTnLst>
                                    <p:set>
                                      <p:cBhvr>
                                        <p:cTn id="500" dur="1" fill="hold">
                                          <p:stCondLst>
                                            <p:cond delay="0"/>
                                          </p:stCondLst>
                                        </p:cTn>
                                        <p:tgtEl>
                                          <p:spTgt spid="457">
                                            <p:txEl>
                                              <p:pRg st="2" end="2"/>
                                            </p:txEl>
                                          </p:spTgt>
                                        </p:tgtEl>
                                        <p:attrNameLst>
                                          <p:attrName>style.visibility</p:attrName>
                                        </p:attrNameLst>
                                      </p:cBhvr>
                                      <p:to>
                                        <p:strVal val="visible"/>
                                      </p:to>
                                    </p:set>
                                  </p:childTnLst>
                                </p:cTn>
                              </p:par>
                              <p:par>
                                <p:cTn id="501" nodeType="withEffect" fill="hold" presetClass="emph" presetID="24">
                                  <p:stCondLst>
                                    <p:cond delay="0"/>
                                  </p:stCondLst>
                                  <p:childTnLst>
                                    <p:animClr clrSpc="hsl" dir="cw">
                                      <p:cBhvr>
                                        <p:cTn id="502" dur="10" fill="hold"/>
                                        <p:tgtEl>
                                          <p:spTgt spid="457">
                                            <p:txEl>
                                              <p:pRg st="1" end="1"/>
                                            </p:txEl>
                                          </p:spTgt>
                                        </p:tgtEl>
                                        <p:attrNameLst>
                                          <p:attrName>style.color</p:attrName>
                                        </p:attrNameLst>
                                      </p:cBhvr>
                                      <p:by>
                                        <p:hsl h="0" s="-12549" l="-25098"/>
                                      </p:by>
                                    </p:animClr>
                                    <p:animClr clrSpc="hsl" dir="cw">
                                      <p:cBhvr>
                                        <p:cTn id="503" dur="10" fill="hold"/>
                                        <p:tgtEl>
                                          <p:spTgt spid="457">
                                            <p:txEl>
                                              <p:pRg st="1" end="1"/>
                                            </p:txEl>
                                          </p:spTgt>
                                        </p:tgtEl>
                                        <p:attrNameLst>
                                          <p:attrName>fillcolor</p:attrName>
                                        </p:attrNameLst>
                                      </p:cBhvr>
                                      <p:by>
                                        <p:hsl h="0" s="-12549" l="-25098"/>
                                      </p:by>
                                    </p:animClr>
                                    <p:animClr clrSpc="hsl" dir="cw">
                                      <p:cBhvr>
                                        <p:cTn id="504" dur="10" fill="hold"/>
                                        <p:tgtEl>
                                          <p:spTgt spid="457">
                                            <p:txEl>
                                              <p:pRg st="1" end="1"/>
                                            </p:txEl>
                                          </p:spTgt>
                                        </p:tgtEl>
                                        <p:attrNameLst>
                                          <p:attrName>stroke.color</p:attrName>
                                        </p:attrNameLst>
                                      </p:cBhvr>
                                      <p:by>
                                        <p:hsl h="0" s="-12549" l="-25098"/>
                                      </p:by>
                                    </p:animClr>
                                    <p:set>
                                      <p:cBhvr>
                                        <p:cTn id="505" dur="10" fill="hold"/>
                                        <p:tgtEl>
                                          <p:spTgt spid="457">
                                            <p:txEl>
                                              <p:pRg st="1" end="1"/>
                                            </p:txEl>
                                          </p:spTgt>
                                        </p:tgtEl>
                                        <p:attrNameLst>
                                          <p:attrName>fill.type</p:attrName>
                                        </p:attrNameLst>
                                      </p:cBhvr>
                                      <p:to>
                                        <p:strVal val="solid"/>
                                      </p:to>
                                    </p:set>
                                  </p:childTnLst>
                                </p:cTn>
                              </p:par>
                            </p:childTnLst>
                          </p:cTn>
                        </p:par>
                      </p:childTnLst>
                    </p:cTn>
                  </p:par>
                  <p:par>
                    <p:cTn id="506" fill="hold">
                      <p:stCondLst>
                        <p:cond delay="indefinite"/>
                      </p:stCondLst>
                      <p:childTnLst>
                        <p:par>
                          <p:cTn id="507" fill="hold">
                            <p:stCondLst>
                              <p:cond delay="0"/>
                            </p:stCondLst>
                            <p:childTnLst>
                              <p:par>
                                <p:cTn id="508" nodeType="clickEffect" fill="hold" presetClass="entr" presetID="1">
                                  <p:stCondLst>
                                    <p:cond delay="0"/>
                                  </p:stCondLst>
                                  <p:childTnLst>
                                    <p:set>
                                      <p:cBhvr>
                                        <p:cTn id="509" dur="1" fill="hold">
                                          <p:stCondLst>
                                            <p:cond delay="0"/>
                                          </p:stCondLst>
                                        </p:cTn>
                                        <p:tgtEl>
                                          <p:spTgt spid="457">
                                            <p:txEl>
                                              <p:pRg st="3" end="3"/>
                                            </p:txEl>
                                          </p:spTgt>
                                        </p:tgtEl>
                                        <p:attrNameLst>
                                          <p:attrName>style.visibility</p:attrName>
                                        </p:attrNameLst>
                                      </p:cBhvr>
                                      <p:to>
                                        <p:strVal val="visible"/>
                                      </p:to>
                                    </p:set>
                                  </p:childTnLst>
                                </p:cTn>
                              </p:par>
                              <p:par>
                                <p:cTn id="510" nodeType="withEffect" fill="hold" presetClass="emph" presetID="24">
                                  <p:stCondLst>
                                    <p:cond delay="0"/>
                                  </p:stCondLst>
                                  <p:childTnLst>
                                    <p:animClr clrSpc="hsl" dir="cw">
                                      <p:cBhvr>
                                        <p:cTn id="511" dur="10" fill="hold"/>
                                        <p:tgtEl>
                                          <p:spTgt spid="457">
                                            <p:txEl>
                                              <p:pRg st="2" end="2"/>
                                            </p:txEl>
                                          </p:spTgt>
                                        </p:tgtEl>
                                        <p:attrNameLst>
                                          <p:attrName>style.color</p:attrName>
                                        </p:attrNameLst>
                                      </p:cBhvr>
                                      <p:by>
                                        <p:hsl h="0" s="-12549" l="-25098"/>
                                      </p:by>
                                    </p:animClr>
                                    <p:animClr clrSpc="hsl" dir="cw">
                                      <p:cBhvr>
                                        <p:cTn id="512" dur="10" fill="hold"/>
                                        <p:tgtEl>
                                          <p:spTgt spid="457">
                                            <p:txEl>
                                              <p:pRg st="2" end="2"/>
                                            </p:txEl>
                                          </p:spTgt>
                                        </p:tgtEl>
                                        <p:attrNameLst>
                                          <p:attrName>fillcolor</p:attrName>
                                        </p:attrNameLst>
                                      </p:cBhvr>
                                      <p:by>
                                        <p:hsl h="0" s="-12549" l="-25098"/>
                                      </p:by>
                                    </p:animClr>
                                    <p:animClr clrSpc="hsl" dir="cw">
                                      <p:cBhvr>
                                        <p:cTn id="513" dur="10" fill="hold"/>
                                        <p:tgtEl>
                                          <p:spTgt spid="457">
                                            <p:txEl>
                                              <p:pRg st="2" end="2"/>
                                            </p:txEl>
                                          </p:spTgt>
                                        </p:tgtEl>
                                        <p:attrNameLst>
                                          <p:attrName>stroke.color</p:attrName>
                                        </p:attrNameLst>
                                      </p:cBhvr>
                                      <p:by>
                                        <p:hsl h="0" s="-12549" l="-25098"/>
                                      </p:by>
                                    </p:animClr>
                                    <p:set>
                                      <p:cBhvr>
                                        <p:cTn id="514" dur="10" fill="hold"/>
                                        <p:tgtEl>
                                          <p:spTgt spid="457">
                                            <p:txEl>
                                              <p:pRg st="2" end="2"/>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1"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 - Closing remarks</a:t>
            </a:r>
            <a:endParaRPr b="0" lang="en-US" sz="4400" strike="noStrike" u="none">
              <a:solidFill>
                <a:schemeClr val="lt1"/>
              </a:solidFill>
              <a:effectLst/>
              <a:uFillTx/>
              <a:latin typeface="Calibri"/>
            </a:endParaRPr>
          </a:p>
        </p:txBody>
      </p:sp>
      <p:sp>
        <p:nvSpPr>
          <p:cNvPr id="462" name="TekstSylinder 3"/>
          <p:cNvSpPr/>
          <p:nvPr/>
        </p:nvSpPr>
        <p:spPr>
          <a:xfrm>
            <a:off x="2881440" y="2576880"/>
            <a:ext cx="6428880" cy="25549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All the steps outlined are commented in the code with the datasheet sections. Ask us you have any questions</a:t>
            </a:r>
            <a:endParaRPr b="0" lang="en-GB" sz="4000" strike="noStrike" u="none">
              <a:solidFill>
                <a:srgbClr val="ffffff"/>
              </a:solidFill>
              <a:effectLst/>
              <a:uFillTx/>
              <a:latin typeface="Arial"/>
            </a:endParaRPr>
          </a:p>
        </p:txBody>
      </p:sp>
      <p:grpSp>
        <p:nvGrpSpPr>
          <p:cNvPr id="463" name="Gruppe 4"/>
          <p:cNvGrpSpPr/>
          <p:nvPr/>
        </p:nvGrpSpPr>
        <p:grpSpPr>
          <a:xfrm>
            <a:off x="9848520" y="717480"/>
            <a:ext cx="1612080" cy="621000"/>
            <a:chOff x="9848520" y="717480"/>
            <a:chExt cx="1612080" cy="621000"/>
          </a:xfrm>
        </p:grpSpPr>
        <p:sp>
          <p:nvSpPr>
            <p:cNvPr id="464"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65"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66"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67"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8"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Analog to digital converter</a:t>
            </a:r>
            <a:endParaRPr b="0" lang="en-US" sz="4400" strike="noStrike" u="none">
              <a:solidFill>
                <a:schemeClr val="lt1"/>
              </a:solidFill>
              <a:effectLst/>
              <a:uFillTx/>
              <a:latin typeface="Calibri"/>
            </a:endParaRPr>
          </a:p>
        </p:txBody>
      </p:sp>
      <p:sp>
        <p:nvSpPr>
          <p:cNvPr id="469" name="TekstSylinder 3"/>
          <p:cNvSpPr/>
          <p:nvPr/>
        </p:nvSpPr>
        <p:spPr>
          <a:xfrm>
            <a:off x="2881440" y="3075120"/>
            <a:ext cx="642888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Questions?</a:t>
            </a:r>
            <a:endParaRPr b="0" lang="en-GB" sz="4000" strike="noStrike" u="none">
              <a:solidFill>
                <a:srgbClr val="ffffff"/>
              </a:solidFill>
              <a:effectLst/>
              <a:uFillTx/>
              <a:latin typeface="Arial"/>
            </a:endParaRPr>
          </a:p>
        </p:txBody>
      </p:sp>
      <p:grpSp>
        <p:nvGrpSpPr>
          <p:cNvPr id="470" name="Gruppe 4"/>
          <p:cNvGrpSpPr/>
          <p:nvPr/>
        </p:nvGrpSpPr>
        <p:grpSpPr>
          <a:xfrm>
            <a:off x="9848520" y="717480"/>
            <a:ext cx="1612080" cy="621000"/>
            <a:chOff x="9848520" y="717480"/>
            <a:chExt cx="1612080" cy="621000"/>
          </a:xfrm>
        </p:grpSpPr>
        <p:sp>
          <p:nvSpPr>
            <p:cNvPr id="471" name="Frihåndsform: figur 8"/>
            <p:cNvSpPr/>
            <p:nvPr/>
          </p:nvSpPr>
          <p:spPr>
            <a:xfrm>
              <a:off x="9848520" y="7372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72" name="Frihåndsform: figur 9"/>
            <p:cNvSpPr/>
            <p:nvPr/>
          </p:nvSpPr>
          <p:spPr>
            <a:xfrm rot="10800000">
              <a:off x="10190160" y="8215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73" name="Frihåndsform: figur 10"/>
            <p:cNvSpPr/>
            <p:nvPr/>
          </p:nvSpPr>
          <p:spPr>
            <a:xfrm>
              <a:off x="10580040" y="71748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474" name="Frihåndsform: figur 11"/>
            <p:cNvSpPr/>
            <p:nvPr/>
          </p:nvSpPr>
          <p:spPr>
            <a:xfrm rot="10800000">
              <a:off x="10942560" y="83772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sp>
        <p:nvSpPr>
          <p:cNvPr id="476" name="TekstSylinder 3"/>
          <p:cNvSpPr/>
          <p:nvPr/>
        </p:nvSpPr>
        <p:spPr>
          <a:xfrm>
            <a:off x="2881440" y="2075040"/>
            <a:ext cx="6428880" cy="3786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A way to send and receive data</a:t>
            </a:r>
            <a:endParaRPr b="0" lang="en-GB" sz="4000" strike="noStrike" u="none">
              <a:solidFill>
                <a:srgbClr val="ffffff"/>
              </a:solidFill>
              <a:effectLst/>
              <a:uFillTx/>
              <a:latin typeface="Arial"/>
            </a:endParaRPr>
          </a:p>
          <a:p>
            <a:pPr algn="ctr" defTabSz="457200">
              <a:lnSpc>
                <a:spcPct val="100000"/>
              </a:lnSpc>
            </a:pPr>
            <a:endParaRPr b="0" lang="en-GB" sz="4000" strike="noStrike" u="none">
              <a:solidFill>
                <a:srgbClr val="ffffff"/>
              </a:solidFill>
              <a:effectLst/>
              <a:uFillTx/>
              <a:latin typeface="Arial"/>
            </a:endParaRPr>
          </a:p>
          <a:p>
            <a:pPr algn="ctr" defTabSz="457200">
              <a:lnSpc>
                <a:spcPct val="100000"/>
              </a:lnSpc>
            </a:pPr>
            <a:r>
              <a:rPr b="0" i="1" lang="en-US" sz="4000" strike="noStrike" u="sng">
                <a:solidFill>
                  <a:schemeClr val="lt1"/>
                </a:solidFill>
                <a:effectLst/>
                <a:uFillTx/>
                <a:latin typeface="Calibri"/>
              </a:rPr>
              <a:t>U</a:t>
            </a:r>
            <a:r>
              <a:rPr b="0" i="1" lang="en-US" sz="4000" strike="noStrike" u="none">
                <a:solidFill>
                  <a:schemeClr val="lt1"/>
                </a:solidFill>
                <a:effectLst/>
                <a:uFillTx/>
                <a:latin typeface="Calibri"/>
              </a:rPr>
              <a:t>niversal </a:t>
            </a:r>
            <a:r>
              <a:rPr b="0" i="1" lang="en-US" sz="4000" strike="noStrike" u="sng">
                <a:solidFill>
                  <a:schemeClr val="lt1"/>
                </a:solidFill>
                <a:effectLst/>
                <a:uFillTx/>
                <a:latin typeface="Calibri"/>
              </a:rPr>
              <a:t>S</a:t>
            </a:r>
            <a:r>
              <a:rPr b="0" i="1" lang="en-US" sz="4000" strike="noStrike" u="none">
                <a:solidFill>
                  <a:schemeClr val="lt1"/>
                </a:solidFill>
                <a:effectLst/>
                <a:uFillTx/>
                <a:latin typeface="Calibri"/>
              </a:rPr>
              <a:t>ynchronous and </a:t>
            </a:r>
            <a:r>
              <a:rPr b="0" i="1" lang="en-US" sz="4000" strike="noStrike" u="sng">
                <a:solidFill>
                  <a:schemeClr val="lt1"/>
                </a:solidFill>
                <a:effectLst/>
                <a:uFillTx/>
                <a:latin typeface="Calibri"/>
              </a:rPr>
              <a:t>A</a:t>
            </a:r>
            <a:r>
              <a:rPr b="0" i="1" lang="en-US" sz="4000" strike="noStrike" u="none">
                <a:solidFill>
                  <a:schemeClr val="lt1"/>
                </a:solidFill>
                <a:effectLst/>
                <a:uFillTx/>
                <a:latin typeface="Calibri"/>
              </a:rPr>
              <a:t>synchronous </a:t>
            </a:r>
            <a:r>
              <a:rPr b="0" i="1" lang="en-US" sz="4000" strike="noStrike" u="sng">
                <a:solidFill>
                  <a:schemeClr val="lt1"/>
                </a:solidFill>
                <a:effectLst/>
                <a:uFillTx/>
                <a:latin typeface="Calibri"/>
              </a:rPr>
              <a:t>R</a:t>
            </a:r>
            <a:r>
              <a:rPr b="0" i="1" lang="en-US" sz="4000" strike="noStrike" u="none">
                <a:solidFill>
                  <a:schemeClr val="lt1"/>
                </a:solidFill>
                <a:effectLst/>
                <a:uFillTx/>
                <a:latin typeface="Calibri"/>
              </a:rPr>
              <a:t>eceiver and </a:t>
            </a:r>
            <a:r>
              <a:rPr b="0" i="1" lang="en-US" sz="4000" strike="noStrike" u="sng">
                <a:solidFill>
                  <a:schemeClr val="lt1"/>
                </a:solidFill>
                <a:effectLst/>
                <a:uFillTx/>
                <a:latin typeface="Calibri"/>
              </a:rPr>
              <a:t>T</a:t>
            </a:r>
            <a:r>
              <a:rPr b="0" i="1" lang="en-US" sz="4000" strike="noStrike" u="none">
                <a:solidFill>
                  <a:schemeClr val="lt1"/>
                </a:solidFill>
                <a:effectLst/>
                <a:uFillTx/>
                <a:latin typeface="Calibri"/>
              </a:rPr>
              <a:t>ransmitter </a:t>
            </a:r>
            <a:endParaRPr b="0" lang="en-GB" sz="4000" strike="noStrike" u="none">
              <a:solidFill>
                <a:srgbClr val="ffffff"/>
              </a:solidFill>
              <a:effectLst/>
              <a:uFillTx/>
              <a:latin typeface="Arial"/>
            </a:endParaRPr>
          </a:p>
        </p:txBody>
      </p:sp>
      <p:grpSp>
        <p:nvGrpSpPr>
          <p:cNvPr id="477" name="Gruppe 2"/>
          <p:cNvGrpSpPr/>
          <p:nvPr/>
        </p:nvGrpSpPr>
        <p:grpSpPr>
          <a:xfrm>
            <a:off x="10439280" y="533160"/>
            <a:ext cx="914040" cy="990000"/>
            <a:chOff x="10439280" y="533160"/>
            <a:chExt cx="914040" cy="990000"/>
          </a:xfrm>
        </p:grpSpPr>
        <p:pic>
          <p:nvPicPr>
            <p:cNvPr id="478"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479"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480"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482" name="Gruppe 2"/>
          <p:cNvGrpSpPr/>
          <p:nvPr/>
        </p:nvGrpSpPr>
        <p:grpSpPr>
          <a:xfrm>
            <a:off x="10439280" y="533160"/>
            <a:ext cx="914040" cy="990000"/>
            <a:chOff x="10439280" y="533160"/>
            <a:chExt cx="914040" cy="990000"/>
          </a:xfrm>
        </p:grpSpPr>
        <p:pic>
          <p:nvPicPr>
            <p:cNvPr id="483"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484"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485"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pic>
        <p:nvPicPr>
          <p:cNvPr id="486" name="Grafikk 8" descr="Prosessor kontur"/>
          <p:cNvPicPr/>
          <p:nvPr/>
        </p:nvPicPr>
        <p:blipFill>
          <a:blip r:embed="rId3">
            <a:extLst>
              <a:ext uri="{96DAC541-7B7A-43D3-8B79-37D633B846F1}">
                <asvg:svgBlip xmlns:asvg="http://schemas.microsoft.com/office/drawing/2016/SVG/main" r:embed="rId4"/>
              </a:ext>
            </a:extLst>
          </a:blip>
          <a:stretch/>
        </p:blipFill>
        <p:spPr>
          <a:xfrm>
            <a:off x="3220920" y="2832120"/>
            <a:ext cx="2112120" cy="2112120"/>
          </a:xfrm>
          <a:prstGeom prst="rect">
            <a:avLst/>
          </a:prstGeom>
          <a:noFill/>
          <a:ln w="0">
            <a:noFill/>
          </a:ln>
        </p:spPr>
      </p:pic>
      <p:pic>
        <p:nvPicPr>
          <p:cNvPr id="487" name="Grafikk 23" descr="Prosessor kontur"/>
          <p:cNvPicPr/>
          <p:nvPr/>
        </p:nvPicPr>
        <p:blipFill>
          <a:blip r:embed="rId5">
            <a:extLst>
              <a:ext uri="{96DAC541-7B7A-43D3-8B79-37D633B846F1}">
                <asvg:svgBlip xmlns:asvg="http://schemas.microsoft.com/office/drawing/2016/SVG/main" r:embed="rId6"/>
              </a:ext>
            </a:extLst>
          </a:blip>
          <a:stretch/>
        </p:blipFill>
        <p:spPr>
          <a:xfrm>
            <a:off x="6795360" y="2832120"/>
            <a:ext cx="2112120" cy="2112120"/>
          </a:xfrm>
          <a:prstGeom prst="rect">
            <a:avLst/>
          </a:prstGeom>
          <a:noFill/>
          <a:ln w="0">
            <a:noFill/>
          </a:ln>
        </p:spPr>
      </p:pic>
      <p:sp>
        <p:nvSpPr>
          <p:cNvPr id="488" name="Bildeforklaring formet som en ellipse 3"/>
          <p:cNvSpPr/>
          <p:nvPr/>
        </p:nvSpPr>
        <p:spPr>
          <a:xfrm>
            <a:off x="4580640" y="1955520"/>
            <a:ext cx="1932480" cy="984240"/>
          </a:xfrm>
          <a:prstGeom prst="wedgeEllipseCallout">
            <a:avLst>
              <a:gd name="adj1" fmla="val -20833"/>
              <a:gd name="adj2" fmla="val 62500"/>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489" name="TekstSylinder 11"/>
          <p:cNvSpPr/>
          <p:nvPr/>
        </p:nvSpPr>
        <p:spPr>
          <a:xfrm>
            <a:off x="4822200" y="2016720"/>
            <a:ext cx="1449360" cy="9237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Want to communicate?</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491" name="Gruppe 2"/>
          <p:cNvGrpSpPr/>
          <p:nvPr/>
        </p:nvGrpSpPr>
        <p:grpSpPr>
          <a:xfrm>
            <a:off x="10439280" y="533160"/>
            <a:ext cx="914040" cy="990000"/>
            <a:chOff x="10439280" y="533160"/>
            <a:chExt cx="914040" cy="990000"/>
          </a:xfrm>
        </p:grpSpPr>
        <p:pic>
          <p:nvPicPr>
            <p:cNvPr id="492"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493"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494"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pic>
        <p:nvPicPr>
          <p:cNvPr id="495" name="Grafikk 8" descr="Prosessor kontur"/>
          <p:cNvPicPr/>
          <p:nvPr/>
        </p:nvPicPr>
        <p:blipFill>
          <a:blip r:embed="rId3">
            <a:extLst>
              <a:ext uri="{96DAC541-7B7A-43D3-8B79-37D633B846F1}">
                <asvg:svgBlip xmlns:asvg="http://schemas.microsoft.com/office/drawing/2016/SVG/main" r:embed="rId4"/>
              </a:ext>
            </a:extLst>
          </a:blip>
          <a:stretch/>
        </p:blipFill>
        <p:spPr>
          <a:xfrm>
            <a:off x="3220920" y="2832120"/>
            <a:ext cx="2112120" cy="2112120"/>
          </a:xfrm>
          <a:prstGeom prst="rect">
            <a:avLst/>
          </a:prstGeom>
          <a:noFill/>
          <a:ln w="0">
            <a:noFill/>
          </a:ln>
        </p:spPr>
      </p:pic>
      <p:pic>
        <p:nvPicPr>
          <p:cNvPr id="496" name="Grafikk 23" descr="Prosessor kontur"/>
          <p:cNvPicPr/>
          <p:nvPr/>
        </p:nvPicPr>
        <p:blipFill>
          <a:blip r:embed="rId5">
            <a:extLst>
              <a:ext uri="{96DAC541-7B7A-43D3-8B79-37D633B846F1}">
                <asvg:svgBlip xmlns:asvg="http://schemas.microsoft.com/office/drawing/2016/SVG/main" r:embed="rId6"/>
              </a:ext>
            </a:extLst>
          </a:blip>
          <a:stretch/>
        </p:blipFill>
        <p:spPr>
          <a:xfrm>
            <a:off x="6795360" y="2832120"/>
            <a:ext cx="2112120" cy="2112120"/>
          </a:xfrm>
          <a:prstGeom prst="rect">
            <a:avLst/>
          </a:prstGeom>
          <a:noFill/>
          <a:ln w="0">
            <a:noFill/>
          </a:ln>
        </p:spPr>
      </p:pic>
      <p:sp>
        <p:nvSpPr>
          <p:cNvPr id="497" name="Bildeforklaring formet som en ellipse 3"/>
          <p:cNvSpPr/>
          <p:nvPr/>
        </p:nvSpPr>
        <p:spPr>
          <a:xfrm>
            <a:off x="5396400" y="2014920"/>
            <a:ext cx="1932480" cy="984240"/>
          </a:xfrm>
          <a:prstGeom prst="wedgeEllipseCallout">
            <a:avLst>
              <a:gd name="adj1" fmla="val 33028"/>
              <a:gd name="adj2" fmla="val 58215"/>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498" name="TekstSylinder 11"/>
          <p:cNvSpPr/>
          <p:nvPr/>
        </p:nvSpPr>
        <p:spPr>
          <a:xfrm>
            <a:off x="5637960" y="2322720"/>
            <a:ext cx="144936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Sure fam</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9"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500" name="Gruppe 2"/>
          <p:cNvGrpSpPr/>
          <p:nvPr/>
        </p:nvGrpSpPr>
        <p:grpSpPr>
          <a:xfrm>
            <a:off x="10439280" y="533160"/>
            <a:ext cx="914040" cy="990000"/>
            <a:chOff x="10439280" y="533160"/>
            <a:chExt cx="914040" cy="990000"/>
          </a:xfrm>
        </p:grpSpPr>
        <p:pic>
          <p:nvPicPr>
            <p:cNvPr id="501"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02"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03"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pic>
        <p:nvPicPr>
          <p:cNvPr id="504" name="Grafikk 8" descr="Prosessor kontur"/>
          <p:cNvPicPr/>
          <p:nvPr/>
        </p:nvPicPr>
        <p:blipFill>
          <a:blip r:embed="rId3">
            <a:extLst>
              <a:ext uri="{96DAC541-7B7A-43D3-8B79-37D633B846F1}">
                <asvg:svgBlip xmlns:asvg="http://schemas.microsoft.com/office/drawing/2016/SVG/main" r:embed="rId4"/>
              </a:ext>
            </a:extLst>
          </a:blip>
          <a:stretch/>
        </p:blipFill>
        <p:spPr>
          <a:xfrm>
            <a:off x="3220920" y="2832120"/>
            <a:ext cx="2112120" cy="2112120"/>
          </a:xfrm>
          <a:prstGeom prst="rect">
            <a:avLst/>
          </a:prstGeom>
          <a:noFill/>
          <a:ln w="0">
            <a:noFill/>
          </a:ln>
        </p:spPr>
      </p:pic>
      <p:pic>
        <p:nvPicPr>
          <p:cNvPr id="505" name="Grafikk 23" descr="Prosessor kontur"/>
          <p:cNvPicPr/>
          <p:nvPr/>
        </p:nvPicPr>
        <p:blipFill>
          <a:blip r:embed="rId5">
            <a:extLst>
              <a:ext uri="{96DAC541-7B7A-43D3-8B79-37D633B846F1}">
                <asvg:svgBlip xmlns:asvg="http://schemas.microsoft.com/office/drawing/2016/SVG/main" r:embed="rId6"/>
              </a:ext>
            </a:extLst>
          </a:blip>
          <a:stretch/>
        </p:blipFill>
        <p:spPr>
          <a:xfrm>
            <a:off x="6795360" y="2832120"/>
            <a:ext cx="2112120" cy="2112120"/>
          </a:xfrm>
          <a:prstGeom prst="rect">
            <a:avLst/>
          </a:prstGeom>
          <a:noFill/>
          <a:ln w="0">
            <a:noFill/>
          </a:ln>
        </p:spPr>
      </p:pic>
      <p:sp>
        <p:nvSpPr>
          <p:cNvPr id="506" name="Bildeforklaring formet som en ellipse 3"/>
          <p:cNvSpPr/>
          <p:nvPr/>
        </p:nvSpPr>
        <p:spPr>
          <a:xfrm>
            <a:off x="4580640" y="1955520"/>
            <a:ext cx="1932480" cy="984240"/>
          </a:xfrm>
          <a:prstGeom prst="wedgeEllipseCallout">
            <a:avLst>
              <a:gd name="adj1" fmla="val -20833"/>
              <a:gd name="adj2" fmla="val 62500"/>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507" name="TekstSylinder 11"/>
          <p:cNvSpPr/>
          <p:nvPr/>
        </p:nvSpPr>
        <p:spPr>
          <a:xfrm>
            <a:off x="4822200" y="2070360"/>
            <a:ext cx="144936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How </a:t>
            </a:r>
            <a:endParaRPr b="0" lang="en-GB" sz="1800" strike="noStrike" u="none">
              <a:solidFill>
                <a:srgbClr val="ffffff"/>
              </a:solidFill>
              <a:effectLst/>
              <a:uFillTx/>
              <a:latin typeface="Arial"/>
            </a:endParaRPr>
          </a:p>
          <a:p>
            <a:pPr algn="ctr" defTabSz="457200">
              <a:lnSpc>
                <a:spcPct val="100000"/>
              </a:lnSpc>
            </a:pPr>
            <a:r>
              <a:rPr b="0" lang="nb-NO" sz="1800" strike="noStrike" u="none">
                <a:solidFill>
                  <a:schemeClr val="lt1"/>
                </a:solidFill>
                <a:effectLst/>
                <a:uFillTx/>
                <a:latin typeface="Calibri"/>
              </a:rPr>
              <a:t>quickly?</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509" name="Gruppe 2"/>
          <p:cNvGrpSpPr/>
          <p:nvPr/>
        </p:nvGrpSpPr>
        <p:grpSpPr>
          <a:xfrm>
            <a:off x="10439280" y="533160"/>
            <a:ext cx="914040" cy="990000"/>
            <a:chOff x="10439280" y="533160"/>
            <a:chExt cx="914040" cy="990000"/>
          </a:xfrm>
        </p:grpSpPr>
        <p:pic>
          <p:nvPicPr>
            <p:cNvPr id="510"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11"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12"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pic>
        <p:nvPicPr>
          <p:cNvPr id="513" name="Grafikk 8" descr="Prosessor kontur"/>
          <p:cNvPicPr/>
          <p:nvPr/>
        </p:nvPicPr>
        <p:blipFill>
          <a:blip r:embed="rId3">
            <a:extLst>
              <a:ext uri="{96DAC541-7B7A-43D3-8B79-37D633B846F1}">
                <asvg:svgBlip xmlns:asvg="http://schemas.microsoft.com/office/drawing/2016/SVG/main" r:embed="rId4"/>
              </a:ext>
            </a:extLst>
          </a:blip>
          <a:stretch/>
        </p:blipFill>
        <p:spPr>
          <a:xfrm>
            <a:off x="3220920" y="2832120"/>
            <a:ext cx="2112120" cy="2112120"/>
          </a:xfrm>
          <a:prstGeom prst="rect">
            <a:avLst/>
          </a:prstGeom>
          <a:noFill/>
          <a:ln w="0">
            <a:noFill/>
          </a:ln>
        </p:spPr>
      </p:pic>
      <p:pic>
        <p:nvPicPr>
          <p:cNvPr id="514" name="Grafikk 23" descr="Prosessor kontur"/>
          <p:cNvPicPr/>
          <p:nvPr/>
        </p:nvPicPr>
        <p:blipFill>
          <a:blip r:embed="rId5">
            <a:extLst>
              <a:ext uri="{96DAC541-7B7A-43D3-8B79-37D633B846F1}">
                <asvg:svgBlip xmlns:asvg="http://schemas.microsoft.com/office/drawing/2016/SVG/main" r:embed="rId6"/>
              </a:ext>
            </a:extLst>
          </a:blip>
          <a:stretch/>
        </p:blipFill>
        <p:spPr>
          <a:xfrm>
            <a:off x="6795360" y="2832120"/>
            <a:ext cx="2112120" cy="2112120"/>
          </a:xfrm>
          <a:prstGeom prst="rect">
            <a:avLst/>
          </a:prstGeom>
          <a:noFill/>
          <a:ln w="0">
            <a:noFill/>
          </a:ln>
        </p:spPr>
      </p:pic>
      <p:sp>
        <p:nvSpPr>
          <p:cNvPr id="515" name="Bildeforklaring formet som en ellipse 3"/>
          <p:cNvSpPr/>
          <p:nvPr/>
        </p:nvSpPr>
        <p:spPr>
          <a:xfrm>
            <a:off x="5396400" y="2009880"/>
            <a:ext cx="1932480" cy="984240"/>
          </a:xfrm>
          <a:prstGeom prst="wedgeEllipseCallout">
            <a:avLst>
              <a:gd name="adj1" fmla="val 33028"/>
              <a:gd name="adj2" fmla="val 58215"/>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516" name="TekstSylinder 11"/>
          <p:cNvSpPr/>
          <p:nvPr/>
        </p:nvSpPr>
        <p:spPr>
          <a:xfrm>
            <a:off x="5637960" y="2228040"/>
            <a:ext cx="144936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What about 9600 bits/s</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7"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518" name="Gruppe 2"/>
          <p:cNvGrpSpPr/>
          <p:nvPr/>
        </p:nvGrpSpPr>
        <p:grpSpPr>
          <a:xfrm>
            <a:off x="10439280" y="533160"/>
            <a:ext cx="914040" cy="990000"/>
            <a:chOff x="10439280" y="533160"/>
            <a:chExt cx="914040" cy="990000"/>
          </a:xfrm>
        </p:grpSpPr>
        <p:pic>
          <p:nvPicPr>
            <p:cNvPr id="519"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20"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21"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pic>
        <p:nvPicPr>
          <p:cNvPr id="522" name="Grafikk 8" descr="Prosessor kontur"/>
          <p:cNvPicPr/>
          <p:nvPr/>
        </p:nvPicPr>
        <p:blipFill>
          <a:blip r:embed="rId3">
            <a:extLst>
              <a:ext uri="{96DAC541-7B7A-43D3-8B79-37D633B846F1}">
                <asvg:svgBlip xmlns:asvg="http://schemas.microsoft.com/office/drawing/2016/SVG/main" r:embed="rId4"/>
              </a:ext>
            </a:extLst>
          </a:blip>
          <a:stretch/>
        </p:blipFill>
        <p:spPr>
          <a:xfrm>
            <a:off x="3220920" y="2832120"/>
            <a:ext cx="2112120" cy="2112120"/>
          </a:xfrm>
          <a:prstGeom prst="rect">
            <a:avLst/>
          </a:prstGeom>
          <a:noFill/>
          <a:ln w="0">
            <a:noFill/>
          </a:ln>
        </p:spPr>
      </p:pic>
      <p:pic>
        <p:nvPicPr>
          <p:cNvPr id="523" name="Grafikk 23" descr="Prosessor kontur"/>
          <p:cNvPicPr/>
          <p:nvPr/>
        </p:nvPicPr>
        <p:blipFill>
          <a:blip r:embed="rId5">
            <a:extLst>
              <a:ext uri="{96DAC541-7B7A-43D3-8B79-37D633B846F1}">
                <asvg:svgBlip xmlns:asvg="http://schemas.microsoft.com/office/drawing/2016/SVG/main" r:embed="rId6"/>
              </a:ext>
            </a:extLst>
          </a:blip>
          <a:stretch/>
        </p:blipFill>
        <p:spPr>
          <a:xfrm>
            <a:off x="6795360" y="2832120"/>
            <a:ext cx="2112120" cy="2112120"/>
          </a:xfrm>
          <a:prstGeom prst="rect">
            <a:avLst/>
          </a:prstGeom>
          <a:noFill/>
          <a:ln w="0">
            <a:noFill/>
          </a:ln>
        </p:spPr>
      </p:pic>
      <p:sp>
        <p:nvSpPr>
          <p:cNvPr id="524" name="Bildeforklaring formet som en ellipse 3"/>
          <p:cNvSpPr/>
          <p:nvPr/>
        </p:nvSpPr>
        <p:spPr>
          <a:xfrm>
            <a:off x="4580640" y="1955520"/>
            <a:ext cx="1932480" cy="984240"/>
          </a:xfrm>
          <a:prstGeom prst="wedgeEllipseCallout">
            <a:avLst>
              <a:gd name="adj1" fmla="val -20833"/>
              <a:gd name="adj2" fmla="val 62500"/>
            </a:avLst>
          </a:pr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525" name="TekstSylinder 11"/>
          <p:cNvSpPr/>
          <p:nvPr/>
        </p:nvSpPr>
        <p:spPr>
          <a:xfrm>
            <a:off x="4822200" y="2124720"/>
            <a:ext cx="144936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Sure, let’s set it up</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527" name="Gruppe 2"/>
          <p:cNvGrpSpPr/>
          <p:nvPr/>
        </p:nvGrpSpPr>
        <p:grpSpPr>
          <a:xfrm>
            <a:off x="10439280" y="533160"/>
            <a:ext cx="914040" cy="990000"/>
            <a:chOff x="10439280" y="533160"/>
            <a:chExt cx="914040" cy="990000"/>
          </a:xfrm>
        </p:grpSpPr>
        <p:pic>
          <p:nvPicPr>
            <p:cNvPr id="528"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29"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30"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pic>
        <p:nvPicPr>
          <p:cNvPr id="531" name="Grafikk 8" descr="Prosessor kontur"/>
          <p:cNvPicPr/>
          <p:nvPr/>
        </p:nvPicPr>
        <p:blipFill>
          <a:blip r:embed="rId3">
            <a:extLst>
              <a:ext uri="{96DAC541-7B7A-43D3-8B79-37D633B846F1}">
                <asvg:svgBlip xmlns:asvg="http://schemas.microsoft.com/office/drawing/2016/SVG/main" r:embed="rId4"/>
              </a:ext>
            </a:extLst>
          </a:blip>
          <a:stretch/>
        </p:blipFill>
        <p:spPr>
          <a:xfrm>
            <a:off x="3220920" y="2832120"/>
            <a:ext cx="2112120" cy="2112120"/>
          </a:xfrm>
          <a:prstGeom prst="rect">
            <a:avLst/>
          </a:prstGeom>
          <a:noFill/>
          <a:ln w="0">
            <a:noFill/>
          </a:ln>
        </p:spPr>
      </p:pic>
      <p:pic>
        <p:nvPicPr>
          <p:cNvPr id="532" name="Grafikk 23" descr="Prosessor kontur"/>
          <p:cNvPicPr/>
          <p:nvPr/>
        </p:nvPicPr>
        <p:blipFill>
          <a:blip r:embed="rId5">
            <a:extLst>
              <a:ext uri="{96DAC541-7B7A-43D3-8B79-37D633B846F1}">
                <asvg:svgBlip xmlns:asvg="http://schemas.microsoft.com/office/drawing/2016/SVG/main" r:embed="rId6"/>
              </a:ext>
            </a:extLst>
          </a:blip>
          <a:stretch/>
        </p:blipFill>
        <p:spPr>
          <a:xfrm>
            <a:off x="6795360" y="2832120"/>
            <a:ext cx="2112120" cy="2112120"/>
          </a:xfrm>
          <a:prstGeom prst="rect">
            <a:avLst/>
          </a:prstGeom>
          <a:noFill/>
          <a:ln w="0">
            <a:noFill/>
          </a:ln>
        </p:spPr>
      </p:pic>
      <p:cxnSp>
        <p:nvCxnSpPr>
          <p:cNvPr id="533" name="Rett pil 25"/>
          <p:cNvCxnSpPr/>
          <p:nvPr/>
        </p:nvCxnSpPr>
        <p:spPr>
          <a:xfrm>
            <a:off x="5057280" y="3444480"/>
            <a:ext cx="2078280" cy="360"/>
          </a:xfrm>
          <a:prstGeom prst="straightConnector1">
            <a:avLst/>
          </a:prstGeom>
          <a:ln w="47625">
            <a:solidFill>
              <a:srgbClr val="ffffff"/>
            </a:solidFill>
            <a:tailEnd len="med" type="triangle" w="med"/>
          </a:ln>
        </p:spPr>
      </p:cxnSp>
      <p:cxnSp>
        <p:nvCxnSpPr>
          <p:cNvPr id="534" name="Rett pil 26"/>
          <p:cNvCxnSpPr/>
          <p:nvPr/>
        </p:nvCxnSpPr>
        <p:spPr>
          <a:xfrm flipH="1">
            <a:off x="5027760" y="3618360"/>
            <a:ext cx="2078640" cy="360"/>
          </a:xfrm>
          <a:prstGeom prst="straightConnector1">
            <a:avLst/>
          </a:prstGeom>
          <a:ln w="47625">
            <a:solidFill>
              <a:srgbClr val="ffffff"/>
            </a:solidFill>
            <a:tailEnd len="med" type="triangle" w="med"/>
          </a:ln>
        </p:spPr>
      </p:cxnSp>
      <p:sp>
        <p:nvSpPr>
          <p:cNvPr id="535" name="TekstSylinder 27"/>
          <p:cNvSpPr/>
          <p:nvPr/>
        </p:nvSpPr>
        <p:spPr>
          <a:xfrm>
            <a:off x="5410440" y="2958480"/>
            <a:ext cx="1307880" cy="375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sp>
        <p:nvSpPr>
          <p:cNvPr id="536" name="TekstSylinder 28"/>
          <p:cNvSpPr/>
          <p:nvPr/>
        </p:nvSpPr>
        <p:spPr>
          <a:xfrm>
            <a:off x="5410440" y="3732120"/>
            <a:ext cx="1307880" cy="375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538" name="Gruppe 2"/>
          <p:cNvGrpSpPr/>
          <p:nvPr/>
        </p:nvGrpSpPr>
        <p:grpSpPr>
          <a:xfrm>
            <a:off x="10439280" y="533160"/>
            <a:ext cx="914040" cy="990000"/>
            <a:chOff x="10439280" y="533160"/>
            <a:chExt cx="914040" cy="990000"/>
          </a:xfrm>
        </p:grpSpPr>
        <p:pic>
          <p:nvPicPr>
            <p:cNvPr id="539"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40"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41"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pic>
        <p:nvPicPr>
          <p:cNvPr id="542" name="Grafikk 8" descr="Prosessor kontur"/>
          <p:cNvPicPr/>
          <p:nvPr/>
        </p:nvPicPr>
        <p:blipFill>
          <a:blip r:embed="rId3">
            <a:extLst>
              <a:ext uri="{96DAC541-7B7A-43D3-8B79-37D633B846F1}">
                <asvg:svgBlip xmlns:asvg="http://schemas.microsoft.com/office/drawing/2016/SVG/main" r:embed="rId4"/>
              </a:ext>
            </a:extLst>
          </a:blip>
          <a:stretch/>
        </p:blipFill>
        <p:spPr>
          <a:xfrm>
            <a:off x="3220920" y="2832120"/>
            <a:ext cx="2112120" cy="2112120"/>
          </a:xfrm>
          <a:prstGeom prst="rect">
            <a:avLst/>
          </a:prstGeom>
          <a:noFill/>
          <a:ln w="0">
            <a:noFill/>
          </a:ln>
        </p:spPr>
      </p:pic>
      <p:pic>
        <p:nvPicPr>
          <p:cNvPr id="543" name="Grafikk 23" descr="Prosessor kontur"/>
          <p:cNvPicPr/>
          <p:nvPr/>
        </p:nvPicPr>
        <p:blipFill>
          <a:blip r:embed="rId5">
            <a:extLst>
              <a:ext uri="{96DAC541-7B7A-43D3-8B79-37D633B846F1}">
                <asvg:svgBlip xmlns:asvg="http://schemas.microsoft.com/office/drawing/2016/SVG/main" r:embed="rId6"/>
              </a:ext>
            </a:extLst>
          </a:blip>
          <a:stretch/>
        </p:blipFill>
        <p:spPr>
          <a:xfrm>
            <a:off x="6795360" y="2832120"/>
            <a:ext cx="2112120" cy="2112120"/>
          </a:xfrm>
          <a:prstGeom prst="rect">
            <a:avLst/>
          </a:prstGeom>
          <a:noFill/>
          <a:ln w="0">
            <a:noFill/>
          </a:ln>
        </p:spPr>
      </p:pic>
      <p:cxnSp>
        <p:nvCxnSpPr>
          <p:cNvPr id="544" name="Rett pil 25"/>
          <p:cNvCxnSpPr/>
          <p:nvPr/>
        </p:nvCxnSpPr>
        <p:spPr>
          <a:xfrm>
            <a:off x="5057280" y="3444480"/>
            <a:ext cx="2078280" cy="360"/>
          </a:xfrm>
          <a:prstGeom prst="straightConnector1">
            <a:avLst/>
          </a:prstGeom>
          <a:ln w="47625">
            <a:solidFill>
              <a:srgbClr val="ffffff"/>
            </a:solidFill>
            <a:tailEnd len="med" type="triangle" w="med"/>
          </a:ln>
        </p:spPr>
      </p:cxnSp>
      <p:cxnSp>
        <p:nvCxnSpPr>
          <p:cNvPr id="545" name="Rett pil 26"/>
          <p:cNvCxnSpPr/>
          <p:nvPr/>
        </p:nvCxnSpPr>
        <p:spPr>
          <a:xfrm flipH="1">
            <a:off x="5027760" y="3618360"/>
            <a:ext cx="2078640" cy="360"/>
          </a:xfrm>
          <a:prstGeom prst="straightConnector1">
            <a:avLst/>
          </a:prstGeom>
          <a:ln w="47625">
            <a:solidFill>
              <a:srgbClr val="ffffff"/>
            </a:solidFill>
            <a:tailEnd len="med" type="triangle" w="med"/>
          </a:ln>
        </p:spPr>
      </p:cxnSp>
      <p:sp>
        <p:nvSpPr>
          <p:cNvPr id="546" name="TekstSylinder 27"/>
          <p:cNvSpPr/>
          <p:nvPr/>
        </p:nvSpPr>
        <p:spPr>
          <a:xfrm>
            <a:off x="5410440" y="2958480"/>
            <a:ext cx="1307880" cy="3758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You there?</a:t>
            </a:r>
            <a:endParaRPr b="0" lang="en-GB" sz="1800" strike="noStrike" u="none">
              <a:solidFill>
                <a:srgbClr val="ffffff"/>
              </a:solidFill>
              <a:effectLst/>
              <a:uFillTx/>
              <a:latin typeface="Arial"/>
            </a:endParaRPr>
          </a:p>
        </p:txBody>
      </p:sp>
      <p:sp>
        <p:nvSpPr>
          <p:cNvPr id="547" name="TekstSylinder 28"/>
          <p:cNvSpPr/>
          <p:nvPr/>
        </p:nvSpPr>
        <p:spPr>
          <a:xfrm>
            <a:off x="5410440" y="3732120"/>
            <a:ext cx="130788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nb-NO" sz="1800" strike="noStrike" u="none">
                <a:solidFill>
                  <a:schemeClr val="lt1"/>
                </a:solidFill>
                <a:effectLst/>
                <a:uFillTx/>
                <a:latin typeface="Calibri"/>
              </a:rPr>
              <a:t>Yeah, cool beans</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8"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sp>
        <p:nvSpPr>
          <p:cNvPr id="549" name="TekstSylinder 3"/>
          <p:cNvSpPr/>
          <p:nvPr/>
        </p:nvSpPr>
        <p:spPr>
          <a:xfrm>
            <a:off x="2638440" y="3167280"/>
            <a:ext cx="642888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Why do we care?</a:t>
            </a:r>
            <a:endParaRPr b="0" lang="en-GB" sz="4000" strike="noStrike" u="none">
              <a:solidFill>
                <a:srgbClr val="ffffff"/>
              </a:solidFill>
              <a:effectLst/>
              <a:uFillTx/>
              <a:latin typeface="Arial"/>
            </a:endParaRPr>
          </a:p>
        </p:txBody>
      </p:sp>
      <p:grpSp>
        <p:nvGrpSpPr>
          <p:cNvPr id="550" name="Gruppe 2"/>
          <p:cNvGrpSpPr/>
          <p:nvPr/>
        </p:nvGrpSpPr>
        <p:grpSpPr>
          <a:xfrm>
            <a:off x="10439280" y="533160"/>
            <a:ext cx="914040" cy="990000"/>
            <a:chOff x="10439280" y="533160"/>
            <a:chExt cx="914040" cy="990000"/>
          </a:xfrm>
        </p:grpSpPr>
        <p:pic>
          <p:nvPicPr>
            <p:cNvPr id="551"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52"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53"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54"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 – Configurations</a:t>
            </a:r>
            <a:endParaRPr b="0" lang="en-US" sz="4400" strike="noStrike" u="none">
              <a:solidFill>
                <a:schemeClr val="lt1"/>
              </a:solidFill>
              <a:effectLst/>
              <a:uFillTx/>
              <a:latin typeface="Calibri"/>
            </a:endParaRPr>
          </a:p>
        </p:txBody>
      </p:sp>
      <p:grpSp>
        <p:nvGrpSpPr>
          <p:cNvPr id="555" name="Gruppe 2"/>
          <p:cNvGrpSpPr/>
          <p:nvPr/>
        </p:nvGrpSpPr>
        <p:grpSpPr>
          <a:xfrm>
            <a:off x="10439280" y="533160"/>
            <a:ext cx="914040" cy="990000"/>
            <a:chOff x="10439280" y="533160"/>
            <a:chExt cx="914040" cy="990000"/>
          </a:xfrm>
        </p:grpSpPr>
        <p:pic>
          <p:nvPicPr>
            <p:cNvPr id="556"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57"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58"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559" name="TekstSylinder 8"/>
          <p:cNvSpPr/>
          <p:nvPr/>
        </p:nvSpPr>
        <p:spPr>
          <a:xfrm>
            <a:off x="838080" y="2070000"/>
            <a:ext cx="5676480" cy="2784960"/>
          </a:xfrm>
          <a:prstGeom prst="rect">
            <a:avLst/>
          </a:prstGeom>
          <a:noFill/>
          <a:ln w="0">
            <a:noFill/>
          </a:ln>
        </p:spPr>
        <p:style>
          <a:lnRef idx="0"/>
          <a:fillRef idx="0"/>
          <a:effectRef idx="0"/>
          <a:fontRef idx="minor"/>
        </p:style>
        <p:txBody>
          <a:bodyPr lIns="90000" rIns="90000" tIns="45000" bIns="45000" anchor="t">
            <a:spAutoFit/>
          </a:bodyPr>
          <a:p>
            <a:pPr marL="285840" indent="-285840" defTabSz="457200">
              <a:lnSpc>
                <a:spcPct val="200000"/>
              </a:lnSpc>
              <a:buClr>
                <a:srgbClr val="ffffff"/>
              </a:buClr>
              <a:buFont typeface="Arial"/>
              <a:buChar char="•"/>
            </a:pPr>
            <a:r>
              <a:rPr b="0" lang="en-US" sz="1800" strike="noStrike" u="none">
                <a:solidFill>
                  <a:schemeClr val="lt1"/>
                </a:solidFill>
                <a:effectLst/>
                <a:uFillTx/>
                <a:latin typeface="Calibri"/>
              </a:rPr>
              <a:t>Need to specify baud rate</a:t>
            </a:r>
            <a:endParaRPr b="0" lang="en-GB" sz="1800" strike="noStrike" u="none">
              <a:solidFill>
                <a:srgbClr val="ffffff"/>
              </a:solidFill>
              <a:effectLst/>
              <a:uFillTx/>
              <a:latin typeface="Arial"/>
            </a:endParaRPr>
          </a:p>
          <a:p>
            <a:pPr marL="285840" indent="-285840" defTabSz="457200">
              <a:lnSpc>
                <a:spcPct val="200000"/>
              </a:lnSpc>
              <a:buClr>
                <a:srgbClr val="ffffff"/>
              </a:buClr>
              <a:buFont typeface="Arial"/>
              <a:buChar char="•"/>
            </a:pPr>
            <a:r>
              <a:rPr b="0" lang="en-US" sz="1800" strike="noStrike" u="none">
                <a:solidFill>
                  <a:schemeClr val="lt1"/>
                </a:solidFill>
                <a:effectLst/>
                <a:uFillTx/>
                <a:latin typeface="Calibri"/>
              </a:rPr>
              <a:t>Need to specify bits per transfer (usually 8, so 1 byte per transfer).</a:t>
            </a:r>
            <a:endParaRPr b="0" lang="en-GB" sz="1800" strike="noStrike" u="none">
              <a:solidFill>
                <a:srgbClr val="ffffff"/>
              </a:solidFill>
              <a:effectLst/>
              <a:uFillTx/>
              <a:latin typeface="Arial"/>
            </a:endParaRPr>
          </a:p>
          <a:p>
            <a:pPr marL="285840" indent="-285840" defTabSz="457200">
              <a:lnSpc>
                <a:spcPct val="200000"/>
              </a:lnSpc>
              <a:buClr>
                <a:srgbClr val="ffffff"/>
              </a:buClr>
              <a:buFont typeface="Arial"/>
              <a:buChar char="•"/>
            </a:pPr>
            <a:r>
              <a:rPr b="0" lang="en-US" sz="1800" strike="noStrike" u="none">
                <a:solidFill>
                  <a:schemeClr val="lt1"/>
                </a:solidFill>
                <a:effectLst/>
                <a:uFillTx/>
                <a:latin typeface="Calibri"/>
              </a:rPr>
              <a:t>There are some more configurations as well, but we won’t go into them (we’ll use the default values)</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515" dur="indefinite" restart="never" nodeType="tmRoot">
          <p:childTnLst>
            <p:seq>
              <p:cTn id="516" dur="indefinite" nodeType="mainSeq">
                <p:childTnLst>
                  <p:par>
                    <p:cTn id="517" fill="hold">
                      <p:stCondLst>
                        <p:cond delay="indefinite"/>
                      </p:stCondLst>
                      <p:childTnLst>
                        <p:par>
                          <p:cTn id="518" fill="hold">
                            <p:stCondLst>
                              <p:cond delay="0"/>
                            </p:stCondLst>
                            <p:childTnLst>
                              <p:par>
                                <p:cTn id="519" nodeType="clickEffect" fill="hold" presetClass="entr" presetID="1">
                                  <p:stCondLst>
                                    <p:cond delay="0"/>
                                  </p:stCondLst>
                                  <p:childTnLst>
                                    <p:set>
                                      <p:cBhvr>
                                        <p:cTn id="520" dur="1" fill="hold">
                                          <p:stCondLst>
                                            <p:cond delay="0"/>
                                          </p:stCondLst>
                                        </p:cTn>
                                        <p:tgtEl>
                                          <p:spTgt spid="559">
                                            <p:txEl>
                                              <p:pRg st="0" end="0"/>
                                            </p:txEl>
                                          </p:spTgt>
                                        </p:tgtEl>
                                        <p:attrNameLst>
                                          <p:attrName>style.visibility</p:attrName>
                                        </p:attrNameLst>
                                      </p:cBhvr>
                                      <p:to>
                                        <p:strVal val="visible"/>
                                      </p:to>
                                    </p:set>
                                  </p:childTnLst>
                                </p:cTn>
                              </p:par>
                            </p:childTnLst>
                          </p:cTn>
                        </p:par>
                      </p:childTnLst>
                    </p:cTn>
                  </p:par>
                  <p:par>
                    <p:cTn id="521" fill="hold">
                      <p:stCondLst>
                        <p:cond delay="indefinite"/>
                      </p:stCondLst>
                      <p:childTnLst>
                        <p:par>
                          <p:cTn id="522" fill="hold">
                            <p:stCondLst>
                              <p:cond delay="0"/>
                            </p:stCondLst>
                            <p:childTnLst>
                              <p:par>
                                <p:cTn id="523" nodeType="clickEffect" fill="hold" presetClass="entr" presetID="1">
                                  <p:stCondLst>
                                    <p:cond delay="0"/>
                                  </p:stCondLst>
                                  <p:childTnLst>
                                    <p:set>
                                      <p:cBhvr>
                                        <p:cTn id="524" dur="1" fill="hold">
                                          <p:stCondLst>
                                            <p:cond delay="0"/>
                                          </p:stCondLst>
                                        </p:cTn>
                                        <p:tgtEl>
                                          <p:spTgt spid="559">
                                            <p:txEl>
                                              <p:pRg st="1" end="1"/>
                                            </p:txEl>
                                          </p:spTgt>
                                        </p:tgtEl>
                                        <p:attrNameLst>
                                          <p:attrName>style.visibility</p:attrName>
                                        </p:attrNameLst>
                                      </p:cBhvr>
                                      <p:to>
                                        <p:strVal val="visible"/>
                                      </p:to>
                                    </p:set>
                                  </p:childTnLst>
                                </p:cTn>
                              </p:par>
                              <p:par>
                                <p:cTn id="525" nodeType="withEffect" fill="hold" presetClass="emph" presetID="24">
                                  <p:stCondLst>
                                    <p:cond delay="0"/>
                                  </p:stCondLst>
                                  <p:childTnLst>
                                    <p:animClr clrSpc="hsl" dir="cw">
                                      <p:cBhvr>
                                        <p:cTn id="526" dur="10" fill="hold"/>
                                        <p:tgtEl>
                                          <p:spTgt spid="559">
                                            <p:txEl>
                                              <p:pRg st="0" end="0"/>
                                            </p:txEl>
                                          </p:spTgt>
                                        </p:tgtEl>
                                        <p:attrNameLst>
                                          <p:attrName>style.color</p:attrName>
                                        </p:attrNameLst>
                                      </p:cBhvr>
                                      <p:by>
                                        <p:hsl h="0" s="-12549" l="-25098"/>
                                      </p:by>
                                    </p:animClr>
                                    <p:animClr clrSpc="hsl" dir="cw">
                                      <p:cBhvr>
                                        <p:cTn id="527" dur="10" fill="hold"/>
                                        <p:tgtEl>
                                          <p:spTgt spid="559">
                                            <p:txEl>
                                              <p:pRg st="0" end="0"/>
                                            </p:txEl>
                                          </p:spTgt>
                                        </p:tgtEl>
                                        <p:attrNameLst>
                                          <p:attrName>fillcolor</p:attrName>
                                        </p:attrNameLst>
                                      </p:cBhvr>
                                      <p:by>
                                        <p:hsl h="0" s="-12549" l="-25098"/>
                                      </p:by>
                                    </p:animClr>
                                    <p:animClr clrSpc="hsl" dir="cw">
                                      <p:cBhvr>
                                        <p:cTn id="528" dur="10" fill="hold"/>
                                        <p:tgtEl>
                                          <p:spTgt spid="559">
                                            <p:txEl>
                                              <p:pRg st="0" end="0"/>
                                            </p:txEl>
                                          </p:spTgt>
                                        </p:tgtEl>
                                        <p:attrNameLst>
                                          <p:attrName>stroke.color</p:attrName>
                                        </p:attrNameLst>
                                      </p:cBhvr>
                                      <p:by>
                                        <p:hsl h="0" s="-12549" l="-25098"/>
                                      </p:by>
                                    </p:animClr>
                                    <p:set>
                                      <p:cBhvr>
                                        <p:cTn id="529" dur="10" fill="hold"/>
                                        <p:tgtEl>
                                          <p:spTgt spid="559">
                                            <p:txEl>
                                              <p:pRg st="0" end="0"/>
                                            </p:txEl>
                                          </p:spTgt>
                                        </p:tgtEl>
                                        <p:attrNameLst>
                                          <p:attrName>fill.type</p:attrName>
                                        </p:attrNameLst>
                                      </p:cBhvr>
                                      <p:to>
                                        <p:strVal val="solid"/>
                                      </p:to>
                                    </p:set>
                                  </p:childTnLst>
                                </p:cTn>
                              </p:par>
                            </p:childTnLst>
                          </p:cTn>
                        </p:par>
                      </p:childTnLst>
                    </p:cTn>
                  </p:par>
                  <p:par>
                    <p:cTn id="530" fill="hold">
                      <p:stCondLst>
                        <p:cond delay="indefinite"/>
                      </p:stCondLst>
                      <p:childTnLst>
                        <p:par>
                          <p:cTn id="531" fill="hold">
                            <p:stCondLst>
                              <p:cond delay="0"/>
                            </p:stCondLst>
                            <p:childTnLst>
                              <p:par>
                                <p:cTn id="532" nodeType="clickEffect" fill="hold" presetClass="entr" presetID="1">
                                  <p:stCondLst>
                                    <p:cond delay="0"/>
                                  </p:stCondLst>
                                  <p:childTnLst>
                                    <p:set>
                                      <p:cBhvr>
                                        <p:cTn id="533" dur="1" fill="hold">
                                          <p:stCondLst>
                                            <p:cond delay="0"/>
                                          </p:stCondLst>
                                        </p:cTn>
                                        <p:tgtEl>
                                          <p:spTgt spid="559">
                                            <p:txEl>
                                              <p:pRg st="2" end="2"/>
                                            </p:txEl>
                                          </p:spTgt>
                                        </p:tgtEl>
                                        <p:attrNameLst>
                                          <p:attrName>style.visibility</p:attrName>
                                        </p:attrNameLst>
                                      </p:cBhvr>
                                      <p:to>
                                        <p:strVal val="visible"/>
                                      </p:to>
                                    </p:set>
                                  </p:childTnLst>
                                </p:cTn>
                              </p:par>
                              <p:par>
                                <p:cTn id="534" nodeType="withEffect" fill="hold" presetClass="emph" presetID="24">
                                  <p:stCondLst>
                                    <p:cond delay="0"/>
                                  </p:stCondLst>
                                  <p:childTnLst>
                                    <p:animClr clrSpc="hsl" dir="cw">
                                      <p:cBhvr>
                                        <p:cTn id="535" dur="10" fill="hold"/>
                                        <p:tgtEl>
                                          <p:spTgt spid="559">
                                            <p:txEl>
                                              <p:pRg st="1" end="1"/>
                                            </p:txEl>
                                          </p:spTgt>
                                        </p:tgtEl>
                                        <p:attrNameLst>
                                          <p:attrName>style.color</p:attrName>
                                        </p:attrNameLst>
                                      </p:cBhvr>
                                      <p:by>
                                        <p:hsl h="0" s="-12549" l="-25098"/>
                                      </p:by>
                                    </p:animClr>
                                    <p:animClr clrSpc="hsl" dir="cw">
                                      <p:cBhvr>
                                        <p:cTn id="536" dur="10" fill="hold"/>
                                        <p:tgtEl>
                                          <p:spTgt spid="559">
                                            <p:txEl>
                                              <p:pRg st="1" end="1"/>
                                            </p:txEl>
                                          </p:spTgt>
                                        </p:tgtEl>
                                        <p:attrNameLst>
                                          <p:attrName>fillcolor</p:attrName>
                                        </p:attrNameLst>
                                      </p:cBhvr>
                                      <p:by>
                                        <p:hsl h="0" s="-12549" l="-25098"/>
                                      </p:by>
                                    </p:animClr>
                                    <p:animClr clrSpc="hsl" dir="cw">
                                      <p:cBhvr>
                                        <p:cTn id="537" dur="10" fill="hold"/>
                                        <p:tgtEl>
                                          <p:spTgt spid="559">
                                            <p:txEl>
                                              <p:pRg st="1" end="1"/>
                                            </p:txEl>
                                          </p:spTgt>
                                        </p:tgtEl>
                                        <p:attrNameLst>
                                          <p:attrName>stroke.color</p:attrName>
                                        </p:attrNameLst>
                                      </p:cBhvr>
                                      <p:by>
                                        <p:hsl h="0" s="-12549" l="-25098"/>
                                      </p:by>
                                    </p:animClr>
                                    <p:set>
                                      <p:cBhvr>
                                        <p:cTn id="538" dur="10" fill="hold"/>
                                        <p:tgtEl>
                                          <p:spTgt spid="559">
                                            <p:txEl>
                                              <p:pRg st="1" end="1"/>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0" name="TekstSylinder 11"/>
          <p:cNvSpPr/>
          <p:nvPr/>
        </p:nvSpPr>
        <p:spPr>
          <a:xfrm>
            <a:off x="6300000" y="2408760"/>
            <a:ext cx="873720" cy="83124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nb-NO" sz="1200" strike="noStrike" u="none">
                <a:solidFill>
                  <a:schemeClr val="lt1"/>
                </a:solidFill>
                <a:effectLst/>
                <a:uFillTx/>
                <a:latin typeface="Calibri"/>
              </a:rPr>
              <a:t>USART pins we’re going to use</a:t>
            </a:r>
            <a:endParaRPr b="0" lang="en-GB" sz="1200" strike="noStrike" u="none">
              <a:solidFill>
                <a:srgbClr val="ffffff"/>
              </a:solidFill>
              <a:effectLst/>
              <a:uFillTx/>
              <a:latin typeface="Arial"/>
            </a:endParaRPr>
          </a:p>
        </p:txBody>
      </p:sp>
      <p:sp>
        <p:nvSpPr>
          <p:cNvPr id="561"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 – How do we set it up?</a:t>
            </a:r>
            <a:endParaRPr b="0" lang="en-US" sz="4400" strike="noStrike" u="none">
              <a:solidFill>
                <a:schemeClr val="lt1"/>
              </a:solidFill>
              <a:effectLst/>
              <a:uFillTx/>
              <a:latin typeface="Calibri"/>
            </a:endParaRPr>
          </a:p>
        </p:txBody>
      </p:sp>
      <p:grpSp>
        <p:nvGrpSpPr>
          <p:cNvPr id="562" name="Gruppe 2"/>
          <p:cNvGrpSpPr/>
          <p:nvPr/>
        </p:nvGrpSpPr>
        <p:grpSpPr>
          <a:xfrm>
            <a:off x="10439280" y="533160"/>
            <a:ext cx="914040" cy="990000"/>
            <a:chOff x="10439280" y="533160"/>
            <a:chExt cx="914040" cy="990000"/>
          </a:xfrm>
        </p:grpSpPr>
        <p:pic>
          <p:nvPicPr>
            <p:cNvPr id="563"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64"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65"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566" name="TekstSylinder 8"/>
          <p:cNvSpPr/>
          <p:nvPr/>
        </p:nvSpPr>
        <p:spPr>
          <a:xfrm>
            <a:off x="838080" y="2070000"/>
            <a:ext cx="5676480" cy="4447080"/>
          </a:xfrm>
          <a:prstGeom prst="rect">
            <a:avLst/>
          </a:prstGeom>
          <a:noFill/>
          <a:ln w="0">
            <a:noFill/>
          </a:ln>
        </p:spPr>
        <p:style>
          <a:lnRef idx="0"/>
          <a:fillRef idx="0"/>
          <a:effectRef idx="0"/>
          <a:fontRef idx="minor"/>
        </p:style>
        <p:txBody>
          <a:bodyPr lIns="90000" rIns="90000" tIns="45000" bIns="45000" anchor="t">
            <a:spAutoFit/>
          </a:bodyPr>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Need to enable the TX pin for output (and optionally the RX pin for input).</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Need to set the baudrate (bits per second) in the USART’s BAUD register. Both sides need to have the same baudrate.</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Enable transmitter (and optionally receiver) for the USART module (in the CTRLB register of the USART module).</a:t>
            </a:r>
            <a:endParaRPr b="0" lang="en-GB" sz="1800" strike="noStrike" u="none">
              <a:solidFill>
                <a:srgbClr val="ffffff"/>
              </a:solidFill>
              <a:effectLst/>
              <a:uFillTx/>
              <a:latin typeface="Arial"/>
            </a:endParaRPr>
          </a:p>
        </p:txBody>
      </p:sp>
      <p:sp>
        <p:nvSpPr>
          <p:cNvPr id="567" name="Venstre klammeparentes 10"/>
          <p:cNvSpPr/>
          <p:nvPr/>
        </p:nvSpPr>
        <p:spPr>
          <a:xfrm>
            <a:off x="7092000" y="2722680"/>
            <a:ext cx="81720" cy="202680"/>
          </a:xfrm>
          <a:prstGeom prst="leftBrace">
            <a:avLst>
              <a:gd name="adj1" fmla="val 8333"/>
              <a:gd name="adj2" fmla="val 50000"/>
            </a:avLst>
          </a:prstGeom>
          <a:noFill/>
          <a:ln w="19050">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pic>
        <p:nvPicPr>
          <p:cNvPr id="568" name="" descr=""/>
          <p:cNvPicPr/>
          <p:nvPr/>
        </p:nvPicPr>
        <p:blipFill>
          <a:blip r:embed="rId3"/>
          <a:stretch/>
        </p:blipFill>
        <p:spPr>
          <a:xfrm>
            <a:off x="7200000" y="1779840"/>
            <a:ext cx="4657680" cy="3980160"/>
          </a:xfrm>
          <a:prstGeom prst="rect">
            <a:avLst/>
          </a:prstGeom>
          <a:noFill/>
          <a:ln w="0">
            <a:noFill/>
          </a:ln>
        </p:spPr>
      </p:pic>
    </p:spTree>
  </p:cSld>
  <mc:AlternateContent>
    <mc:Choice Requires="p14">
      <p:transition spd="slow" p14:dur="2000"/>
    </mc:Choice>
    <mc:Fallback>
      <p:transition spd="slow"/>
    </mc:Fallback>
  </mc:AlternateContent>
  <p:timing>
    <p:tnLst>
      <p:par>
        <p:cTn id="539" dur="indefinite" restart="never" nodeType="tmRoot">
          <p:childTnLst>
            <p:seq>
              <p:cTn id="540" dur="indefinite" nodeType="mainSeq">
                <p:childTnLst>
                  <p:par>
                    <p:cTn id="541" fill="hold">
                      <p:stCondLst>
                        <p:cond delay="indefinite"/>
                      </p:stCondLst>
                      <p:childTnLst>
                        <p:par>
                          <p:cTn id="542" fill="hold">
                            <p:stCondLst>
                              <p:cond delay="0"/>
                            </p:stCondLst>
                            <p:childTnLst>
                              <p:par>
                                <p:cTn id="543" nodeType="clickEffect" fill="hold" presetClass="entr" presetID="1">
                                  <p:stCondLst>
                                    <p:cond delay="0"/>
                                  </p:stCondLst>
                                  <p:childTnLst>
                                    <p:set>
                                      <p:cBhvr>
                                        <p:cTn id="544" dur="1" fill="hold">
                                          <p:stCondLst>
                                            <p:cond delay="0"/>
                                          </p:stCondLst>
                                        </p:cTn>
                                        <p:tgtEl>
                                          <p:spTgt spid="566">
                                            <p:txEl>
                                              <p:pRg st="0" end="0"/>
                                            </p:txEl>
                                          </p:spTgt>
                                        </p:tgtEl>
                                        <p:attrNameLst>
                                          <p:attrName>style.visibility</p:attrName>
                                        </p:attrNameLst>
                                      </p:cBhvr>
                                      <p:to>
                                        <p:strVal val="visible"/>
                                      </p:to>
                                    </p:set>
                                  </p:childTnLst>
                                </p:cTn>
                              </p:par>
                              <p:par>
                                <p:cTn id="545" nodeType="withEffect" fill="hold" presetClass="entr" presetID="1">
                                  <p:stCondLst>
                                    <p:cond delay="0"/>
                                  </p:stCondLst>
                                  <p:childTnLst>
                                    <p:set>
                                      <p:cBhvr>
                                        <p:cTn id="546" dur="1" fill="hold">
                                          <p:stCondLst>
                                            <p:cond delay="0"/>
                                          </p:stCondLst>
                                        </p:cTn>
                                        <p:tgtEl>
                                          <p:spTgt spid="567"/>
                                        </p:tgtEl>
                                        <p:attrNameLst>
                                          <p:attrName>style.visibility</p:attrName>
                                        </p:attrNameLst>
                                      </p:cBhvr>
                                      <p:to>
                                        <p:strVal val="visible"/>
                                      </p:to>
                                    </p:set>
                                  </p:childTnLst>
                                </p:cTn>
                              </p:par>
                              <p:par>
                                <p:cTn id="547" nodeType="withEffect" fill="hold" presetClass="entr" presetID="1">
                                  <p:stCondLst>
                                    <p:cond delay="0"/>
                                  </p:stCondLst>
                                  <p:childTnLst>
                                    <p:set>
                                      <p:cBhvr>
                                        <p:cTn id="548" dur="1" fill="hold">
                                          <p:stCondLst>
                                            <p:cond delay="0"/>
                                          </p:stCondLst>
                                        </p:cTn>
                                        <p:tgtEl>
                                          <p:spTgt spid="560"/>
                                        </p:tgtEl>
                                        <p:attrNameLst>
                                          <p:attrName>style.visibility</p:attrName>
                                        </p:attrNameLst>
                                      </p:cBhvr>
                                      <p:to>
                                        <p:strVal val="visible"/>
                                      </p:to>
                                    </p:set>
                                  </p:childTnLst>
                                </p:cTn>
                              </p:par>
                            </p:childTnLst>
                          </p:cTn>
                        </p:par>
                      </p:childTnLst>
                    </p:cTn>
                  </p:par>
                  <p:par>
                    <p:cTn id="549" fill="hold">
                      <p:stCondLst>
                        <p:cond delay="indefinite"/>
                      </p:stCondLst>
                      <p:childTnLst>
                        <p:par>
                          <p:cTn id="550" fill="hold">
                            <p:stCondLst>
                              <p:cond delay="0"/>
                            </p:stCondLst>
                            <p:childTnLst>
                              <p:par>
                                <p:cTn id="551" nodeType="clickEffect" fill="hold" presetClass="entr" presetID="1">
                                  <p:stCondLst>
                                    <p:cond delay="0"/>
                                  </p:stCondLst>
                                  <p:childTnLst>
                                    <p:set>
                                      <p:cBhvr>
                                        <p:cTn id="552" dur="1" fill="hold">
                                          <p:stCondLst>
                                            <p:cond delay="0"/>
                                          </p:stCondLst>
                                        </p:cTn>
                                        <p:tgtEl>
                                          <p:spTgt spid="566">
                                            <p:txEl>
                                              <p:pRg st="1" end="1"/>
                                            </p:txEl>
                                          </p:spTgt>
                                        </p:tgtEl>
                                        <p:attrNameLst>
                                          <p:attrName>style.visibility</p:attrName>
                                        </p:attrNameLst>
                                      </p:cBhvr>
                                      <p:to>
                                        <p:strVal val="visible"/>
                                      </p:to>
                                    </p:set>
                                  </p:childTnLst>
                                </p:cTn>
                              </p:par>
                              <p:par>
                                <p:cTn id="553" nodeType="withEffect" fill="hold" presetClass="emph" presetID="24">
                                  <p:stCondLst>
                                    <p:cond delay="0"/>
                                  </p:stCondLst>
                                  <p:childTnLst>
                                    <p:animClr clrSpc="hsl" dir="cw">
                                      <p:cBhvr>
                                        <p:cTn id="554" dur="10" fill="hold"/>
                                        <p:tgtEl>
                                          <p:spTgt spid="566">
                                            <p:txEl>
                                              <p:pRg st="0" end="0"/>
                                            </p:txEl>
                                          </p:spTgt>
                                        </p:tgtEl>
                                        <p:attrNameLst>
                                          <p:attrName>style.color</p:attrName>
                                        </p:attrNameLst>
                                      </p:cBhvr>
                                      <p:by>
                                        <p:hsl h="0" s="-12549" l="-25098"/>
                                      </p:by>
                                    </p:animClr>
                                    <p:animClr clrSpc="hsl" dir="cw">
                                      <p:cBhvr>
                                        <p:cTn id="555" dur="10" fill="hold"/>
                                        <p:tgtEl>
                                          <p:spTgt spid="566">
                                            <p:txEl>
                                              <p:pRg st="0" end="0"/>
                                            </p:txEl>
                                          </p:spTgt>
                                        </p:tgtEl>
                                        <p:attrNameLst>
                                          <p:attrName>fillcolor</p:attrName>
                                        </p:attrNameLst>
                                      </p:cBhvr>
                                      <p:by>
                                        <p:hsl h="0" s="-12549" l="-25098"/>
                                      </p:by>
                                    </p:animClr>
                                    <p:animClr clrSpc="hsl" dir="cw">
                                      <p:cBhvr>
                                        <p:cTn id="556" dur="10" fill="hold"/>
                                        <p:tgtEl>
                                          <p:spTgt spid="566">
                                            <p:txEl>
                                              <p:pRg st="0" end="0"/>
                                            </p:txEl>
                                          </p:spTgt>
                                        </p:tgtEl>
                                        <p:attrNameLst>
                                          <p:attrName>stroke.color</p:attrName>
                                        </p:attrNameLst>
                                      </p:cBhvr>
                                      <p:by>
                                        <p:hsl h="0" s="-12549" l="-25098"/>
                                      </p:by>
                                    </p:animClr>
                                    <p:set>
                                      <p:cBhvr>
                                        <p:cTn id="557" dur="10" fill="hold"/>
                                        <p:tgtEl>
                                          <p:spTgt spid="566">
                                            <p:txEl>
                                              <p:pRg st="0" end="0"/>
                                            </p:txEl>
                                          </p:spTgt>
                                        </p:tgtEl>
                                        <p:attrNameLst>
                                          <p:attrName>fill.type</p:attrName>
                                        </p:attrNameLst>
                                      </p:cBhvr>
                                      <p:to>
                                        <p:strVal val="solid"/>
                                      </p:to>
                                    </p:set>
                                  </p:childTnLst>
                                </p:cTn>
                              </p:par>
                            </p:childTnLst>
                          </p:cTn>
                        </p:par>
                      </p:childTnLst>
                    </p:cTn>
                  </p:par>
                  <p:par>
                    <p:cTn id="558" fill="hold">
                      <p:stCondLst>
                        <p:cond delay="indefinite"/>
                      </p:stCondLst>
                      <p:childTnLst>
                        <p:par>
                          <p:cTn id="559" fill="hold">
                            <p:stCondLst>
                              <p:cond delay="0"/>
                            </p:stCondLst>
                            <p:childTnLst>
                              <p:par>
                                <p:cTn id="560" nodeType="clickEffect" fill="hold" presetClass="entr" presetID="1">
                                  <p:stCondLst>
                                    <p:cond delay="0"/>
                                  </p:stCondLst>
                                  <p:childTnLst>
                                    <p:set>
                                      <p:cBhvr>
                                        <p:cTn id="561" dur="1" fill="hold">
                                          <p:stCondLst>
                                            <p:cond delay="0"/>
                                          </p:stCondLst>
                                        </p:cTn>
                                        <p:tgtEl>
                                          <p:spTgt spid="566">
                                            <p:txEl>
                                              <p:pRg st="2" end="2"/>
                                            </p:txEl>
                                          </p:spTgt>
                                        </p:tgtEl>
                                        <p:attrNameLst>
                                          <p:attrName>style.visibility</p:attrName>
                                        </p:attrNameLst>
                                      </p:cBhvr>
                                      <p:to>
                                        <p:strVal val="visible"/>
                                      </p:to>
                                    </p:set>
                                  </p:childTnLst>
                                </p:cTn>
                              </p:par>
                              <p:par>
                                <p:cTn id="562" nodeType="withEffect" fill="hold" presetClass="emph" presetID="24">
                                  <p:stCondLst>
                                    <p:cond delay="0"/>
                                  </p:stCondLst>
                                  <p:childTnLst>
                                    <p:animClr clrSpc="hsl" dir="cw">
                                      <p:cBhvr>
                                        <p:cTn id="563" dur="10" fill="hold"/>
                                        <p:tgtEl>
                                          <p:spTgt spid="566">
                                            <p:txEl>
                                              <p:pRg st="1" end="1"/>
                                            </p:txEl>
                                          </p:spTgt>
                                        </p:tgtEl>
                                        <p:attrNameLst>
                                          <p:attrName>style.color</p:attrName>
                                        </p:attrNameLst>
                                      </p:cBhvr>
                                      <p:by>
                                        <p:hsl h="0" s="-12549" l="-25098"/>
                                      </p:by>
                                    </p:animClr>
                                    <p:animClr clrSpc="hsl" dir="cw">
                                      <p:cBhvr>
                                        <p:cTn id="564" dur="10" fill="hold"/>
                                        <p:tgtEl>
                                          <p:spTgt spid="566">
                                            <p:txEl>
                                              <p:pRg st="1" end="1"/>
                                            </p:txEl>
                                          </p:spTgt>
                                        </p:tgtEl>
                                        <p:attrNameLst>
                                          <p:attrName>fillcolor</p:attrName>
                                        </p:attrNameLst>
                                      </p:cBhvr>
                                      <p:by>
                                        <p:hsl h="0" s="-12549" l="-25098"/>
                                      </p:by>
                                    </p:animClr>
                                    <p:animClr clrSpc="hsl" dir="cw">
                                      <p:cBhvr>
                                        <p:cTn id="565" dur="10" fill="hold"/>
                                        <p:tgtEl>
                                          <p:spTgt spid="566">
                                            <p:txEl>
                                              <p:pRg st="1" end="1"/>
                                            </p:txEl>
                                          </p:spTgt>
                                        </p:tgtEl>
                                        <p:attrNameLst>
                                          <p:attrName>stroke.color</p:attrName>
                                        </p:attrNameLst>
                                      </p:cBhvr>
                                      <p:by>
                                        <p:hsl h="0" s="-12549" l="-25098"/>
                                      </p:by>
                                    </p:animClr>
                                    <p:set>
                                      <p:cBhvr>
                                        <p:cTn id="566" dur="10" fill="hold"/>
                                        <p:tgtEl>
                                          <p:spTgt spid="566">
                                            <p:txEl>
                                              <p:pRg st="1" end="1"/>
                                            </p:txEl>
                                          </p:spTgt>
                                        </p:tgtEl>
                                        <p:attrNameLst>
                                          <p:attrName>fill.type</p:attrName>
                                        </p:attrNameLst>
                                      </p:cBhvr>
                                      <p:to>
                                        <p:strVal val="solid"/>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9"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 – Baud rate formula example</a:t>
            </a:r>
            <a:endParaRPr b="0" lang="en-US" sz="4400" strike="noStrike" u="none">
              <a:solidFill>
                <a:schemeClr val="lt1"/>
              </a:solidFill>
              <a:effectLst/>
              <a:uFillTx/>
              <a:latin typeface="Calibri"/>
            </a:endParaRPr>
          </a:p>
        </p:txBody>
      </p:sp>
      <p:grpSp>
        <p:nvGrpSpPr>
          <p:cNvPr id="570" name="Gruppe 2"/>
          <p:cNvGrpSpPr/>
          <p:nvPr/>
        </p:nvGrpSpPr>
        <p:grpSpPr>
          <a:xfrm>
            <a:off x="10439280" y="533160"/>
            <a:ext cx="914040" cy="990000"/>
            <a:chOff x="10439280" y="533160"/>
            <a:chExt cx="914040" cy="990000"/>
          </a:xfrm>
        </p:grpSpPr>
        <p:pic>
          <p:nvPicPr>
            <p:cNvPr id="571"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72"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73"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574" name="TekstSylinder 3"/>
          <p:cNvSpPr/>
          <p:nvPr/>
        </p:nvSpPr>
        <p:spPr>
          <a:xfrm>
            <a:off x="4183920" y="2375640"/>
            <a:ext cx="4419000" cy="574920"/>
          </a:xfrm>
          <a:prstGeom prst="rect">
            <a:avLst/>
          </a:prstGeom>
          <a:blipFill rotWithShape="0">
            <a:blip r:embed="rId3"/>
            <a:srcRect/>
            <a:stretch/>
          </a:blipFill>
          <a:ln w="0">
            <a:noFill/>
          </a:ln>
        </p:spPr>
        <p:style>
          <a:lnRef idx="0"/>
          <a:fillRef idx="0"/>
          <a:effectRef idx="0"/>
          <a:fontRef idx="minor"/>
        </p:style>
        <p:txBody>
          <a:bodyPr lIns="90000" rIns="90000" tIns="45000" bIns="45000" anchor="t">
            <a:noAutofit/>
          </a:bodyPr>
          <a:p>
            <a:pPr defTabSz="457200">
              <a:lnSpc>
                <a:spcPct val="100000"/>
              </a:lnSpc>
            </a:pPr>
            <a:r>
              <a:rPr b="0" lang="nb-NO" sz="1800" strike="noStrike" u="none">
                <a:solidFill>
                  <a:srgbClr val="ffffff">
                    <a:alpha val="1000"/>
                  </a:srgbClr>
                </a:solidFill>
                <a:effectLst/>
                <a:uFillTx/>
                <a:latin typeface="Calibri"/>
              </a:rPr>
              <a:t> </a:t>
            </a:r>
            <a:endParaRPr b="0" lang="en-GB" sz="1800" strike="noStrike" u="none">
              <a:solidFill>
                <a:srgbClr val="000000"/>
              </a:solidFill>
              <a:effectLst/>
              <a:uFillTx/>
              <a:latin typeface="Arial"/>
            </a:endParaRPr>
          </a:p>
        </p:txBody>
      </p:sp>
      <p:sp>
        <p:nvSpPr>
          <p:cNvPr id="575" name="TekstSylinder 4"/>
          <p:cNvSpPr/>
          <p:nvPr/>
        </p:nvSpPr>
        <p:spPr>
          <a:xfrm>
            <a:off x="3740400" y="3335400"/>
            <a:ext cx="3871800" cy="701280"/>
          </a:xfrm>
          <a:prstGeom prst="rect">
            <a:avLst/>
          </a:prstGeom>
          <a:blipFill rotWithShape="0">
            <a:blip r:embed="rId4"/>
            <a:srcRect/>
            <a:stretch/>
          </a:blipFill>
          <a:ln w="0">
            <a:noFill/>
          </a:ln>
        </p:spPr>
        <p:style>
          <a:lnRef idx="0"/>
          <a:fillRef idx="0"/>
          <a:effectRef idx="0"/>
          <a:fontRef idx="minor"/>
        </p:style>
        <p:txBody>
          <a:bodyPr lIns="90000" rIns="90000" tIns="45000" bIns="45000" anchor="t">
            <a:noAutofit/>
          </a:bodyPr>
          <a:p>
            <a:pPr defTabSz="457200">
              <a:lnSpc>
                <a:spcPct val="100000"/>
              </a:lnSpc>
            </a:pPr>
            <a:r>
              <a:rPr b="0" lang="nb-NO" sz="1800" strike="noStrike" u="none">
                <a:solidFill>
                  <a:srgbClr val="ffffff">
                    <a:alpha val="1000"/>
                  </a:srgbClr>
                </a:solidFill>
                <a:effectLst/>
                <a:uFillTx/>
                <a:latin typeface="Calibri"/>
              </a:rPr>
              <a:t> </a:t>
            </a:r>
            <a:endParaRPr b="0" lang="en-GB" sz="1800" strike="noStrike" u="none">
              <a:solidFill>
                <a:srgbClr val="000000"/>
              </a:solidFill>
              <a:effectLst/>
              <a:uFillTx/>
              <a:latin typeface="Arial"/>
            </a:endParaRPr>
          </a:p>
        </p:txBody>
      </p:sp>
      <p:sp>
        <p:nvSpPr>
          <p:cNvPr id="576" name="TekstSylinder 14"/>
          <p:cNvSpPr/>
          <p:nvPr/>
        </p:nvSpPr>
        <p:spPr>
          <a:xfrm>
            <a:off x="3699000" y="4554720"/>
            <a:ext cx="2864880" cy="276480"/>
          </a:xfrm>
          <a:prstGeom prst="rect">
            <a:avLst/>
          </a:prstGeom>
          <a:blipFill rotWithShape="0">
            <a:blip r:embed="rId5"/>
            <a:srcRect/>
            <a:stretch/>
          </a:blipFill>
          <a:ln w="0">
            <a:noFill/>
          </a:ln>
        </p:spPr>
        <p:style>
          <a:lnRef idx="0"/>
          <a:fillRef idx="0"/>
          <a:effectRef idx="0"/>
          <a:fontRef idx="minor"/>
        </p:style>
        <p:txBody>
          <a:bodyPr lIns="90000" rIns="90000" tIns="45000" bIns="45000" anchor="t">
            <a:noAutofit/>
          </a:bodyPr>
          <a:p>
            <a:pPr defTabSz="457200">
              <a:lnSpc>
                <a:spcPct val="100000"/>
              </a:lnSpc>
            </a:pPr>
            <a:r>
              <a:rPr b="0" lang="nb-NO" sz="1800" strike="noStrike" u="none">
                <a:solidFill>
                  <a:srgbClr val="ffffff">
                    <a:alpha val="1000"/>
                  </a:srgbClr>
                </a:solidFill>
                <a:effectLst/>
                <a:uFillTx/>
                <a:latin typeface="Calibri"/>
              </a:rPr>
              <a:t> </a:t>
            </a:r>
            <a:endParaRPr b="0" lang="en-GB" sz="1800" strike="noStrike" u="none">
              <a:solidFill>
                <a:srgbClr val="000000"/>
              </a:solidFill>
              <a:effectLst/>
              <a:uFillTx/>
              <a:latin typeface="Arial"/>
            </a:endParaRPr>
          </a:p>
        </p:txBody>
      </p:sp>
      <p:sp>
        <p:nvSpPr>
          <p:cNvPr id="577" name="TekstSylinder 15"/>
          <p:cNvSpPr/>
          <p:nvPr/>
        </p:nvSpPr>
        <p:spPr>
          <a:xfrm>
            <a:off x="3699000" y="5516640"/>
            <a:ext cx="5541480" cy="64656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nb-NO" sz="1800" strike="noStrike" u="none">
                <a:solidFill>
                  <a:schemeClr val="lt1"/>
                </a:solidFill>
                <a:effectLst/>
                <a:uFillTx/>
                <a:latin typeface="Calibri"/>
              </a:rPr>
              <a:t>USART3.BAUDL  = (uint8_t) 1388</a:t>
            </a:r>
            <a:r>
              <a:rPr b="0" lang="nb-NO" sz="1800" strike="noStrike" u="none">
                <a:solidFill>
                  <a:schemeClr val="lt1"/>
                </a:solidFill>
                <a:effectLst/>
                <a:uFillTx/>
                <a:latin typeface="Calibri"/>
              </a:rPr>
              <a:t>	</a:t>
            </a:r>
            <a:r>
              <a:rPr b="0" lang="nb-NO" sz="1800" strike="noStrike" u="none">
                <a:solidFill>
                  <a:schemeClr val="lt1"/>
                </a:solidFill>
                <a:effectLst/>
                <a:uFillTx/>
                <a:latin typeface="Calibri"/>
              </a:rPr>
              <a:t>	</a:t>
            </a:r>
            <a:r>
              <a:rPr b="0" lang="nb-NO" sz="1800" strike="noStrike" u="none">
                <a:solidFill>
                  <a:schemeClr val="lt1"/>
                </a:solidFill>
                <a:effectLst/>
                <a:uFillTx/>
                <a:latin typeface="Calibri"/>
              </a:rPr>
              <a:t> = 108;</a:t>
            </a:r>
            <a:endParaRPr b="0" lang="en-GB" sz="1800" strike="noStrike" u="none">
              <a:solidFill>
                <a:srgbClr val="ffffff"/>
              </a:solidFill>
              <a:effectLst/>
              <a:uFillTx/>
              <a:latin typeface="Arial"/>
            </a:endParaRPr>
          </a:p>
          <a:p>
            <a:pPr defTabSz="457200">
              <a:lnSpc>
                <a:spcPct val="100000"/>
              </a:lnSpc>
            </a:pPr>
            <a:r>
              <a:rPr b="0" lang="nb-NO" sz="1800" strike="noStrike" u="none">
                <a:solidFill>
                  <a:schemeClr val="lt1"/>
                </a:solidFill>
                <a:effectLst/>
                <a:uFillTx/>
                <a:latin typeface="Calibri"/>
              </a:rPr>
              <a:t>USART3.BAUDH = (uint8_t) (1388 &gt;&gt; 8) </a:t>
            </a:r>
            <a:r>
              <a:rPr b="0" lang="nb-NO" sz="1800" strike="noStrike" u="none">
                <a:solidFill>
                  <a:schemeClr val="lt1"/>
                </a:solidFill>
                <a:effectLst/>
                <a:uFillTx/>
                <a:latin typeface="Calibri"/>
              </a:rPr>
              <a:t>	</a:t>
            </a:r>
            <a:r>
              <a:rPr b="0" lang="nb-NO" sz="1800" strike="noStrike" u="none">
                <a:solidFill>
                  <a:schemeClr val="lt1"/>
                </a:solidFill>
                <a:effectLst/>
                <a:uFillTx/>
                <a:latin typeface="Calibri"/>
              </a:rPr>
              <a:t> = 5; </a:t>
            </a:r>
            <a:endParaRPr b="0" lang="en-GB" sz="1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567" dur="indefinite" restart="never" nodeType="tmRoot">
          <p:childTnLst>
            <p:seq>
              <p:cTn id="568" dur="indefinite" nodeType="mainSeq">
                <p:childTnLst>
                  <p:par>
                    <p:cTn id="569" fill="hold">
                      <p:stCondLst>
                        <p:cond delay="indefinite"/>
                      </p:stCondLst>
                      <p:childTnLst>
                        <p:par>
                          <p:cTn id="570" fill="hold">
                            <p:stCondLst>
                              <p:cond delay="0"/>
                            </p:stCondLst>
                            <p:childTnLst>
                              <p:par>
                                <p:cTn id="571" nodeType="clickEffect" fill="hold" presetClass="entr" presetID="1">
                                  <p:stCondLst>
                                    <p:cond delay="0"/>
                                  </p:stCondLst>
                                  <p:childTnLst>
                                    <p:set>
                                      <p:cBhvr>
                                        <p:cTn id="572" dur="1" fill="hold">
                                          <p:stCondLst>
                                            <p:cond delay="0"/>
                                          </p:stCondLst>
                                        </p:cTn>
                                        <p:tgtEl>
                                          <p:spTgt spid="574"/>
                                        </p:tgtEl>
                                        <p:attrNameLst>
                                          <p:attrName>style.visibility</p:attrName>
                                        </p:attrNameLst>
                                      </p:cBhvr>
                                      <p:to>
                                        <p:strVal val="visible"/>
                                      </p:to>
                                    </p:set>
                                  </p:childTnLst>
                                </p:cTn>
                              </p:par>
                            </p:childTnLst>
                          </p:cTn>
                        </p:par>
                      </p:childTnLst>
                    </p:cTn>
                  </p:par>
                  <p:par>
                    <p:cTn id="573" fill="hold">
                      <p:stCondLst>
                        <p:cond delay="indefinite"/>
                      </p:stCondLst>
                      <p:childTnLst>
                        <p:par>
                          <p:cTn id="574" fill="hold">
                            <p:stCondLst>
                              <p:cond delay="0"/>
                            </p:stCondLst>
                            <p:childTnLst>
                              <p:par>
                                <p:cTn id="575" nodeType="clickEffect" fill="hold" presetClass="entr" presetID="1">
                                  <p:stCondLst>
                                    <p:cond delay="0"/>
                                  </p:stCondLst>
                                  <p:childTnLst>
                                    <p:set>
                                      <p:cBhvr>
                                        <p:cTn id="576" dur="1" fill="hold">
                                          <p:stCondLst>
                                            <p:cond delay="0"/>
                                          </p:stCondLst>
                                        </p:cTn>
                                        <p:tgtEl>
                                          <p:spTgt spid="575"/>
                                        </p:tgtEl>
                                        <p:attrNameLst>
                                          <p:attrName>style.visibility</p:attrName>
                                        </p:attrNameLst>
                                      </p:cBhvr>
                                      <p:to>
                                        <p:strVal val="visible"/>
                                      </p:to>
                                    </p:set>
                                  </p:childTnLst>
                                </p:cTn>
                              </p:par>
                            </p:childTnLst>
                          </p:cTn>
                        </p:par>
                      </p:childTnLst>
                    </p:cTn>
                  </p:par>
                  <p:par>
                    <p:cTn id="577" fill="hold">
                      <p:stCondLst>
                        <p:cond delay="indefinite"/>
                      </p:stCondLst>
                      <p:childTnLst>
                        <p:par>
                          <p:cTn id="578" fill="hold">
                            <p:stCondLst>
                              <p:cond delay="0"/>
                            </p:stCondLst>
                            <p:childTnLst>
                              <p:par>
                                <p:cTn id="579" nodeType="clickEffect" fill="hold" presetClass="entr" presetID="1">
                                  <p:stCondLst>
                                    <p:cond delay="0"/>
                                  </p:stCondLst>
                                  <p:childTnLst>
                                    <p:set>
                                      <p:cBhvr>
                                        <p:cTn id="580" dur="1" fill="hold">
                                          <p:stCondLst>
                                            <p:cond delay="0"/>
                                          </p:stCondLst>
                                        </p:cTn>
                                        <p:tgtEl>
                                          <p:spTgt spid="576"/>
                                        </p:tgtEl>
                                        <p:attrNameLst>
                                          <p:attrName>style.visibility</p:attrName>
                                        </p:attrNameLst>
                                      </p:cBhvr>
                                      <p:to>
                                        <p:strVal val="visible"/>
                                      </p:to>
                                    </p:set>
                                  </p:childTnLst>
                                </p:cTn>
                              </p:par>
                            </p:childTnLst>
                          </p:cTn>
                        </p:par>
                      </p:childTnLst>
                    </p:cTn>
                  </p:par>
                  <p:par>
                    <p:cTn id="581" fill="hold">
                      <p:stCondLst>
                        <p:cond delay="indefinite"/>
                      </p:stCondLst>
                      <p:childTnLst>
                        <p:par>
                          <p:cTn id="582" fill="hold">
                            <p:stCondLst>
                              <p:cond delay="0"/>
                            </p:stCondLst>
                            <p:childTnLst>
                              <p:par>
                                <p:cTn id="583" nodeType="clickEffect" fill="hold" presetClass="entr" presetID="1">
                                  <p:stCondLst>
                                    <p:cond delay="0"/>
                                  </p:stCondLst>
                                  <p:childTnLst>
                                    <p:set>
                                      <p:cBhvr>
                                        <p:cTn id="584" dur="1" fill="hold">
                                          <p:stCondLst>
                                            <p:cond delay="0"/>
                                          </p:stCondLst>
                                        </p:cTn>
                                        <p:tgtEl>
                                          <p:spTgt spid="5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8"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 – Sending characters</a:t>
            </a:r>
            <a:endParaRPr b="0" lang="en-US" sz="4400" strike="noStrike" u="none">
              <a:solidFill>
                <a:schemeClr val="lt1"/>
              </a:solidFill>
              <a:effectLst/>
              <a:uFillTx/>
              <a:latin typeface="Calibri"/>
            </a:endParaRPr>
          </a:p>
        </p:txBody>
      </p:sp>
      <p:grpSp>
        <p:nvGrpSpPr>
          <p:cNvPr id="579" name="Gruppe 2"/>
          <p:cNvGrpSpPr/>
          <p:nvPr/>
        </p:nvGrpSpPr>
        <p:grpSpPr>
          <a:xfrm>
            <a:off x="10439280" y="533160"/>
            <a:ext cx="914040" cy="990000"/>
            <a:chOff x="10439280" y="533160"/>
            <a:chExt cx="914040" cy="990000"/>
          </a:xfrm>
        </p:grpSpPr>
        <p:pic>
          <p:nvPicPr>
            <p:cNvPr id="580"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81"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82"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583" name="TekstSylinder 8"/>
          <p:cNvSpPr/>
          <p:nvPr/>
        </p:nvSpPr>
        <p:spPr>
          <a:xfrm>
            <a:off x="838080" y="2070000"/>
            <a:ext cx="5676480" cy="2230920"/>
          </a:xfrm>
          <a:prstGeom prst="rect">
            <a:avLst/>
          </a:prstGeom>
          <a:noFill/>
          <a:ln w="0">
            <a:noFill/>
          </a:ln>
        </p:spPr>
        <p:style>
          <a:lnRef idx="0"/>
          <a:fillRef idx="0"/>
          <a:effectRef idx="0"/>
          <a:fontRef idx="minor"/>
        </p:style>
        <p:txBody>
          <a:bodyPr lIns="90000" rIns="90000" tIns="45000" bIns="45000" anchor="t">
            <a:spAutoFit/>
          </a:bodyPr>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Check if data is not currently being sent (USART’s STATUS register).</a:t>
            </a:r>
            <a:endParaRPr b="0" lang="en-GB" sz="1800" strike="noStrike" u="none">
              <a:solidFill>
                <a:srgbClr val="ffffff"/>
              </a:solidFill>
              <a:effectLst/>
              <a:uFillTx/>
              <a:latin typeface="Arial"/>
            </a:endParaRPr>
          </a:p>
          <a:p>
            <a:pPr marL="343080" indent="-343080" defTabSz="457200">
              <a:lnSpc>
                <a:spcPct val="200000"/>
              </a:lnSpc>
              <a:buClr>
                <a:srgbClr val="ffffff"/>
              </a:buClr>
              <a:buFont typeface="OpenSymbol"/>
              <a:buAutoNum type="arabicPeriod"/>
            </a:pPr>
            <a:r>
              <a:rPr b="0" lang="en-US" sz="1800" strike="noStrike" u="none">
                <a:solidFill>
                  <a:schemeClr val="lt1"/>
                </a:solidFill>
                <a:effectLst/>
                <a:uFillTx/>
                <a:latin typeface="Calibri"/>
              </a:rPr>
              <a:t>Set USART’s TXDATAL register to some value to send one byte.</a:t>
            </a:r>
            <a:endParaRPr b="0" lang="en-GB" sz="1800" strike="noStrike" u="none">
              <a:solidFill>
                <a:srgbClr val="ffffff"/>
              </a:solidFill>
              <a:effectLst/>
              <a:uFillTx/>
              <a:latin typeface="Arial"/>
            </a:endParaRPr>
          </a:p>
        </p:txBody>
      </p:sp>
      <p:pic>
        <p:nvPicPr>
          <p:cNvPr id="584" name="Bilde 13" descr=""/>
          <p:cNvPicPr/>
          <p:nvPr/>
        </p:nvPicPr>
        <p:blipFill>
          <a:blip r:embed="rId3"/>
          <a:stretch/>
        </p:blipFill>
        <p:spPr>
          <a:xfrm>
            <a:off x="7509240" y="4871160"/>
            <a:ext cx="4182480" cy="1884240"/>
          </a:xfrm>
          <a:prstGeom prst="rect">
            <a:avLst/>
          </a:prstGeom>
          <a:noFill/>
          <a:ln w="0">
            <a:noFill/>
          </a:ln>
        </p:spPr>
      </p:pic>
      <p:pic>
        <p:nvPicPr>
          <p:cNvPr id="585" name="Bilde 15" descr=""/>
          <p:cNvPicPr/>
          <p:nvPr/>
        </p:nvPicPr>
        <p:blipFill>
          <a:blip r:embed="rId4"/>
          <a:stretch/>
        </p:blipFill>
        <p:spPr>
          <a:xfrm>
            <a:off x="7509240" y="1522800"/>
            <a:ext cx="4182480" cy="3229920"/>
          </a:xfrm>
          <a:prstGeom prst="rect">
            <a:avLst/>
          </a:prstGeom>
          <a:noFill/>
          <a:ln w="0">
            <a:noFill/>
          </a:ln>
        </p:spPr>
      </p:pic>
      <p:sp>
        <p:nvSpPr>
          <p:cNvPr id="586" name="Rektangel 3"/>
          <p:cNvSpPr/>
          <p:nvPr/>
        </p:nvSpPr>
        <p:spPr>
          <a:xfrm>
            <a:off x="8811360" y="2207520"/>
            <a:ext cx="461520" cy="387720"/>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Tree>
  </p:cSld>
  <mc:AlternateContent>
    <mc:Choice Requires="p14">
      <p:transition spd="slow" p14:dur="2000"/>
    </mc:Choice>
    <mc:Fallback>
      <p:transition spd="slow"/>
    </mc:Fallback>
  </mc:AlternateContent>
  <p:timing>
    <p:tnLst>
      <p:par>
        <p:cTn id="585" dur="indefinite" restart="never" nodeType="tmRoot">
          <p:childTnLst>
            <p:seq>
              <p:cTn id="586" dur="indefinite" nodeType="mainSeq">
                <p:childTnLst>
                  <p:par>
                    <p:cTn id="587" fill="hold">
                      <p:stCondLst>
                        <p:cond delay="indefinite"/>
                      </p:stCondLst>
                      <p:childTnLst>
                        <p:par>
                          <p:cTn id="588" fill="hold">
                            <p:stCondLst>
                              <p:cond delay="0"/>
                            </p:stCondLst>
                            <p:childTnLst>
                              <p:par>
                                <p:cTn id="589" nodeType="clickEffect" fill="hold" presetClass="entr" presetID="1">
                                  <p:stCondLst>
                                    <p:cond delay="0"/>
                                  </p:stCondLst>
                                  <p:childTnLst>
                                    <p:set>
                                      <p:cBhvr>
                                        <p:cTn id="590" dur="1" fill="hold">
                                          <p:stCondLst>
                                            <p:cond delay="0"/>
                                          </p:stCondLst>
                                        </p:cTn>
                                        <p:tgtEl>
                                          <p:spTgt spid="583">
                                            <p:txEl>
                                              <p:pRg st="0" end="0"/>
                                            </p:txEl>
                                          </p:spTgt>
                                        </p:tgtEl>
                                        <p:attrNameLst>
                                          <p:attrName>style.visibility</p:attrName>
                                        </p:attrNameLst>
                                      </p:cBhvr>
                                      <p:to>
                                        <p:strVal val="visible"/>
                                      </p:to>
                                    </p:set>
                                  </p:childTnLst>
                                </p:cTn>
                              </p:par>
                              <p:par>
                                <p:cTn id="591" nodeType="withEffect" fill="hold" presetClass="entr" presetID="1">
                                  <p:stCondLst>
                                    <p:cond delay="0"/>
                                  </p:stCondLst>
                                  <p:childTnLst>
                                    <p:set>
                                      <p:cBhvr>
                                        <p:cTn id="592" dur="1" fill="hold">
                                          <p:stCondLst>
                                            <p:cond delay="0"/>
                                          </p:stCondLst>
                                        </p:cTn>
                                        <p:tgtEl>
                                          <p:spTgt spid="585"/>
                                        </p:tgtEl>
                                        <p:attrNameLst>
                                          <p:attrName>style.visibility</p:attrName>
                                        </p:attrNameLst>
                                      </p:cBhvr>
                                      <p:to>
                                        <p:strVal val="visible"/>
                                      </p:to>
                                    </p:set>
                                  </p:childTnLst>
                                </p:cTn>
                              </p:par>
                              <p:par>
                                <p:cTn id="593" nodeType="withEffect" fill="hold" presetClass="entr" presetID="1">
                                  <p:stCondLst>
                                    <p:cond delay="0"/>
                                  </p:stCondLst>
                                  <p:childTnLst>
                                    <p:set>
                                      <p:cBhvr>
                                        <p:cTn id="594" dur="1" fill="hold">
                                          <p:stCondLst>
                                            <p:cond delay="0"/>
                                          </p:stCondLst>
                                        </p:cTn>
                                        <p:tgtEl>
                                          <p:spTgt spid="586"/>
                                        </p:tgtEl>
                                        <p:attrNameLst>
                                          <p:attrName>style.visibility</p:attrName>
                                        </p:attrNameLst>
                                      </p:cBhvr>
                                      <p:to>
                                        <p:strVal val="visible"/>
                                      </p:to>
                                    </p:set>
                                  </p:childTnLst>
                                </p:cTn>
                              </p:par>
                            </p:childTnLst>
                          </p:cTn>
                        </p:par>
                      </p:childTnLst>
                    </p:cTn>
                  </p:par>
                  <p:par>
                    <p:cTn id="595" fill="hold">
                      <p:stCondLst>
                        <p:cond delay="indefinite"/>
                      </p:stCondLst>
                      <p:childTnLst>
                        <p:par>
                          <p:cTn id="596" fill="hold">
                            <p:stCondLst>
                              <p:cond delay="0"/>
                            </p:stCondLst>
                            <p:childTnLst>
                              <p:par>
                                <p:cTn id="597" nodeType="clickEffect" fill="hold" presetClass="entr" presetID="1">
                                  <p:stCondLst>
                                    <p:cond delay="0"/>
                                  </p:stCondLst>
                                  <p:childTnLst>
                                    <p:set>
                                      <p:cBhvr>
                                        <p:cTn id="598" dur="1" fill="hold">
                                          <p:stCondLst>
                                            <p:cond delay="0"/>
                                          </p:stCondLst>
                                        </p:cTn>
                                        <p:tgtEl>
                                          <p:spTgt spid="583">
                                            <p:txEl>
                                              <p:pRg st="1" end="1"/>
                                            </p:txEl>
                                          </p:spTgt>
                                        </p:tgtEl>
                                        <p:attrNameLst>
                                          <p:attrName>style.visibility</p:attrName>
                                        </p:attrNameLst>
                                      </p:cBhvr>
                                      <p:to>
                                        <p:strVal val="visible"/>
                                      </p:to>
                                    </p:set>
                                  </p:childTnLst>
                                </p:cTn>
                              </p:par>
                              <p:par>
                                <p:cTn id="599" nodeType="withEffect" fill="hold" presetClass="emph" presetID="24">
                                  <p:stCondLst>
                                    <p:cond delay="0"/>
                                  </p:stCondLst>
                                  <p:childTnLst>
                                    <p:animClr clrSpc="hsl" dir="cw">
                                      <p:cBhvr>
                                        <p:cTn id="600" dur="10" fill="hold"/>
                                        <p:tgtEl>
                                          <p:spTgt spid="583">
                                            <p:txEl>
                                              <p:pRg st="0" end="0"/>
                                            </p:txEl>
                                          </p:spTgt>
                                        </p:tgtEl>
                                        <p:attrNameLst>
                                          <p:attrName>style.color</p:attrName>
                                        </p:attrNameLst>
                                      </p:cBhvr>
                                      <p:by>
                                        <p:hsl h="0" s="-12549" l="-25098"/>
                                      </p:by>
                                    </p:animClr>
                                    <p:animClr clrSpc="hsl" dir="cw">
                                      <p:cBhvr>
                                        <p:cTn id="601" dur="10" fill="hold"/>
                                        <p:tgtEl>
                                          <p:spTgt spid="583">
                                            <p:txEl>
                                              <p:pRg st="0" end="0"/>
                                            </p:txEl>
                                          </p:spTgt>
                                        </p:tgtEl>
                                        <p:attrNameLst>
                                          <p:attrName>fillcolor</p:attrName>
                                        </p:attrNameLst>
                                      </p:cBhvr>
                                      <p:by>
                                        <p:hsl h="0" s="-12549" l="-25098"/>
                                      </p:by>
                                    </p:animClr>
                                    <p:animClr clrSpc="hsl" dir="cw">
                                      <p:cBhvr>
                                        <p:cTn id="602" dur="10" fill="hold"/>
                                        <p:tgtEl>
                                          <p:spTgt spid="583">
                                            <p:txEl>
                                              <p:pRg st="0" end="0"/>
                                            </p:txEl>
                                          </p:spTgt>
                                        </p:tgtEl>
                                        <p:attrNameLst>
                                          <p:attrName>stroke.color</p:attrName>
                                        </p:attrNameLst>
                                      </p:cBhvr>
                                      <p:by>
                                        <p:hsl h="0" s="-12549" l="-25098"/>
                                      </p:by>
                                    </p:animClr>
                                    <p:set>
                                      <p:cBhvr>
                                        <p:cTn id="603" dur="10" fill="hold"/>
                                        <p:tgtEl>
                                          <p:spTgt spid="583">
                                            <p:txEl>
                                              <p:pRg st="0" end="0"/>
                                            </p:txEl>
                                          </p:spTgt>
                                        </p:tgtEl>
                                        <p:attrNameLst>
                                          <p:attrName>fill.type</p:attrName>
                                        </p:attrNameLst>
                                      </p:cBhvr>
                                      <p:to>
                                        <p:strVal val="solid"/>
                                      </p:to>
                                    </p:set>
                                  </p:childTnLst>
                                </p:cTn>
                              </p:par>
                              <p:par>
                                <p:cTn id="604" nodeType="withEffect" fill="hold" presetClass="entr" presetID="1">
                                  <p:stCondLst>
                                    <p:cond delay="0"/>
                                  </p:stCondLst>
                                  <p:childTnLst>
                                    <p:set>
                                      <p:cBhvr>
                                        <p:cTn id="605" dur="1" fill="hold">
                                          <p:stCondLst>
                                            <p:cond delay="0"/>
                                          </p:stCondLst>
                                        </p:cTn>
                                        <p:tgtEl>
                                          <p:spTgt spid="5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7"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 – Sending strings</a:t>
            </a:r>
            <a:endParaRPr b="0" lang="en-US" sz="4400" strike="noStrike" u="none">
              <a:solidFill>
                <a:schemeClr val="lt1"/>
              </a:solidFill>
              <a:effectLst/>
              <a:uFillTx/>
              <a:latin typeface="Calibri"/>
            </a:endParaRPr>
          </a:p>
        </p:txBody>
      </p:sp>
      <p:grpSp>
        <p:nvGrpSpPr>
          <p:cNvPr id="588" name="Gruppe 2"/>
          <p:cNvGrpSpPr/>
          <p:nvPr/>
        </p:nvGrpSpPr>
        <p:grpSpPr>
          <a:xfrm>
            <a:off x="10439280" y="533160"/>
            <a:ext cx="914040" cy="990000"/>
            <a:chOff x="10439280" y="533160"/>
            <a:chExt cx="914040" cy="990000"/>
          </a:xfrm>
        </p:grpSpPr>
        <p:pic>
          <p:nvPicPr>
            <p:cNvPr id="589"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90"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91"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592" name="TekstSylinder 8"/>
          <p:cNvSpPr/>
          <p:nvPr/>
        </p:nvSpPr>
        <p:spPr>
          <a:xfrm>
            <a:off x="3257640" y="2170080"/>
            <a:ext cx="5676480" cy="9543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800" strike="noStrike" u="none">
                <a:solidFill>
                  <a:schemeClr val="lt1"/>
                </a:solidFill>
                <a:effectLst/>
                <a:uFillTx/>
                <a:latin typeface="Calibri"/>
              </a:rPr>
              <a:t>Strings in C are character arrays terminated with a null character (’\0’)</a:t>
            </a:r>
            <a:endParaRPr b="0" lang="en-GB" sz="2800" strike="noStrike" u="none">
              <a:solidFill>
                <a:srgbClr val="ffffff"/>
              </a:solidFill>
              <a:effectLst/>
              <a:uFillTx/>
              <a:latin typeface="Arial"/>
            </a:endParaRPr>
          </a:p>
        </p:txBody>
      </p:sp>
      <p:graphicFrame>
        <p:nvGraphicFramePr>
          <p:cNvPr id="593" name="Tabell 4"/>
          <p:cNvGraphicFramePr/>
          <p:nvPr/>
        </p:nvGraphicFramePr>
        <p:xfrm>
          <a:off x="2031840" y="4862880"/>
          <a:ext cx="8127720" cy="370800"/>
        </p:xfrm>
        <a:graphic>
          <a:graphicData uri="http://schemas.openxmlformats.org/drawingml/2006/table">
            <a:tbl>
              <a:tblPr/>
              <a:tblGrid>
                <a:gridCol w="1354320"/>
                <a:gridCol w="1354320"/>
                <a:gridCol w="1354320"/>
                <a:gridCol w="1354320"/>
                <a:gridCol w="1354320"/>
                <a:gridCol w="1354320"/>
              </a:tblGrid>
              <a:tr h="370800">
                <a:tc>
                  <a:txBody>
                    <a:bodyPr anchor="t">
                      <a:noAutofit/>
                    </a:bodyPr>
                    <a:p>
                      <a:pPr defTabSz="914400">
                        <a:lnSpc>
                          <a:spcPct val="100000"/>
                        </a:lnSpc>
                      </a:pPr>
                      <a:r>
                        <a:rPr b="1" lang="nb-NO" sz="1800" strike="noStrike" u="none">
                          <a:solidFill>
                            <a:schemeClr val="lt1"/>
                          </a:solidFill>
                          <a:effectLst/>
                          <a:uFillTx/>
                          <a:latin typeface="Calibri"/>
                        </a:rPr>
                        <a:t>h</a:t>
                      </a:r>
                      <a:endParaRPr b="0" lang="en-GB" sz="1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defTabSz="914400">
                        <a:lnSpc>
                          <a:spcPct val="100000"/>
                        </a:lnSpc>
                      </a:pPr>
                      <a:r>
                        <a:rPr b="1" lang="nb-NO" sz="1800" strike="noStrike" u="none">
                          <a:solidFill>
                            <a:schemeClr val="lt1"/>
                          </a:solidFill>
                          <a:effectLst/>
                          <a:uFillTx/>
                          <a:latin typeface="Calibri"/>
                        </a:rPr>
                        <a:t>e</a:t>
                      </a:r>
                      <a:endParaRPr b="0" lang="en-GB" sz="1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defTabSz="914400">
                        <a:lnSpc>
                          <a:spcPct val="100000"/>
                        </a:lnSpc>
                      </a:pPr>
                      <a:r>
                        <a:rPr b="1" lang="nb-NO" sz="1800" strike="noStrike" u="none">
                          <a:solidFill>
                            <a:schemeClr val="lt1"/>
                          </a:solidFill>
                          <a:effectLst/>
                          <a:uFillTx/>
                          <a:latin typeface="Calibri"/>
                        </a:rPr>
                        <a:t>l</a:t>
                      </a:r>
                      <a:endParaRPr b="0" lang="en-GB" sz="1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defTabSz="914400">
                        <a:lnSpc>
                          <a:spcPct val="100000"/>
                        </a:lnSpc>
                      </a:pPr>
                      <a:r>
                        <a:rPr b="1" lang="nb-NO" sz="1800" strike="noStrike" u="none">
                          <a:solidFill>
                            <a:schemeClr val="lt1"/>
                          </a:solidFill>
                          <a:effectLst/>
                          <a:uFillTx/>
                          <a:latin typeface="Calibri"/>
                        </a:rPr>
                        <a:t>l</a:t>
                      </a:r>
                      <a:endParaRPr b="0" lang="en-GB" sz="1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defTabSz="914400">
                        <a:lnSpc>
                          <a:spcPct val="100000"/>
                        </a:lnSpc>
                      </a:pPr>
                      <a:r>
                        <a:rPr b="1" lang="nb-NO" sz="1800" strike="noStrike" u="none">
                          <a:solidFill>
                            <a:schemeClr val="lt1"/>
                          </a:solidFill>
                          <a:effectLst/>
                          <a:uFillTx/>
                          <a:latin typeface="Calibri"/>
                        </a:rPr>
                        <a:t>o</a:t>
                      </a:r>
                      <a:endParaRPr b="0" lang="en-GB" sz="1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c>
                  <a:txBody>
                    <a:bodyPr anchor="t">
                      <a:noAutofit/>
                    </a:bodyPr>
                    <a:p>
                      <a:pPr defTabSz="914400">
                        <a:lnSpc>
                          <a:spcPct val="100000"/>
                        </a:lnSpc>
                      </a:pPr>
                      <a:r>
                        <a:rPr b="1" lang="nb-NO" sz="1800" strike="noStrike" u="none">
                          <a:solidFill>
                            <a:schemeClr val="lt1"/>
                          </a:solidFill>
                          <a:effectLst/>
                          <a:uFillTx/>
                          <a:latin typeface="Calibri"/>
                        </a:rPr>
                        <a:t>\0</a:t>
                      </a:r>
                      <a:endParaRPr b="0" lang="en-GB" sz="1800" strike="noStrike" u="none">
                        <a:solidFill>
                          <a:srgbClr val="ffffff"/>
                        </a:solidFill>
                        <a:effectLst/>
                        <a:uFillTx/>
                        <a:latin typeface="Arial"/>
                      </a:endParaRPr>
                    </a:p>
                  </a:txBody>
                  <a:tcPr anchor="t" marL="91440" marR="9144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noFill/>
                  </a:tcPr>
                </a:tc>
              </a:tr>
            </a:tbl>
          </a:graphicData>
        </a:graphic>
      </p:graphicFrame>
      <p:sp>
        <p:nvSpPr>
          <p:cNvPr id="594" name="TekstSylinder 4"/>
          <p:cNvSpPr/>
          <p:nvPr/>
        </p:nvSpPr>
        <p:spPr>
          <a:xfrm>
            <a:off x="3257640" y="3846240"/>
            <a:ext cx="5676480" cy="52344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2800" strike="noStrike" u="none">
                <a:solidFill>
                  <a:schemeClr val="lt1"/>
                </a:solidFill>
                <a:effectLst/>
                <a:uFillTx/>
                <a:latin typeface="Calibri"/>
              </a:rPr>
              <a:t>const char* hello_string = “hello”;</a:t>
            </a:r>
            <a:endParaRPr b="0" lang="en-GB" sz="28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timing>
    <p:tnLst>
      <p:par>
        <p:cTn id="606" dur="indefinite" restart="never" nodeType="tmRoot">
          <p:childTnLst>
            <p:seq>
              <p:cTn id="607" dur="indefinite" nodeType="mainSeq">
                <p:childTnLst>
                  <p:par>
                    <p:cTn id="608" fill="hold">
                      <p:stCondLst>
                        <p:cond delay="indefinite"/>
                      </p:stCondLst>
                      <p:childTnLst>
                        <p:par>
                          <p:cTn id="609" fill="hold">
                            <p:stCondLst>
                              <p:cond delay="0"/>
                            </p:stCondLst>
                            <p:childTnLst>
                              <p:par>
                                <p:cTn id="610" nodeType="clickEffect" fill="hold" presetClass="entr" presetID="1">
                                  <p:stCondLst>
                                    <p:cond delay="0"/>
                                  </p:stCondLst>
                                  <p:childTnLst>
                                    <p:set>
                                      <p:cBhvr>
                                        <p:cTn id="611" dur="1" fill="hold">
                                          <p:stCondLst>
                                            <p:cond delay="0"/>
                                          </p:stCondLst>
                                        </p:cTn>
                                        <p:tgtEl>
                                          <p:spTgt spid="594"/>
                                        </p:tgtEl>
                                        <p:attrNameLst>
                                          <p:attrName>style.visibility</p:attrName>
                                        </p:attrNameLst>
                                      </p:cBhvr>
                                      <p:to>
                                        <p:strVal val="visible"/>
                                      </p:to>
                                    </p:set>
                                  </p:childTnLst>
                                </p:cTn>
                              </p:par>
                            </p:childTnLst>
                          </p:cTn>
                        </p:par>
                      </p:childTnLst>
                    </p:cTn>
                  </p:par>
                  <p:par>
                    <p:cTn id="612" fill="hold">
                      <p:stCondLst>
                        <p:cond delay="indefinite"/>
                      </p:stCondLst>
                      <p:childTnLst>
                        <p:par>
                          <p:cTn id="613" fill="hold">
                            <p:stCondLst>
                              <p:cond delay="0"/>
                            </p:stCondLst>
                            <p:childTnLst>
                              <p:par>
                                <p:cTn id="614" nodeType="clickEffect" fill="hold" presetClass="entr" presetID="1">
                                  <p:stCondLst>
                                    <p:cond delay="0"/>
                                  </p:stCondLst>
                                  <p:childTnLst>
                                    <p:set>
                                      <p:cBhvr>
                                        <p:cTn id="615" dur="1" fill="hold">
                                          <p:stCondLst>
                                            <p:cond delay="0"/>
                                          </p:stCondLst>
                                        </p:cTn>
                                        <p:tgtEl>
                                          <p:spTgt spid="59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5" name="PlaceHolder 1"/>
          <p:cNvSpPr>
            <a:spLocks noGrp="1"/>
          </p:cNvSpPr>
          <p:nvPr>
            <p:ph type="title"/>
          </p:nvPr>
        </p:nvSpPr>
        <p:spPr>
          <a:xfrm>
            <a:off x="838080" y="365040"/>
            <a:ext cx="8934120" cy="1325160"/>
          </a:xfrm>
          <a:prstGeom prst="rect">
            <a:avLst/>
          </a:prstGeom>
          <a:noFill/>
          <a:ln w="0">
            <a:noFill/>
          </a:ln>
        </p:spPr>
        <p:txBody>
          <a:bodyPr lIns="91440" rIns="91440" tIns="45720" bIns="45720" anchor="ctr">
            <a:noAutofit/>
          </a:bodyPr>
          <a:p>
            <a:pPr indent="0" defTabSz="914400">
              <a:lnSpc>
                <a:spcPct val="90000"/>
              </a:lnSpc>
              <a:buNone/>
            </a:pPr>
            <a:r>
              <a:rPr b="0" lang="en-US" sz="4400" strike="noStrike" u="sng">
                <a:solidFill>
                  <a:schemeClr val="lt1"/>
                </a:solidFill>
                <a:effectLst/>
                <a:uFillTx/>
                <a:latin typeface="Calibri Light"/>
              </a:rPr>
              <a:t>USART</a:t>
            </a:r>
            <a:endParaRPr b="0" lang="en-US" sz="4400" strike="noStrike" u="none">
              <a:solidFill>
                <a:schemeClr val="lt1"/>
              </a:solidFill>
              <a:effectLst/>
              <a:uFillTx/>
              <a:latin typeface="Calibri"/>
            </a:endParaRPr>
          </a:p>
        </p:txBody>
      </p:sp>
      <p:grpSp>
        <p:nvGrpSpPr>
          <p:cNvPr id="596" name="Gruppe 2"/>
          <p:cNvGrpSpPr/>
          <p:nvPr/>
        </p:nvGrpSpPr>
        <p:grpSpPr>
          <a:xfrm>
            <a:off x="10439280" y="533160"/>
            <a:ext cx="914040" cy="990000"/>
            <a:chOff x="10439280" y="533160"/>
            <a:chExt cx="914040" cy="990000"/>
          </a:xfrm>
        </p:grpSpPr>
        <p:pic>
          <p:nvPicPr>
            <p:cNvPr id="597" name="Grafikk 5" descr="Overføre kontur"/>
            <p:cNvPicPr/>
            <p:nvPr/>
          </p:nvPicPr>
          <p:blipFill>
            <a:blip r:embed="rId1">
              <a:extLst>
                <a:ext uri="{96DAC541-7B7A-43D3-8B79-37D633B846F1}">
                  <asvg:svgBlip xmlns:asvg="http://schemas.microsoft.com/office/drawing/2016/SVG/main" r:embed="rId2"/>
                </a:ext>
              </a:extLst>
            </a:blip>
            <a:stretch/>
          </p:blipFill>
          <p:spPr>
            <a:xfrm>
              <a:off x="10439280" y="577080"/>
              <a:ext cx="914040" cy="914040"/>
            </a:xfrm>
            <a:prstGeom prst="rect">
              <a:avLst/>
            </a:prstGeom>
            <a:noFill/>
            <a:ln w="0">
              <a:noFill/>
            </a:ln>
          </p:spPr>
        </p:pic>
        <p:sp>
          <p:nvSpPr>
            <p:cNvPr id="598" name="TekstSylinder 6"/>
            <p:cNvSpPr/>
            <p:nvPr/>
          </p:nvSpPr>
          <p:spPr>
            <a:xfrm>
              <a:off x="10682640" y="53316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599" name="TekstSylinder 7"/>
            <p:cNvSpPr/>
            <p:nvPr/>
          </p:nvSpPr>
          <p:spPr>
            <a:xfrm>
              <a:off x="10683000" y="115344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600" name="TekstSylinder 3"/>
          <p:cNvSpPr/>
          <p:nvPr/>
        </p:nvSpPr>
        <p:spPr>
          <a:xfrm>
            <a:off x="2881440" y="3075120"/>
            <a:ext cx="6428880" cy="7081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i="1" lang="en-US" sz="4000" strike="noStrike" u="none">
                <a:solidFill>
                  <a:schemeClr val="lt1"/>
                </a:solidFill>
                <a:effectLst/>
                <a:uFillTx/>
                <a:latin typeface="Calibri"/>
              </a:rPr>
              <a:t>Questions?</a:t>
            </a:r>
            <a:endParaRPr b="0" lang="en-GB" sz="4000" strike="noStrike" u="non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1" name="Grafikk 10" descr="Advarsel kontur"/>
          <p:cNvPicPr/>
          <p:nvPr/>
        </p:nvPicPr>
        <p:blipFill>
          <a:blip r:embed="rId1">
            <a:extLst>
              <a:ext uri="{96DAC541-7B7A-43D3-8B79-37D633B846F1}">
                <asvg:svgBlip xmlns:asvg="http://schemas.microsoft.com/office/drawing/2016/SVG/main" r:embed="rId2"/>
              </a:ext>
            </a:extLst>
          </a:blip>
          <a:stretch/>
        </p:blipFill>
        <p:spPr>
          <a:xfrm>
            <a:off x="2851560" y="2081880"/>
            <a:ext cx="914040" cy="914040"/>
          </a:xfrm>
          <a:prstGeom prst="rect">
            <a:avLst/>
          </a:prstGeom>
          <a:noFill/>
          <a:ln w="0">
            <a:noFill/>
          </a:ln>
        </p:spPr>
      </p:pic>
      <p:pic>
        <p:nvPicPr>
          <p:cNvPr id="602" name="Grafikk 12" descr="Stoppeklokke 25% kontur"/>
          <p:cNvPicPr/>
          <p:nvPr/>
        </p:nvPicPr>
        <p:blipFill>
          <a:blip r:embed="rId3">
            <a:extLst>
              <a:ext uri="{96DAC541-7B7A-43D3-8B79-37D633B846F1}">
                <asvg:svgBlip xmlns:asvg="http://schemas.microsoft.com/office/drawing/2016/SVG/main" r:embed="rId4"/>
              </a:ext>
            </a:extLst>
          </a:blip>
          <a:stretch/>
        </p:blipFill>
        <p:spPr>
          <a:xfrm>
            <a:off x="1294560" y="2081880"/>
            <a:ext cx="914040" cy="914040"/>
          </a:xfrm>
          <a:prstGeom prst="rect">
            <a:avLst/>
          </a:prstGeom>
          <a:noFill/>
          <a:ln w="0">
            <a:noFill/>
          </a:ln>
        </p:spPr>
      </p:pic>
      <p:grpSp>
        <p:nvGrpSpPr>
          <p:cNvPr id="603" name="Gruppe 49"/>
          <p:cNvGrpSpPr/>
          <p:nvPr/>
        </p:nvGrpSpPr>
        <p:grpSpPr>
          <a:xfrm>
            <a:off x="5319360" y="2228400"/>
            <a:ext cx="1552680" cy="621000"/>
            <a:chOff x="5319360" y="2228400"/>
            <a:chExt cx="1552680" cy="621000"/>
          </a:xfrm>
        </p:grpSpPr>
        <p:cxnSp>
          <p:nvCxnSpPr>
            <p:cNvPr id="604" name="Kobling: vinkel 14"/>
            <p:cNvCxnSpPr/>
            <p:nvPr/>
          </p:nvCxnSpPr>
          <p:spPr>
            <a:xfrm>
              <a:off x="5319360" y="2228400"/>
              <a:ext cx="673200" cy="621360"/>
            </a:xfrm>
            <a:prstGeom prst="bentConnector3">
              <a:avLst>
                <a:gd name="adj1" fmla="val 50026"/>
              </a:avLst>
            </a:prstGeom>
            <a:ln w="19050">
              <a:solidFill>
                <a:srgbClr val="ffffff"/>
              </a:solidFill>
            </a:ln>
          </p:spPr>
        </p:cxnSp>
        <p:cxnSp>
          <p:nvCxnSpPr>
            <p:cNvPr id="605" name="Kobling: vinkel 16"/>
            <p:cNvCxnSpPr/>
            <p:nvPr/>
          </p:nvCxnSpPr>
          <p:spPr>
            <a:xfrm flipV="1">
              <a:off x="5733360" y="2228400"/>
              <a:ext cx="725040" cy="621360"/>
            </a:xfrm>
            <a:prstGeom prst="bentConnector3">
              <a:avLst>
                <a:gd name="adj1" fmla="val 50024"/>
              </a:avLst>
            </a:prstGeom>
            <a:ln w="19050">
              <a:solidFill>
                <a:srgbClr val="ffffff"/>
              </a:solidFill>
            </a:ln>
          </p:spPr>
        </p:cxnSp>
        <p:cxnSp>
          <p:nvCxnSpPr>
            <p:cNvPr id="606" name="Kobling: vinkel 18"/>
            <p:cNvCxnSpPr/>
            <p:nvPr/>
          </p:nvCxnSpPr>
          <p:spPr>
            <a:xfrm>
              <a:off x="6165000" y="2228400"/>
              <a:ext cx="707400" cy="621360"/>
            </a:xfrm>
            <a:prstGeom prst="bentConnector3">
              <a:avLst>
                <a:gd name="adj1" fmla="val 50000"/>
              </a:avLst>
            </a:prstGeom>
            <a:ln w="19050">
              <a:solidFill>
                <a:srgbClr val="ffffff"/>
              </a:solidFill>
            </a:ln>
          </p:spPr>
        </p:cxnSp>
      </p:grpSp>
      <p:grpSp>
        <p:nvGrpSpPr>
          <p:cNvPr id="607" name="Gruppe 43"/>
          <p:cNvGrpSpPr/>
          <p:nvPr/>
        </p:nvGrpSpPr>
        <p:grpSpPr>
          <a:xfrm>
            <a:off x="8267400" y="2228400"/>
            <a:ext cx="1611720" cy="621000"/>
            <a:chOff x="8267400" y="2228400"/>
            <a:chExt cx="1611720" cy="621000"/>
          </a:xfrm>
        </p:grpSpPr>
        <p:sp>
          <p:nvSpPr>
            <p:cNvPr id="608" name="Frihåndsform: figur 39"/>
            <p:cNvSpPr/>
            <p:nvPr/>
          </p:nvSpPr>
          <p:spPr>
            <a:xfrm>
              <a:off x="8267400" y="22482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09" name="Frihåndsform: figur 40"/>
            <p:cNvSpPr/>
            <p:nvPr/>
          </p:nvSpPr>
          <p:spPr>
            <a:xfrm rot="10800000">
              <a:off x="8609040" y="23328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10" name="Frihåndsform: figur 41"/>
            <p:cNvSpPr/>
            <p:nvPr/>
          </p:nvSpPr>
          <p:spPr>
            <a:xfrm>
              <a:off x="8998920" y="222840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sp>
          <p:nvSpPr>
            <p:cNvPr id="611" name="Frihåndsform: figur 42"/>
            <p:cNvSpPr/>
            <p:nvPr/>
          </p:nvSpPr>
          <p:spPr>
            <a:xfrm rot="10800000">
              <a:off x="9361080" y="2348640"/>
              <a:ext cx="518040" cy="500760"/>
            </a:xfrm>
            <a:custGeom>
              <a:avLst/>
              <a:gdLst>
                <a:gd name="textAreaLeft" fmla="*/ 0 w 518040"/>
                <a:gd name="textAreaRight" fmla="*/ 518400 w 518040"/>
                <a:gd name="textAreaTop" fmla="*/ 0 h 500760"/>
                <a:gd name="textAreaBottom" fmla="*/ 501120 h 500760"/>
              </a:gdLst>
              <a:ahLst/>
              <a:rect l="textAreaLeft" t="textAreaTop" r="textAreaRight" b="textAreaBottom"/>
              <a:pathLst>
                <a:path w="518475" h="659899">
                  <a:moveTo>
                    <a:pt x="0" y="659899"/>
                  </a:moveTo>
                  <a:cubicBezTo>
                    <a:pt x="69916" y="331531"/>
                    <a:pt x="139832" y="3164"/>
                    <a:pt x="226244" y="22"/>
                  </a:cubicBezTo>
                  <a:cubicBezTo>
                    <a:pt x="312656" y="-3120"/>
                    <a:pt x="415565" y="318962"/>
                    <a:pt x="518475" y="641045"/>
                  </a:cubicBezTo>
                </a:path>
              </a:pathLst>
            </a:custGeom>
            <a:noFill/>
            <a:ln w="19050">
              <a:solidFill>
                <a:srgbClr val="ffffff"/>
              </a:solidFill>
            </a:ln>
          </p:spPr>
          <p:style>
            <a:lnRef idx="2">
              <a:schemeClr val="accent1">
                <a:shade val="50000"/>
              </a:schemeClr>
            </a:lnRef>
            <a:fillRef idx="1">
              <a:schemeClr val="accent1"/>
            </a:fillRef>
            <a:effectRef idx="0">
              <a:schemeClr val="accent1"/>
            </a:effectRef>
            <a:fontRef idx="minor"/>
          </p:style>
          <p:txBody>
            <a:bodyPr lIns="90000" rIns="90000" tIns="45000" bIns="45000" anchor="ctr">
              <a:noAutofit/>
            </a:bodyPr>
            <a:p>
              <a:pPr algn="ctr" defTabSz="457200">
                <a:lnSpc>
                  <a:spcPct val="100000"/>
                </a:lnSpc>
              </a:pPr>
              <a:endParaRPr b="0" lang="en-US" sz="1800" strike="noStrike" u="none">
                <a:solidFill>
                  <a:schemeClr val="lt1"/>
                </a:solidFill>
                <a:effectLst/>
                <a:uFillTx/>
                <a:latin typeface="Calibri"/>
              </a:endParaRPr>
            </a:p>
          </p:txBody>
        </p:sp>
      </p:grpSp>
      <p:grpSp>
        <p:nvGrpSpPr>
          <p:cNvPr id="612" name="Gruppe 56"/>
          <p:cNvGrpSpPr/>
          <p:nvPr/>
        </p:nvGrpSpPr>
        <p:grpSpPr>
          <a:xfrm>
            <a:off x="10522080" y="2081880"/>
            <a:ext cx="914040" cy="989640"/>
            <a:chOff x="10522080" y="2081880"/>
            <a:chExt cx="914040" cy="989640"/>
          </a:xfrm>
        </p:grpSpPr>
        <p:pic>
          <p:nvPicPr>
            <p:cNvPr id="613" name="Grafikk 53" descr="Overføre kontur"/>
            <p:cNvPicPr/>
            <p:nvPr/>
          </p:nvPicPr>
          <p:blipFill>
            <a:blip r:embed="rId5">
              <a:extLst>
                <a:ext uri="{96DAC541-7B7A-43D3-8B79-37D633B846F1}">
                  <asvg:svgBlip xmlns:asvg="http://schemas.microsoft.com/office/drawing/2016/SVG/main" r:embed="rId6"/>
                </a:ext>
              </a:extLst>
            </a:blip>
            <a:stretch/>
          </p:blipFill>
          <p:spPr>
            <a:xfrm>
              <a:off x="10522080" y="2125800"/>
              <a:ext cx="914040" cy="914040"/>
            </a:xfrm>
            <a:prstGeom prst="rect">
              <a:avLst/>
            </a:prstGeom>
            <a:noFill/>
            <a:ln w="0">
              <a:noFill/>
            </a:ln>
          </p:spPr>
        </p:pic>
        <p:sp>
          <p:nvSpPr>
            <p:cNvPr id="614" name="TekstSylinder 54"/>
            <p:cNvSpPr/>
            <p:nvPr/>
          </p:nvSpPr>
          <p:spPr>
            <a:xfrm>
              <a:off x="10765440" y="208188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RX</a:t>
              </a:r>
              <a:endParaRPr b="0" lang="en-GB" sz="1800" strike="noStrike" u="none">
                <a:solidFill>
                  <a:srgbClr val="ffffff"/>
                </a:solidFill>
                <a:effectLst/>
                <a:uFillTx/>
                <a:latin typeface="Arial"/>
              </a:endParaRPr>
            </a:p>
          </p:txBody>
        </p:sp>
        <p:sp>
          <p:nvSpPr>
            <p:cNvPr id="615" name="TekstSylinder 55"/>
            <p:cNvSpPr/>
            <p:nvPr/>
          </p:nvSpPr>
          <p:spPr>
            <a:xfrm>
              <a:off x="10765800" y="2701800"/>
              <a:ext cx="518040" cy="369720"/>
            </a:xfrm>
            <a:prstGeom prst="rect">
              <a:avLst/>
            </a:prstGeom>
            <a:noFill/>
            <a:ln w="0">
              <a:noFill/>
            </a:ln>
          </p:spPr>
          <p:style>
            <a:lnRef idx="0"/>
            <a:fillRef idx="0"/>
            <a:effectRef idx="0"/>
            <a:fontRef idx="minor"/>
          </p:style>
          <p:txBody>
            <a:bodyPr lIns="90000" rIns="90000" tIns="45000" bIns="45000" anchor="t">
              <a:spAutoFit/>
            </a:bodyPr>
            <a:p>
              <a:pPr defTabSz="457200">
                <a:lnSpc>
                  <a:spcPct val="100000"/>
                </a:lnSpc>
              </a:pPr>
              <a:r>
                <a:rPr b="0" lang="en-US" sz="1800" strike="noStrike" u="none">
                  <a:solidFill>
                    <a:schemeClr val="lt1"/>
                  </a:solidFill>
                  <a:effectLst/>
                  <a:uFillTx/>
                  <a:latin typeface="Calibri"/>
                </a:rPr>
                <a:t>TX</a:t>
              </a:r>
              <a:endParaRPr b="0" lang="en-GB" sz="1800" strike="noStrike" u="none">
                <a:solidFill>
                  <a:srgbClr val="ffffff"/>
                </a:solidFill>
                <a:effectLst/>
                <a:uFillTx/>
                <a:latin typeface="Arial"/>
              </a:endParaRPr>
            </a:p>
          </p:txBody>
        </p:sp>
      </p:grpSp>
      <p:sp>
        <p:nvSpPr>
          <p:cNvPr id="616" name="TekstSylinder 57"/>
          <p:cNvSpPr/>
          <p:nvPr/>
        </p:nvSpPr>
        <p:spPr>
          <a:xfrm>
            <a:off x="817560" y="2996280"/>
            <a:ext cx="192384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Timers/counters</a:t>
            </a:r>
            <a:endParaRPr b="0" lang="en-GB" sz="1800" strike="noStrike" u="none">
              <a:solidFill>
                <a:srgbClr val="ffffff"/>
              </a:solidFill>
              <a:effectLst/>
              <a:uFillTx/>
              <a:latin typeface="Arial"/>
            </a:endParaRPr>
          </a:p>
        </p:txBody>
      </p:sp>
      <p:sp>
        <p:nvSpPr>
          <p:cNvPr id="617" name="TekstSylinder 58"/>
          <p:cNvSpPr/>
          <p:nvPr/>
        </p:nvSpPr>
        <p:spPr>
          <a:xfrm>
            <a:off x="2745720" y="2996280"/>
            <a:ext cx="112536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Interrupts</a:t>
            </a:r>
            <a:endParaRPr b="0" lang="en-GB" sz="1800" strike="noStrike" u="none">
              <a:solidFill>
                <a:srgbClr val="ffffff"/>
              </a:solidFill>
              <a:effectLst/>
              <a:uFillTx/>
              <a:latin typeface="Arial"/>
            </a:endParaRPr>
          </a:p>
        </p:txBody>
      </p:sp>
      <p:sp>
        <p:nvSpPr>
          <p:cNvPr id="618" name="TekstSylinder 59"/>
          <p:cNvSpPr/>
          <p:nvPr/>
        </p:nvSpPr>
        <p:spPr>
          <a:xfrm>
            <a:off x="4793760" y="2996280"/>
            <a:ext cx="2599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Pulse width modulation</a:t>
            </a:r>
            <a:endParaRPr b="0" lang="en-GB" sz="1800" strike="noStrike" u="none">
              <a:solidFill>
                <a:srgbClr val="ffffff"/>
              </a:solidFill>
              <a:effectLst/>
              <a:uFillTx/>
              <a:latin typeface="Arial"/>
            </a:endParaRPr>
          </a:p>
        </p:txBody>
      </p:sp>
      <p:sp>
        <p:nvSpPr>
          <p:cNvPr id="619" name="TekstSylinder 60"/>
          <p:cNvSpPr/>
          <p:nvPr/>
        </p:nvSpPr>
        <p:spPr>
          <a:xfrm>
            <a:off x="8055720" y="2996280"/>
            <a:ext cx="2143800" cy="64656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Analog to digital converter</a:t>
            </a:r>
            <a:endParaRPr b="0" lang="en-GB" sz="1800" strike="noStrike" u="none">
              <a:solidFill>
                <a:srgbClr val="ffffff"/>
              </a:solidFill>
              <a:effectLst/>
              <a:uFillTx/>
              <a:latin typeface="Arial"/>
            </a:endParaRPr>
          </a:p>
        </p:txBody>
      </p:sp>
      <p:sp>
        <p:nvSpPr>
          <p:cNvPr id="620" name="TekstSylinder 61"/>
          <p:cNvSpPr/>
          <p:nvPr/>
        </p:nvSpPr>
        <p:spPr>
          <a:xfrm>
            <a:off x="10437120" y="2996280"/>
            <a:ext cx="108432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sng">
                <a:solidFill>
                  <a:schemeClr val="lt1"/>
                </a:solidFill>
                <a:effectLst/>
                <a:uFillTx/>
                <a:latin typeface="Calibri"/>
              </a:rPr>
              <a:t>USART</a:t>
            </a:r>
            <a:endParaRPr b="0" lang="en-GB" sz="1800" strike="noStrike" u="none">
              <a:solidFill>
                <a:srgbClr val="ffffff"/>
              </a:solidFill>
              <a:effectLst/>
              <a:uFillTx/>
              <a:latin typeface="Arial"/>
            </a:endParaRPr>
          </a:p>
        </p:txBody>
      </p:sp>
      <p:sp>
        <p:nvSpPr>
          <p:cNvPr id="621" name="Venstre klammeparentes 62"/>
          <p:cNvSpPr/>
          <p:nvPr/>
        </p:nvSpPr>
        <p:spPr>
          <a:xfrm rot="16200000">
            <a:off x="2260800" y="2405880"/>
            <a:ext cx="243720" cy="27655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622" name="Venstre klammeparentes 1023"/>
          <p:cNvSpPr/>
          <p:nvPr/>
        </p:nvSpPr>
        <p:spPr>
          <a:xfrm rot="16200000">
            <a:off x="5971680" y="2617200"/>
            <a:ext cx="243720" cy="234324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623" name="Venstre klammeparentes 1024"/>
          <p:cNvSpPr/>
          <p:nvPr/>
        </p:nvSpPr>
        <p:spPr>
          <a:xfrm rot="16200000">
            <a:off x="9729720" y="2174040"/>
            <a:ext cx="243720" cy="3168720"/>
          </a:xfrm>
          <a:prstGeom prst="leftBrace">
            <a:avLst>
              <a:gd name="adj1" fmla="val 8333"/>
              <a:gd name="adj2" fmla="val 51626"/>
            </a:avLst>
          </a:prstGeom>
          <a:noFill/>
          <a:ln w="15875">
            <a:solidFill>
              <a:srgbClr val="ffffff"/>
            </a:solidFill>
          </a:ln>
        </p:spPr>
        <p:style>
          <a:lnRef idx="1">
            <a:schemeClr val="accent1"/>
          </a:lnRef>
          <a:fillRef idx="0">
            <a:schemeClr val="accent1"/>
          </a:fillRef>
          <a:effectRef idx="0">
            <a:schemeClr val="accent1"/>
          </a:effectRef>
          <a:fontRef idx="minor"/>
        </p:style>
        <p:txBody>
          <a:bodyPr lIns="90000" rIns="90000" tIns="45000" bIns="45000" anchor="ctr">
            <a:noAutofit/>
          </a:bodyPr>
          <a:p>
            <a:pPr algn="ctr" defTabSz="457200">
              <a:lnSpc>
                <a:spcPct val="100000"/>
              </a:lnSpc>
            </a:pPr>
            <a:endParaRPr b="0" lang="nb-NO" sz="1800" strike="noStrike" u="none">
              <a:solidFill>
                <a:schemeClr val="lt1"/>
              </a:solidFill>
              <a:effectLst/>
              <a:uFillTx/>
              <a:latin typeface="Calibri"/>
            </a:endParaRPr>
          </a:p>
        </p:txBody>
      </p:sp>
      <p:sp>
        <p:nvSpPr>
          <p:cNvPr id="624" name="TekstSylinder 1026"/>
          <p:cNvSpPr/>
          <p:nvPr/>
        </p:nvSpPr>
        <p:spPr>
          <a:xfrm>
            <a:off x="199836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1</a:t>
            </a:r>
            <a:endParaRPr b="0" lang="en-GB" sz="1800" strike="noStrike" u="none">
              <a:solidFill>
                <a:srgbClr val="ffffff"/>
              </a:solidFill>
              <a:effectLst/>
              <a:uFillTx/>
              <a:latin typeface="Arial"/>
            </a:endParaRPr>
          </a:p>
        </p:txBody>
      </p:sp>
      <p:sp>
        <p:nvSpPr>
          <p:cNvPr id="625" name="TekstSylinder 1028"/>
          <p:cNvSpPr/>
          <p:nvPr/>
        </p:nvSpPr>
        <p:spPr>
          <a:xfrm>
            <a:off x="568224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2</a:t>
            </a:r>
            <a:endParaRPr b="0" lang="en-GB" sz="1800" strike="noStrike" u="none">
              <a:solidFill>
                <a:srgbClr val="ffffff"/>
              </a:solidFill>
              <a:effectLst/>
              <a:uFillTx/>
              <a:latin typeface="Arial"/>
            </a:endParaRPr>
          </a:p>
        </p:txBody>
      </p:sp>
      <p:sp>
        <p:nvSpPr>
          <p:cNvPr id="626" name="TekstSylinder 1029"/>
          <p:cNvSpPr/>
          <p:nvPr/>
        </p:nvSpPr>
        <p:spPr>
          <a:xfrm>
            <a:off x="9517680" y="4026960"/>
            <a:ext cx="826200" cy="369720"/>
          </a:xfrm>
          <a:prstGeom prst="rect">
            <a:avLst/>
          </a:prstGeom>
          <a:noFill/>
          <a:ln w="0">
            <a:noFill/>
          </a:ln>
        </p:spPr>
        <p:style>
          <a:lnRef idx="0"/>
          <a:fillRef idx="0"/>
          <a:effectRef idx="0"/>
          <a:fontRef idx="minor"/>
        </p:style>
        <p:txBody>
          <a:bodyPr lIns="90000" rIns="90000" tIns="45000" bIns="45000" anchor="t">
            <a:spAutoFit/>
          </a:bodyPr>
          <a:p>
            <a:pPr algn="ctr" defTabSz="457200">
              <a:lnSpc>
                <a:spcPct val="100000"/>
              </a:lnSpc>
            </a:pPr>
            <a:r>
              <a:rPr b="0" lang="en-US" sz="1800" strike="noStrike" u="none">
                <a:solidFill>
                  <a:schemeClr val="lt1"/>
                </a:solidFill>
                <a:effectLst/>
                <a:uFillTx/>
                <a:latin typeface="Calibri"/>
              </a:rPr>
              <a:t>Task 3</a:t>
            </a:r>
            <a:endParaRPr b="0" lang="en-GB" sz="1800" strike="noStrike" u="none">
              <a:solidFill>
                <a:srgbClr val="ffffff"/>
              </a:solidFill>
              <a:effectLst/>
              <a:uFillTx/>
              <a:latin typeface="Arial"/>
            </a:endParaRPr>
          </a:p>
        </p:txBody>
      </p:sp>
      <p:pic>
        <p:nvPicPr>
          <p:cNvPr id="627" name="Grafikk 5" descr="Avmerking kontur"/>
          <p:cNvPicPr/>
          <p:nvPr/>
        </p:nvPicPr>
        <p:blipFill>
          <a:blip r:embed="rId7">
            <a:extLst>
              <a:ext uri="{96DAC541-7B7A-43D3-8B79-37D633B846F1}">
                <asvg:svgBlip xmlns:asvg="http://schemas.microsoft.com/office/drawing/2016/SVG/main" r:embed="rId8"/>
              </a:ext>
            </a:extLst>
          </a:blip>
          <a:stretch/>
        </p:blipFill>
        <p:spPr>
          <a:xfrm>
            <a:off x="1926000" y="4762440"/>
            <a:ext cx="914040" cy="914040"/>
          </a:xfrm>
          <a:prstGeom prst="rect">
            <a:avLst/>
          </a:prstGeom>
          <a:noFill/>
          <a:ln w="0">
            <a:noFill/>
          </a:ln>
        </p:spPr>
      </p:pic>
      <p:pic>
        <p:nvPicPr>
          <p:cNvPr id="628" name="Grafikk 1" descr="Avmerking kontur"/>
          <p:cNvPicPr/>
          <p:nvPr/>
        </p:nvPicPr>
        <p:blipFill>
          <a:blip r:embed="rId9">
            <a:extLst>
              <a:ext uri="{96DAC541-7B7A-43D3-8B79-37D633B846F1}">
                <asvg:svgBlip xmlns:asvg="http://schemas.microsoft.com/office/drawing/2016/SVG/main" r:embed="rId10"/>
              </a:ext>
            </a:extLst>
          </a:blip>
          <a:stretch/>
        </p:blipFill>
        <p:spPr>
          <a:xfrm>
            <a:off x="5636520" y="4762440"/>
            <a:ext cx="914040" cy="914040"/>
          </a:xfrm>
          <a:prstGeom prst="rect">
            <a:avLst/>
          </a:prstGeom>
          <a:noFill/>
          <a:ln w="0">
            <a:noFill/>
          </a:ln>
        </p:spPr>
      </p:pic>
      <p:pic>
        <p:nvPicPr>
          <p:cNvPr id="629" name="Grafikk 2" descr="Avmerking kontur"/>
          <p:cNvPicPr/>
          <p:nvPr/>
        </p:nvPicPr>
        <p:blipFill>
          <a:blip r:embed="rId11">
            <a:extLst>
              <a:ext uri="{96DAC541-7B7A-43D3-8B79-37D633B846F1}">
                <asvg:svgBlip xmlns:asvg="http://schemas.microsoft.com/office/drawing/2016/SVG/main" r:embed="rId12"/>
              </a:ext>
            </a:extLst>
          </a:blip>
          <a:stretch/>
        </p:blipFill>
        <p:spPr>
          <a:xfrm>
            <a:off x="9394560" y="4762440"/>
            <a:ext cx="914040" cy="914040"/>
          </a:xfrm>
          <a:prstGeom prst="rect">
            <a:avLst/>
          </a:prstGeom>
          <a:noFill/>
          <a:ln w="0">
            <a:noFill/>
          </a:ln>
        </p:spPr>
      </p:pic>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tema">
  <a:themeElements>
    <a:clrScheme name="Office-tema">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tema">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Office Theme 2013 - 2022</Template>
  <TotalTime>956</TotalTime>
  <Application>LibreOffice/25.2.1.2$Linux_X86_64 LibreOffice_project/520$Build-2</Application>
  <AppVersion>15.0000</AppVersion>
  <Words>2183</Words>
  <Paragraphs>345</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2023-03-05T10:23:57Z</dcterms:created>
  <dc:creator>Simen Gangstad</dc:creator>
  <dc:description/>
  <dc:language>en-GB</dc:language>
  <cp:lastModifiedBy/>
  <dcterms:modified xsi:type="dcterms:W3CDTF">2025-03-27T17:31:55Z</dcterms:modified>
  <cp:revision>27</cp:revision>
  <dc:subject/>
  <dc:title>Day 2</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39</vt:i4>
  </property>
  <property fmtid="{D5CDD505-2E9C-101B-9397-08002B2CF9AE}" pid="3" name="PresentationFormat">
    <vt:lpwstr>Widescreen</vt:lpwstr>
  </property>
  <property fmtid="{D5CDD505-2E9C-101B-9397-08002B2CF9AE}" pid="4" name="Slides">
    <vt:i4>60</vt:i4>
  </property>
</Properties>
</file>