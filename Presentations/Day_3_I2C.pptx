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11.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10.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10.xml" ContentType="application/vnd.openxmlformats-officedocument.presentationml.slideMaster+xml"/>
  <Override PartName="/ppt/slideMasters/slideMaster4.xml" ContentType="application/vnd.openxmlformats-officedocument.presentationml.slideMaster+xml"/>
  <Override PartName="/ppt/slideMasters/slideMaster11.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11.xml" ContentType="application/vnd.openxmlformats-officedocument.theme+xml"/>
  <Override PartName="/ppt/theme/theme6.xml" ContentType="application/vnd.openxmlformats-officedocument.theme+xml"/>
  <Override PartName="/ppt/theme/theme12.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1.xml.rels" ContentType="application/vnd.openxmlformats-package.relationships+xml"/>
  <Override PartName="/ppt/notesSlides/_rels/notesSlide1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_rels/presentation.xml.rels" ContentType="application/vnd.openxmlformats-package.relationships+xml"/>
  <Override PartName="/ppt/slideLayouts/_rels/slideLayout114.xml.rels" ContentType="application/vnd.openxmlformats-package.relationships+xml"/>
  <Override PartName="/ppt/slideLayouts/_rels/slideLayout10.xml.rels" ContentType="application/vnd.openxmlformats-package.relationships+xml"/>
  <Override PartName="/ppt/slideLayouts/_rels/slideLayout110.xml.rels" ContentType="application/vnd.openxmlformats-package.relationships+xml"/>
  <Override PartName="/ppt/slideLayouts/_rels/slideLayout113.xml.rels" ContentType="application/vnd.openxmlformats-package.relationships+xml"/>
  <Override PartName="/ppt/slideLayouts/_rels/slideLayout109.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126.xml.rels" ContentType="application/vnd.openxmlformats-package.relationships+xml"/>
  <Override PartName="/ppt/slideLayouts/_rels/slideLayout7.xml.rels" ContentType="application/vnd.openxmlformats-package.relationships+xml"/>
  <Override PartName="/ppt/slideLayouts/_rels/slideLayout19.xml.rels" ContentType="application/vnd.openxmlformats-package.relationships+xml"/>
  <Override PartName="/ppt/slideLayouts/_rels/slideLayout8.xml.rels" ContentType="application/vnd.openxmlformats-package.relationships+xml"/>
  <Override PartName="/ppt/slideLayouts/_rels/slideLayout132.xml.rels" ContentType="application/vnd.openxmlformats-package.relationships+xml"/>
  <Override PartName="/ppt/slideLayouts/_rels/slideLayout104.xml.rels" ContentType="application/vnd.openxmlformats-package.relationships+xml"/>
  <Override PartName="/ppt/slideLayouts/_rels/slideLayout52.xml.rels" ContentType="application/vnd.openxmlformats-package.relationships+xml"/>
  <Override PartName="/ppt/slideLayouts/_rels/slideLayout105.xml.rels" ContentType="application/vnd.openxmlformats-package.relationships+xml"/>
  <Override PartName="/ppt/slideLayouts/_rels/slideLayout53.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46.xml.rels" ContentType="application/vnd.openxmlformats-package.relationships+xml"/>
  <Override PartName="/ppt/slideLayouts/_rels/slideLayout90.xml.rels" ContentType="application/vnd.openxmlformats-package.relationships+xml"/>
  <Override PartName="/ppt/slideLayouts/_rels/slideLayout112.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108.xml.rels" ContentType="application/vnd.openxmlformats-package.relationships+xml"/>
  <Override PartName="/ppt/slideLayouts/_rels/slideLayout99.xml.rels" ContentType="application/vnd.openxmlformats-package.relationships+xml"/>
  <Override PartName="/ppt/slideLayouts/_rels/slideLayout41.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18.xml.rels" ContentType="application/vnd.openxmlformats-package.relationships+xml"/>
  <Override PartName="/ppt/slideLayouts/_rels/slideLayout66.xml.rels" ContentType="application/vnd.openxmlformats-package.relationships+xml"/>
  <Override PartName="/ppt/slideLayouts/_rels/slideLayout95.xml.rels" ContentType="application/vnd.openxmlformats-package.relationships+xml"/>
  <Override PartName="/ppt/slideLayouts/_rels/slideLayout64.xml.rels" ContentType="application/vnd.openxmlformats-package.relationships+xml"/>
  <Override PartName="/ppt/slideLayouts/_rels/slideLayout9.xml.rels" ContentType="application/vnd.openxmlformats-package.relationships+xml"/>
  <Override PartName="/ppt/slideLayouts/_rels/slideLayout77.xml.rels" ContentType="application/vnd.openxmlformats-package.relationships+xml"/>
  <Override PartName="/ppt/slideLayouts/_rels/slideLayout49.xml.rels" ContentType="application/vnd.openxmlformats-package.relationships+xml"/>
  <Override PartName="/ppt/slideLayouts/_rels/slideLayout93.xml.rels" ContentType="application/vnd.openxmlformats-package.relationships+xml"/>
  <Override PartName="/ppt/slideLayouts/_rels/slideLayout23.xml.rels" ContentType="application/vnd.openxmlformats-package.relationships+xml"/>
  <Override PartName="/ppt/slideLayouts/_rels/slideLayout127.xml.rels" ContentType="application/vnd.openxmlformats-package.relationships+xml"/>
  <Override PartName="/ppt/slideLayouts/_rels/slideLayout89.xml.rels" ContentType="application/vnd.openxmlformats-package.relationships+xml"/>
  <Override PartName="/ppt/slideLayouts/_rels/slideLayout14.xml.rels" ContentType="application/vnd.openxmlformats-package.relationships+xml"/>
  <Override PartName="/ppt/slideLayouts/_rels/slideLayout65.xml.rels" ContentType="application/vnd.openxmlformats-package.relationships+xml"/>
  <Override PartName="/ppt/slideLayouts/_rels/slideLayout58.xml.rels" ContentType="application/vnd.openxmlformats-package.relationships+xml"/>
  <Override PartName="/ppt/slideLayouts/_rels/slideLayout11.xml.rels" ContentType="application/vnd.openxmlformats-package.relationships+xml"/>
  <Override PartName="/ppt/slideLayouts/_rels/slideLayout115.xml.rels" ContentType="application/vnd.openxmlformats-package.relationships+xml"/>
  <Override PartName="/ppt/slideLayouts/_rels/slideLayout122.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3.xml.rels" ContentType="application/vnd.openxmlformats-package.relationships+xml"/>
  <Override PartName="/ppt/slideLayouts/_rels/slideLayout45.xml.rels" ContentType="application/vnd.openxmlformats-package.relationships+xml"/>
  <Override PartName="/ppt/slideLayouts/_rels/slideLayout82.xml.rels" ContentType="application/vnd.openxmlformats-package.relationships+xml"/>
  <Override PartName="/ppt/slideLayouts/_rels/slideLayout38.xml.rels" ContentType="application/vnd.openxmlformats-package.relationships+xml"/>
  <Override PartName="/ppt/slideLayouts/_rels/slideLayout131.xml.rels" ContentType="application/vnd.openxmlformats-package.relationships+xml"/>
  <Override PartName="/ppt/slideLayouts/_rels/slideLayout59.xml.rels" ContentType="application/vnd.openxmlformats-package.relationships+xml"/>
  <Override PartName="/ppt/slideLayouts/_rels/slideLayout85.xml.rels" ContentType="application/vnd.openxmlformats-package.relationships+xml"/>
  <Override PartName="/ppt/slideLayouts/_rels/slideLayout32.xml.rels" ContentType="application/vnd.openxmlformats-package.relationships+xml"/>
  <Override PartName="/ppt/slideLayouts/_rels/slideLayout91.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0.xml.rels" ContentType="application/vnd.openxmlformats-package.relationships+xml"/>
  <Override PartName="/ppt/slideLayouts/_rels/slideLayout24.xml.rels" ContentType="application/vnd.openxmlformats-package.relationships+xml"/>
  <Override PartName="/ppt/slideLayouts/_rels/slideLayout128.xml.rels" ContentType="application/vnd.openxmlformats-package.relationships+xml"/>
  <Override PartName="/ppt/slideLayouts/_rels/slideLayout121.xml.rels" ContentType="application/vnd.openxmlformats-package.relationships+xml"/>
  <Override PartName="/ppt/slideLayouts/_rels/slideLayout130.xml.rels" ContentType="application/vnd.openxmlformats-package.relationships+xml"/>
  <Override PartName="/ppt/slideLayouts/_rels/slideLayout44.xml.rels" ContentType="application/vnd.openxmlformats-package.relationships+xml"/>
  <Override PartName="/ppt/slideLayouts/_rels/slideLayout6.xml.rels" ContentType="application/vnd.openxmlformats-package.relationships+xml"/>
  <Override PartName="/ppt/slideLayouts/_rels/slideLayout111.xml.rels" ContentType="application/vnd.openxmlformats-package.relationships+xml"/>
  <Override PartName="/ppt/slideLayouts/_rels/slideLayout125.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3.xml.rels" ContentType="application/vnd.openxmlformats-package.relationships+xml"/>
  <Override PartName="/ppt/slideLayouts/_rels/slideLayout96.xml.rels" ContentType="application/vnd.openxmlformats-package.relationships+xml"/>
  <Override PartName="/ppt/slideLayouts/_rels/slideLayout124.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51.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92.xml.rels" ContentType="application/vnd.openxmlformats-package.relationships+xml"/>
  <Override PartName="/ppt/slideLayouts/_rels/slideLayout48.xml.rels" ContentType="application/vnd.openxmlformats-package.relationships+xml"/>
  <Override PartName="/ppt/slideLayouts/_rels/slideLayout55.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119.xml.rels" ContentType="application/vnd.openxmlformats-package.relationships+xml"/>
  <Override PartName="/ppt/slideLayouts/_rels/slideLayout15.xml.rels" ContentType="application/vnd.openxmlformats-package.relationships+xml"/>
  <Override PartName="/ppt/slideLayouts/_rels/slideLayout116.xml.rels" ContentType="application/vnd.openxmlformats-package.relationships+xml"/>
  <Override PartName="/ppt/slideLayouts/_rels/slideLayout12.xml.rels" ContentType="application/vnd.openxmlformats-package.relationships+xml"/>
  <Override PartName="/ppt/slideLayouts/_rels/slideLayout36.xml.rels" ContentType="application/vnd.openxmlformats-package.relationships+xml"/>
  <Override PartName="/ppt/slideLayouts/_rels/slideLayout80.xml.rels" ContentType="application/vnd.openxmlformats-package.relationships+xml"/>
  <Override PartName="/ppt/slideLayouts/_rels/slideLayout97.xml.rels" ContentType="application/vnd.openxmlformats-package.relationships+xml"/>
  <Override PartName="/ppt/slideLayouts/_rels/slideLayout106.xml.rels" ContentType="application/vnd.openxmlformats-package.relationships+xml"/>
  <Override PartName="/ppt/slideLayouts/_rels/slideLayout117.xml.rels" ContentType="application/vnd.openxmlformats-package.relationships+xml"/>
  <Override PartName="/ppt/slideLayouts/_rels/slideLayout13.xml.rels" ContentType="application/vnd.openxmlformats-package.relationships+xml"/>
  <Override PartName="/ppt/slideLayouts/_rels/slideLayout37.xml.rels" ContentType="application/vnd.openxmlformats-package.relationships+xml"/>
  <Override PartName="/ppt/slideLayouts/_rels/slideLayout81.xml.rels" ContentType="application/vnd.openxmlformats-package.relationships+xml"/>
  <Override PartName="/ppt/slideLayouts/_rels/slideLayout98.xml.rels" ContentType="application/vnd.openxmlformats-package.relationships+xml"/>
  <Override PartName="/ppt/slideLayouts/_rels/slideLayout107.xml.rels" ContentType="application/vnd.openxmlformats-package.relationships+xml"/>
  <Override PartName="/ppt/slideLayouts/_rels/slideLayout129.xml.rels" ContentType="application/vnd.openxmlformats-package.relationships+xml"/>
  <Override PartName="/ppt/slideLayouts/_rels/slideLayout25.xml.rels" ContentType="application/vnd.openxmlformats-package.relationships+xml"/>
  <Override PartName="/ppt/slideLayouts/_rels/slideLayout70.xml.rels" ContentType="application/vnd.openxmlformats-package.relationships+xml"/>
  <Override PartName="/ppt/slideLayouts/_rels/slideLayout26.xml.rels" ContentType="application/vnd.openxmlformats-package.relationships+xml"/>
  <Override PartName="/ppt/slideLayouts/_rels/slideLayout94.xml.rels" ContentType="application/vnd.openxmlformats-package.relationships+xml"/>
  <Override PartName="/ppt/slideLayouts/_rels/slideLayout62.xml.rels" ContentType="application/vnd.openxmlformats-package.relationships+xml"/>
  <Override PartName="/ppt/slideLayouts/_rels/slideLayout63.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4.xml.rels" ContentType="application/vnd.openxmlformats-package.relationships+xml"/>
  <Override PartName="/ppt/slideLayouts/_rels/slideLayout75.xml.rels" ContentType="application/vnd.openxmlformats-package.relationships+xml"/>
  <Override PartName="/ppt/slideLayouts/_rels/slideLayout76.xml.rels" ContentType="application/vnd.openxmlformats-package.relationships+xml"/>
  <Override PartName="/ppt/slideLayouts/_rels/slideLayout78.xml.rels" ContentType="application/vnd.openxmlformats-package.relationships+xml"/>
  <Override PartName="/ppt/slideLayouts/_rels/slideLayout86.xml.rels" ContentType="application/vnd.openxmlformats-package.relationships+xml"/>
  <Override PartName="/ppt/slideLayouts/_rels/slideLayout87.xml.rels" ContentType="application/vnd.openxmlformats-package.relationships+xml"/>
  <Override PartName="/ppt/slideLayouts/_rels/slideLayout88.xml.rels" ContentType="application/vnd.openxmlformats-package.relationships+xml"/>
  <Override PartName="/ppt/slideLayouts/_rels/slideLayout27.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28.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100.xml.rels" ContentType="application/vnd.openxmlformats-package.relationships+xml"/>
  <Override PartName="/ppt/slideLayouts/_rels/slideLayout101.xml.rels" ContentType="application/vnd.openxmlformats-package.relationships+xml"/>
  <Override PartName="/ppt/slideLayouts/_rels/slideLayout102.xml.rels" ContentType="application/vnd.openxmlformats-package.relationships+xml"/>
  <Override PartName="/ppt/slideLayouts/_rels/slideLayout103.xml.rels" ContentType="application/vnd.openxmlformats-package.relationships+xml"/>
  <Override PartName="/ppt/slideLayouts/slideLayout124.xml" ContentType="application/vnd.openxmlformats-officedocument.presentationml.slideLayout+xml"/>
  <Override PartName="/ppt/slideLayouts/slideLayout123.xml" ContentType="application/vnd.openxmlformats-officedocument.presentationml.slideLayout+xml"/>
  <Override PartName="/ppt/slideLayouts/slideLayout122.xml" ContentType="application/vnd.openxmlformats-officedocument.presentationml.slideLayout+xml"/>
  <Override PartName="/ppt/slideLayouts/slideLayout121.xml" ContentType="application/vnd.openxmlformats-officedocument.presentationml.slideLayout+xml"/>
  <Override PartName="/ppt/slideLayouts/slideLayout120.xml" ContentType="application/vnd.openxmlformats-officedocument.presentationml.slideLayout+xml"/>
  <Override PartName="/ppt/slideLayouts/slideLayout119.xml" ContentType="application/vnd.openxmlformats-officedocument.presentationml.slideLayout+xml"/>
  <Override PartName="/ppt/slideLayouts/slideLayout14.xml" ContentType="application/vnd.openxmlformats-officedocument.presentationml.slideLayout+xml"/>
  <Override PartName="/ppt/slideLayouts/slideLayout82.xml" ContentType="application/vnd.openxmlformats-officedocument.presentationml.slideLayout+xml"/>
  <Override PartName="/ppt/slideLayouts/slideLayout21.xml" ContentType="application/vnd.openxmlformats-officedocument.presentationml.slideLayout+xml"/>
  <Override PartName="/ppt/slideLayouts/slideLayout126.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125.xml" ContentType="application/vnd.openxmlformats-officedocument.presentationml.slideLayout+xml"/>
  <Override PartName="/ppt/slideLayouts/slideLayout57.xml" ContentType="application/vnd.openxmlformats-officedocument.presentationml.slideLayout+xml"/>
  <Override PartName="/ppt/slideLayouts/slideLayout127.xml" ContentType="application/vnd.openxmlformats-officedocument.presentationml.slideLayout+xml"/>
  <Override PartName="/ppt/slideLayouts/slideLayout59.xml" ContentType="application/vnd.openxmlformats-officedocument.presentationml.slideLayout+xml"/>
  <Override PartName="/ppt/slideLayouts/slideLayout128.xml" ContentType="application/vnd.openxmlformats-officedocument.presentationml.slideLayout+xml"/>
  <Override PartName="/ppt/slideLayouts/slideLayout115.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92.xml" ContentType="application/vnd.openxmlformats-officedocument.presentationml.slideLayout+xml"/>
  <Override PartName="/ppt/slideLayouts/slideLayout24.xml" ContentType="application/vnd.openxmlformats-officedocument.presentationml.slideLayout+xml"/>
  <Override PartName="/ppt/slideLayouts/slideLayout129.xml" ContentType="application/vnd.openxmlformats-officedocument.presentationml.slideLayout+xml"/>
  <Override PartName="/ppt/slideLayouts/slideLayout116.xml" ContentType="application/vnd.openxmlformats-officedocument.presentationml.slideLayout+xml"/>
  <Override PartName="/ppt/slideLayouts/slideLayout11.xml" ContentType="application/vnd.openxmlformats-officedocument.presentationml.slideLayout+xml"/>
  <Override PartName="/ppt/slideLayouts/slideLayout22.xml" ContentType="application/vnd.openxmlformats-officedocument.presentationml.slideLayout+xml"/>
  <Override PartName="/ppt/slideLayouts/slideLayout90.xml" ContentType="application/vnd.openxmlformats-officedocument.presentationml.slideLayout+xml"/>
  <Override PartName="/ppt/slideLayouts/slideLayout48.xml" ContentType="application/vnd.openxmlformats-officedocument.presentationml.slideLayout+xml"/>
  <Override PartName="/ppt/slideLayouts/slideLayout117.xml" ContentType="application/vnd.openxmlformats-officedocument.presentationml.slideLayout+xml"/>
  <Override PartName="/ppt/slideLayouts/slideLayout23.xml" ContentType="application/vnd.openxmlformats-officedocument.presentationml.slideLayout+xml"/>
  <Override PartName="/ppt/slideLayouts/slideLayout91.xml" ContentType="application/vnd.openxmlformats-officedocument.presentationml.slideLayout+xml"/>
  <Override PartName="/ppt/slideLayouts/slideLayout4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52.xml" ContentType="application/vnd.openxmlformats-officedocument.presentationml.slideLayout+xml"/>
  <Override PartName="/ppt/slideLayouts/slideLayout130.xml" ContentType="application/vnd.openxmlformats-officedocument.presentationml.slideLayout+xml"/>
  <Override PartName="/ppt/slideLayouts/slideLayout5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3.xml" ContentType="application/vnd.openxmlformats-officedocument.presentationml.slideLayout+xml"/>
  <Override PartName="/ppt/slideLayouts/slideLayout131.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118.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39.xml" ContentType="application/vnd.openxmlformats-officedocument.presentationml.slideLayout+xml"/>
  <Override PartName="/ppt/slideLayouts/slideLayout132.xml" ContentType="application/vnd.openxmlformats-officedocument.presentationml.slideLayout+xml"/>
  <Override PartName="/ppt/slideLayouts/slideLayout40.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83.xml" ContentType="application/vnd.openxmlformats-officedocument.presentationml.slideLayout+xml"/>
  <Override PartName="/ppt/slideLayouts/slideLayout15.xml" ContentType="application/vnd.openxmlformats-officedocument.presentationml.slideLayout+xml"/>
  <Override PartName="/ppt/slideLayouts/slideLayout12.xml" ContentType="application/vnd.openxmlformats-officedocument.presentationml.slideLayout+xml"/>
  <Override PartName="/ppt/slideLayouts/slideLayout80.xml" ContentType="application/vnd.openxmlformats-officedocument.presentationml.slideLayout+xml"/>
  <Override PartName="/ppt/slideLayouts/slideLayout84.xml" ContentType="application/vnd.openxmlformats-officedocument.presentationml.slideLayout+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slideLayouts/slideLayout81.xml" ContentType="application/vnd.openxmlformats-officedocument.presentationml.slideLayout+xml"/>
  <Override PartName="/ppt/slideLayouts/slideLayout25.xml" ContentType="application/vnd.openxmlformats-officedocument.presentationml.slideLayout+xml"/>
  <Override PartName="/ppt/slideLayouts/slideLayout93.xml" ContentType="application/vnd.openxmlformats-officedocument.presentationml.slideLayout+xml"/>
  <Override PartName="/ppt/slideLayouts/slideLayout26.xml" ContentType="application/vnd.openxmlformats-officedocument.presentationml.slideLayout+xml"/>
  <Override PartName="/ppt/slideLayouts/slideLayout9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17.xml" ContentType="application/vnd.openxmlformats-officedocument.presentationml.slideLayout+xml"/>
  <Override PartName="/ppt/slideLayouts/slideLayout85.xml" ContentType="application/vnd.openxmlformats-officedocument.presentationml.slideLayout+xml"/>
  <Override PartName="/ppt/slideLayouts/slideLayout18.xml" ContentType="application/vnd.openxmlformats-officedocument.presentationml.slideLayout+xml"/>
  <Override PartName="/ppt/slideLayouts/slideLayout86.xml" ContentType="application/vnd.openxmlformats-officedocument.presentationml.slideLayout+xml"/>
  <Override PartName="/ppt/slideLayouts/slideLayout19.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27.xml" ContentType="application/vnd.openxmlformats-officedocument.presentationml.slideLayout+xml"/>
  <Override PartName="/ppt/slideLayouts/slideLayout1.xml" ContentType="application/vnd.openxmlformats-officedocument.presentationml.slideLayout+xml"/>
  <Override PartName="/ppt/slideLayouts/slideLayout95.xml" ContentType="application/vnd.openxmlformats-officedocument.presentationml.slideLayout+xml"/>
  <Override PartName="/ppt/slideLayouts/slideLayout2.xml" ContentType="application/vnd.openxmlformats-officedocument.presentationml.slideLayout+xml"/>
  <Override PartName="/ppt/slideLayouts/slideLayout28.xml" ContentType="application/vnd.openxmlformats-officedocument.presentationml.slideLayout+xml"/>
  <Override PartName="/ppt/slideLayouts/slideLayout96.xml" ContentType="application/vnd.openxmlformats-officedocument.presentationml.slideLayout+xml"/>
  <Override PartName="/ppt/slideLayouts/slideLayout3.xml" ContentType="application/vnd.openxmlformats-officedocument.presentationml.slideLayout+xml"/>
  <Override PartName="/ppt/slideLayouts/slideLayout29.xml" ContentType="application/vnd.openxmlformats-officedocument.presentationml.slideLayout+xml"/>
  <Override PartName="/ppt/slideLayouts/slideLayout97.xml" ContentType="application/vnd.openxmlformats-officedocument.presentationml.slideLayout+xml"/>
  <Override PartName="/ppt/slideLayouts/slideLayout4.xml" ContentType="application/vnd.openxmlformats-officedocument.presentationml.slideLayout+xml"/>
  <Override PartName="/ppt/slideLayouts/slideLayout98.xml" ContentType="application/vnd.openxmlformats-officedocument.presentationml.slideLayout+xml"/>
  <Override PartName="/ppt/slideLayouts/slideLayout5.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media/image56.png" ContentType="image/png"/>
  <Override PartName="/ppt/media/image55.png" ContentType="image/png"/>
  <Override PartName="/ppt/media/image47.png" ContentType="image/png"/>
  <Override PartName="/ppt/media/image10.png" ContentType="image/png"/>
  <Override PartName="/ppt/media/image35.png" ContentType="image/png"/>
  <Override PartName="/ppt/media/image5.png" ContentType="image/png"/>
  <Override PartName="/ppt/media/image17.png" ContentType="image/png"/>
  <Override PartName="/ppt/media/image28.png" ContentType="image/png"/>
  <Override PartName="/ppt/media/image34.png" ContentType="image/png"/>
  <Override PartName="/ppt/media/image4.png" ContentType="image/png"/>
  <Override PartName="/ppt/media/image16.png" ContentType="image/png"/>
  <Override PartName="/ppt/media/image27.png" ContentType="image/png"/>
  <Override PartName="/ppt/media/image33.png" ContentType="image/png"/>
  <Override PartName="/ppt/media/image3.png" ContentType="image/png"/>
  <Override PartName="/ppt/media/image15.png" ContentType="image/png"/>
  <Override PartName="/ppt/media/image26.png" ContentType="image/png"/>
  <Override PartName="/ppt/media/image32.png" ContentType="image/png"/>
  <Override PartName="/ppt/media/image2.png" ContentType="image/png"/>
  <Override PartName="/ppt/media/image14.png" ContentType="image/png"/>
  <Override PartName="/ppt/media/image25.png" ContentType="image/png"/>
  <Override PartName="/ppt/media/image60.png" ContentType="image/png"/>
  <Override PartName="/ppt/media/image23.png" ContentType="image/png"/>
  <Override PartName="/ppt/media/image58.png" ContentType="image/png"/>
  <Override PartName="/ppt/media/image21.png" ContentType="image/png"/>
  <Override PartName="/ppt/media/image22.png" ContentType="image/png"/>
  <Override PartName="/ppt/media/image59.png" ContentType="image/png"/>
  <Override PartName="/ppt/media/image57.png" ContentType="image/png"/>
  <Override PartName="/ppt/media/image20.png" ContentType="image/png"/>
  <Override PartName="/ppt/media/image61.png" ContentType="image/png"/>
  <Override PartName="/ppt/media/image24.png" ContentType="image/png"/>
  <Override PartName="/ppt/media/image31.png" ContentType="image/png"/>
  <Override PartName="/ppt/media/image29.png" ContentType="image/png"/>
  <Override PartName="/ppt/media/image18.png" ContentType="image/png"/>
  <Override PartName="/ppt/media/image6.png" ContentType="image/png"/>
  <Override PartName="/ppt/media/image36.png" ContentType="image/png"/>
  <Override PartName="/ppt/media/image11.png" ContentType="image/png"/>
  <Override PartName="/ppt/media/image48.png" ContentType="image/png"/>
  <Override PartName="/ppt/media/image19.png" ContentType="image/png"/>
  <Override PartName="/ppt/media/image7.png" ContentType="image/png"/>
  <Override PartName="/ppt/media/image37.png" ContentType="image/png"/>
  <Override PartName="/ppt/media/image12.png" ContentType="image/png"/>
  <Override PartName="/ppt/media/image49.png" ContentType="image/png"/>
  <Override PartName="/ppt/media/image8.png" ContentType="image/png"/>
  <Override PartName="/ppt/media/image38.png" ContentType="image/png"/>
  <Override PartName="/ppt/media/image1.png" ContentType="image/png"/>
  <Override PartName="/ppt/media/image13.png" ContentType="image/png"/>
  <Override PartName="/ppt/media/image9.png" ContentType="image/png"/>
  <Override PartName="/ppt/media/image39.png" ContentType="image/png"/>
  <Override PartName="/ppt/media/image30.png" ContentType="image/png"/>
  <Override PartName="/ppt/media/image40.png" ContentType="image/png"/>
  <Override PartName="/ppt/media/image41.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 id="214748377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ffffff"/>
                </a:solidFill>
                <a:latin typeface="Calibri"/>
              </a:rPr>
              <a:t>Click to move the slide</a:t>
            </a:r>
            <a:endParaRPr b="0" lang="en-US" sz="1800" spc="-1" strike="noStrike">
              <a:solidFill>
                <a:srgbClr val="ffffff"/>
              </a:solidFill>
              <a:latin typeface="Calibri"/>
            </a:endParaRPr>
          </a:p>
        </p:txBody>
      </p:sp>
      <p:sp>
        <p:nvSpPr>
          <p:cNvPr id="45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GB" sz="2000" spc="-1" strike="noStrike">
                <a:latin typeface="Arial"/>
              </a:rPr>
              <a:t>Click to edit the notes' format</a:t>
            </a:r>
            <a:endParaRPr b="0" lang="en-GB" sz="2000" spc="-1" strike="noStrike">
              <a:latin typeface="Arial"/>
            </a:endParaRPr>
          </a:p>
        </p:txBody>
      </p:sp>
      <p:sp>
        <p:nvSpPr>
          <p:cNvPr id="457"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GB" sz="1400" spc="-1" strike="noStrike">
                <a:latin typeface="Times New Roman"/>
              </a:rPr>
              <a:t>&lt;header&gt;</a:t>
            </a:r>
            <a:endParaRPr b="0" lang="en-GB" sz="1400" spc="-1" strike="noStrike">
              <a:latin typeface="Times New Roman"/>
            </a:endParaRPr>
          </a:p>
        </p:txBody>
      </p:sp>
      <p:sp>
        <p:nvSpPr>
          <p:cNvPr id="458"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algn="r">
              <a:buNone/>
              <a:defRPr b="0" lang="en-GB" sz="1400" spc="-1" strike="noStrike">
                <a:latin typeface="Times New Roman"/>
              </a:defRPr>
            </a:lvl1pPr>
          </a:lstStyle>
          <a:p>
            <a:pPr algn="r">
              <a:buNone/>
            </a:pPr>
            <a:r>
              <a:rPr b="0" lang="en-GB" sz="1400" spc="-1" strike="noStrike">
                <a:latin typeface="Times New Roman"/>
              </a:rPr>
              <a:t>&lt;date/time&gt;</a:t>
            </a:r>
            <a:endParaRPr b="0" lang="en-GB" sz="1400" spc="-1" strike="noStrike">
              <a:latin typeface="Times New Roman"/>
            </a:endParaRPr>
          </a:p>
        </p:txBody>
      </p:sp>
      <p:sp>
        <p:nvSpPr>
          <p:cNvPr id="459"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a:defRPr b="0" lang="en-GB" sz="1400" spc="-1" strike="noStrike">
                <a:latin typeface="Times New Roman"/>
              </a:defRPr>
            </a:lvl1pPr>
          </a:lstStyle>
          <a:p>
            <a:r>
              <a:rPr b="0" lang="en-GB" sz="1400" spc="-1" strike="noStrike">
                <a:latin typeface="Times New Roman"/>
              </a:rPr>
              <a:t>&lt;footer&gt;</a:t>
            </a:r>
            <a:endParaRPr b="0" lang="en-GB" sz="1400" spc="-1" strike="noStrike">
              <a:latin typeface="Times New Roman"/>
            </a:endParaRPr>
          </a:p>
        </p:txBody>
      </p:sp>
      <p:sp>
        <p:nvSpPr>
          <p:cNvPr id="460"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algn="r">
              <a:buNone/>
              <a:defRPr b="0" lang="en-GB" sz="1400" spc="-1" strike="noStrike">
                <a:latin typeface="Times New Roman"/>
              </a:defRPr>
            </a:lvl1pPr>
          </a:lstStyle>
          <a:p>
            <a:pPr algn="r">
              <a:buNone/>
            </a:pPr>
            <a:fld id="{0A9901BE-ECDD-4108-AEBF-E53CC9508474}" type="slidenum">
              <a:rPr b="0" lang="en-GB" sz="1400" spc="-1" strike="noStrike">
                <a:latin typeface="Times New Roman"/>
              </a:rPr>
              <a:t>&lt;number&gt;</a:t>
            </a:fld>
            <a:endParaRPr b="0" lang="en-GB"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685800" y="1143000"/>
            <a:ext cx="5486040" cy="3085920"/>
          </a:xfrm>
          <a:prstGeom prst="rect">
            <a:avLst/>
          </a:prstGeom>
          <a:ln w="0">
            <a:noFill/>
          </a:ln>
        </p:spPr>
      </p:sp>
      <p:sp>
        <p:nvSpPr>
          <p:cNvPr id="713"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We’ve already written the driver for the ADC. The OLED driver on the extension board driver is also handed out to you along with a graphics module. So the only thing which is left is to write a SPI driver, which is the communication protocol between the AVR128DB48 and the OLED on the expansion board.</a:t>
            </a:r>
            <a:endParaRPr b="0" lang="en-GB" sz="2000" spc="-1" strike="noStrike">
              <a:latin typeface="Arial"/>
            </a:endParaRPr>
          </a:p>
        </p:txBody>
      </p:sp>
      <p:sp>
        <p:nvSpPr>
          <p:cNvPr id="714" name="PlaceHolder 3"/>
          <p:cNvSpPr>
            <a:spLocks noGrp="1"/>
          </p:cNvSpPr>
          <p:nvPr>
            <p:ph type="sldNum" idx="37"/>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ACE63AE8-D8C4-4147-B7DA-5B454551B9CD}"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685800" y="1143000"/>
            <a:ext cx="5486040" cy="3085920"/>
          </a:xfrm>
          <a:prstGeom prst="rect">
            <a:avLst/>
          </a:prstGeom>
          <a:ln w="0">
            <a:noFill/>
          </a:ln>
        </p:spPr>
      </p:sp>
      <p:sp>
        <p:nvSpPr>
          <p:cNvPr id="716"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SPI is a master-slave protocol with 4 wires. It is full duplex, meaning that we can send data both ways simultaneously. We usually send a byte per transfer. </a:t>
            </a:r>
            <a:endParaRPr b="0" lang="en-GB" sz="2000" spc="-1" strike="noStrike">
              <a:latin typeface="Arial"/>
            </a:endParaRPr>
          </a:p>
        </p:txBody>
      </p:sp>
      <p:sp>
        <p:nvSpPr>
          <p:cNvPr id="717" name="PlaceHolder 3"/>
          <p:cNvSpPr>
            <a:spLocks noGrp="1"/>
          </p:cNvSpPr>
          <p:nvPr>
            <p:ph type="sldNum" idx="38"/>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979575A1-D766-47BA-86AD-82AB5F60D063}"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685800" y="1143000"/>
            <a:ext cx="5486040" cy="3085920"/>
          </a:xfrm>
          <a:prstGeom prst="rect">
            <a:avLst/>
          </a:prstGeom>
          <a:ln w="0">
            <a:noFill/>
          </a:ln>
        </p:spPr>
      </p:sp>
      <p:sp>
        <p:nvSpPr>
          <p:cNvPr id="719"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SPI is a master-slave protocol with 4 wires. It is full duplex, meaning that we can send data both ways simultaneously. We usually send a byte per transfer. </a:t>
            </a:r>
            <a:endParaRPr b="0" lang="en-GB" sz="2000" spc="-1" strike="noStrike">
              <a:latin typeface="Arial"/>
            </a:endParaRPr>
          </a:p>
        </p:txBody>
      </p:sp>
      <p:sp>
        <p:nvSpPr>
          <p:cNvPr id="720" name="PlaceHolder 3"/>
          <p:cNvSpPr>
            <a:spLocks noGrp="1"/>
          </p:cNvSpPr>
          <p:nvPr>
            <p:ph type="sldNum" idx="39"/>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0976DB82-755E-48CE-BEB0-08CD122BB7A1}"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685800" y="1143000"/>
            <a:ext cx="5486040" cy="3085920"/>
          </a:xfrm>
          <a:prstGeom prst="rect">
            <a:avLst/>
          </a:prstGeom>
          <a:ln w="0">
            <a:noFill/>
          </a:ln>
        </p:spPr>
      </p:sp>
      <p:sp>
        <p:nvSpPr>
          <p:cNvPr id="722"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SPI is a master-slave protocol with 4 wires. It is full duplex, meaning that we can send data both ways simultaneously. We usually send a byte per transfer. </a:t>
            </a:r>
            <a:endParaRPr b="0" lang="en-GB" sz="2000" spc="-1" strike="noStrike">
              <a:latin typeface="Arial"/>
            </a:endParaRPr>
          </a:p>
        </p:txBody>
      </p:sp>
      <p:sp>
        <p:nvSpPr>
          <p:cNvPr id="723" name="PlaceHolder 3"/>
          <p:cNvSpPr>
            <a:spLocks noGrp="1"/>
          </p:cNvSpPr>
          <p:nvPr>
            <p:ph type="sldNum" idx="40"/>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3B533AFC-69DE-4A1F-AE3D-C295609201E4}"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685800" y="1143000"/>
            <a:ext cx="5486040" cy="3085920"/>
          </a:xfrm>
          <a:prstGeom prst="rect">
            <a:avLst/>
          </a:prstGeom>
          <a:ln w="0">
            <a:noFill/>
          </a:ln>
        </p:spPr>
      </p:sp>
      <p:sp>
        <p:nvSpPr>
          <p:cNvPr id="725"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SPI is a master-slave protocol with 4 wires. It is full duplex, meaning that we can send data both ways simultaneously. We usually send a byte per transfer. </a:t>
            </a:r>
            <a:endParaRPr b="0" lang="en-GB" sz="2000" spc="-1" strike="noStrike">
              <a:latin typeface="Arial"/>
            </a:endParaRPr>
          </a:p>
        </p:txBody>
      </p:sp>
      <p:sp>
        <p:nvSpPr>
          <p:cNvPr id="726" name="PlaceHolder 3"/>
          <p:cNvSpPr>
            <a:spLocks noGrp="1"/>
          </p:cNvSpPr>
          <p:nvPr>
            <p:ph type="sldNum" idx="41"/>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2BF75FE8-0254-48FE-AEC0-2BA93041DAF8}"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685800" y="1143000"/>
            <a:ext cx="5486040" cy="3085920"/>
          </a:xfrm>
          <a:prstGeom prst="rect">
            <a:avLst/>
          </a:prstGeom>
          <a:ln w="0">
            <a:noFill/>
          </a:ln>
        </p:spPr>
      </p:sp>
      <p:sp>
        <p:nvSpPr>
          <p:cNvPr id="728"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SPI is a master-slave protocol with 4 wires. It is full duplex, meaning that we can send data both ways simultaneously. We usually send a byte per transfer. </a:t>
            </a:r>
            <a:endParaRPr b="0" lang="en-GB" sz="2000" spc="-1" strike="noStrike">
              <a:latin typeface="Arial"/>
            </a:endParaRPr>
          </a:p>
        </p:txBody>
      </p:sp>
      <p:sp>
        <p:nvSpPr>
          <p:cNvPr id="729" name="PlaceHolder 3"/>
          <p:cNvSpPr>
            <a:spLocks noGrp="1"/>
          </p:cNvSpPr>
          <p:nvPr>
            <p:ph type="sldNum" idx="42"/>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0073EC69-9212-4F5E-BC16-4CDA2BB8E5B0}"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ldImg"/>
          </p:nvPr>
        </p:nvSpPr>
        <p:spPr>
          <a:xfrm>
            <a:off x="685800" y="1143000"/>
            <a:ext cx="5486040" cy="3085920"/>
          </a:xfrm>
          <a:prstGeom prst="rect">
            <a:avLst/>
          </a:prstGeom>
          <a:ln w="0">
            <a:noFill/>
          </a:ln>
        </p:spPr>
      </p:sp>
      <p:sp>
        <p:nvSpPr>
          <p:cNvPr id="731"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SPI is a really simple and fast protocol, I would argue that it is simpler than USART in how the transmission is done even though we have more lines in the protocol. Many sensors use it and we can hook up a network, such that we have 3 main lines for every sensor (MISO, MOSI and SCK) + N chip select lines. For 5 sensor that results in 8 wires, whereas for USART that would be 10. But in short, in my opinion it’s a nice protocol to know about since can be extremely fast and in general is quite simple. </a:t>
            </a:r>
            <a:endParaRPr b="0" lang="en-GB" sz="2000" spc="-1" strike="noStrike">
              <a:latin typeface="Arial"/>
            </a:endParaRPr>
          </a:p>
        </p:txBody>
      </p:sp>
      <p:sp>
        <p:nvSpPr>
          <p:cNvPr id="732" name="PlaceHolder 3"/>
          <p:cNvSpPr>
            <a:spLocks noGrp="1"/>
          </p:cNvSpPr>
          <p:nvPr>
            <p:ph type="sldNum" idx="43"/>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F95A7779-581D-4C97-B95F-6B6FABFE0AE1}"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sldImg"/>
          </p:nvPr>
        </p:nvSpPr>
        <p:spPr>
          <a:xfrm>
            <a:off x="685800" y="1143000"/>
            <a:ext cx="5486040" cy="3085920"/>
          </a:xfrm>
          <a:prstGeom prst="rect">
            <a:avLst/>
          </a:prstGeom>
          <a:ln w="0">
            <a:noFill/>
          </a:ln>
        </p:spPr>
      </p:sp>
      <p:sp>
        <p:nvSpPr>
          <p:cNvPr id="734"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SPI is a really simple and fast protocol, I would argue that it is simpler than USART in how the transmission is done even though we have more lines in the protocol. Many sensors use it and we can hook up a network, such that we have 3 main lines for every sensor (MISO, MOSI and SCK) + N chip select lines. For 5 sensor that results in 8 wires, whereas for USART that would be 10. But in short, in my opinion it’s a nice protocol to know about since can be extremely fast and in general is quite simple. </a:t>
            </a:r>
            <a:endParaRPr b="0" lang="en-GB" sz="2000" spc="-1" strike="noStrike">
              <a:latin typeface="Arial"/>
            </a:endParaRPr>
          </a:p>
        </p:txBody>
      </p:sp>
      <p:sp>
        <p:nvSpPr>
          <p:cNvPr id="735" name="PlaceHolder 3"/>
          <p:cNvSpPr>
            <a:spLocks noGrp="1"/>
          </p:cNvSpPr>
          <p:nvPr>
            <p:ph type="sldNum" idx="44"/>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4E7565A5-C442-4C71-9106-2DC8B179EA80}"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type="sldImg"/>
          </p:nvPr>
        </p:nvSpPr>
        <p:spPr>
          <a:xfrm>
            <a:off x="685800" y="1143000"/>
            <a:ext cx="5486040" cy="3085920"/>
          </a:xfrm>
          <a:prstGeom prst="rect">
            <a:avLst/>
          </a:prstGeom>
          <a:ln w="0">
            <a:noFill/>
          </a:ln>
        </p:spPr>
      </p:sp>
      <p:sp>
        <p:nvSpPr>
          <p:cNvPr id="737"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Refer to chapter 24.3.2.1.2 for the dummy read</a:t>
            </a:r>
            <a:endParaRPr b="0" lang="en-GB" sz="2000" spc="-1" strike="noStrike">
              <a:latin typeface="Arial"/>
            </a:endParaRPr>
          </a:p>
        </p:txBody>
      </p:sp>
      <p:sp>
        <p:nvSpPr>
          <p:cNvPr id="738" name="PlaceHolder 3"/>
          <p:cNvSpPr>
            <a:spLocks noGrp="1"/>
          </p:cNvSpPr>
          <p:nvPr>
            <p:ph type="sldNum" idx="45"/>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585FEAAE-9078-49BD-AFE9-C136730FBAEC}"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sldImg"/>
          </p:nvPr>
        </p:nvSpPr>
        <p:spPr>
          <a:xfrm>
            <a:off x="685800" y="1143000"/>
            <a:ext cx="5486040" cy="3085920"/>
          </a:xfrm>
          <a:prstGeom prst="rect">
            <a:avLst/>
          </a:prstGeom>
          <a:ln w="0">
            <a:noFill/>
          </a:ln>
        </p:spPr>
      </p:sp>
      <p:sp>
        <p:nvSpPr>
          <p:cNvPr id="740"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SPI is one of the fastest protocols we work with. It is only limited by the clock signal, and thus the minimum of the two clock frequencies of the two devices. It’s also quite simple and easy to use! You’re only shifting out data. </a:t>
            </a:r>
            <a:endParaRPr b="0" lang="en-GB" sz="2000" spc="-1" strike="noStrike">
              <a:latin typeface="Arial"/>
            </a:endParaRPr>
          </a:p>
        </p:txBody>
      </p:sp>
      <p:sp>
        <p:nvSpPr>
          <p:cNvPr id="741" name="PlaceHolder 3"/>
          <p:cNvSpPr>
            <a:spLocks noGrp="1"/>
          </p:cNvSpPr>
          <p:nvPr>
            <p:ph type="sldNum" idx="46"/>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3AB76106-015E-4DBD-89C6-FFE207CA7AFF}" type="slidenum">
              <a:rPr b="0" lang="nb-NO" sz="1200" spc="-1" strike="noStrike">
                <a:latin typeface="Times New Roman"/>
              </a:rPr>
              <a:t>&lt;number&gt;</a:t>
            </a:fld>
            <a:endParaRPr b="0" lang="en-GB"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sldImg"/>
          </p:nvPr>
        </p:nvSpPr>
        <p:spPr>
          <a:xfrm>
            <a:off x="685800" y="1143000"/>
            <a:ext cx="5486040" cy="3085920"/>
          </a:xfrm>
          <a:prstGeom prst="rect">
            <a:avLst/>
          </a:prstGeom>
          <a:ln w="0">
            <a:noFill/>
          </a:ln>
        </p:spPr>
      </p:sp>
      <p:sp>
        <p:nvSpPr>
          <p:cNvPr id="743"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pPr>
            <a:r>
              <a:rPr b="0" lang="nb-NO" sz="2000" spc="-1" strike="noStrike">
                <a:latin typeface="Arial"/>
              </a:rPr>
              <a:t>That’s all, you have all the pieces you need to complete today’s tasks. The rest of the modules are given as mentioned. You only need to figure out how to use them. So, in short, the only thing you need to write today is the SPI driver and the code in the main file which brings these modules together. There are comments in the code which should guide you in the correct direction.</a:t>
            </a:r>
            <a:endParaRPr b="0" lang="en-GB" sz="2000" spc="-1" strike="noStrike">
              <a:latin typeface="Arial"/>
            </a:endParaRPr>
          </a:p>
        </p:txBody>
      </p:sp>
      <p:sp>
        <p:nvSpPr>
          <p:cNvPr id="744" name="PlaceHolder 3"/>
          <p:cNvSpPr>
            <a:spLocks noGrp="1"/>
          </p:cNvSpPr>
          <p:nvPr>
            <p:ph type="sldNum" idx="47"/>
          </p:nvPr>
        </p:nvSpPr>
        <p:spPr>
          <a:xfrm>
            <a:off x="3884760" y="8685360"/>
            <a:ext cx="2971440" cy="458280"/>
          </a:xfrm>
          <a:prstGeom prst="rect">
            <a:avLst/>
          </a:prstGeom>
          <a:noFill/>
          <a:ln w="0">
            <a:noFill/>
          </a:ln>
        </p:spPr>
        <p:txBody>
          <a:bodyPr anchor="b">
            <a:noAutofit/>
          </a:bodyPr>
          <a:lstStyle>
            <a:lvl1pPr algn="r">
              <a:lnSpc>
                <a:spcPct val="100000"/>
              </a:lnSpc>
              <a:buNone/>
              <a:defRPr b="0" lang="nb-NO" sz="1200" spc="-1" strike="noStrike">
                <a:latin typeface="Times New Roman"/>
              </a:defRPr>
            </a:lvl1pPr>
          </a:lstStyle>
          <a:p>
            <a:pPr algn="r">
              <a:lnSpc>
                <a:spcPct val="100000"/>
              </a:lnSpc>
              <a:buNone/>
            </a:pPr>
            <a:fld id="{5CB46D40-9D9E-4C12-9D76-14EB24EDC8A4}" type="slidenum">
              <a:rPr b="0" lang="nb-NO" sz="1200" spc="-1" strike="noStrike">
                <a:latin typeface="Times New Roman"/>
              </a:rPr>
              <a:t>&lt;number&gt;</a:t>
            </a:fld>
            <a:endParaRPr b="0" lang="en-GB"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3.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4.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5.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6.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7.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8.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9.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0.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2.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03C8E09-0DD7-4AEE-BB92-A137CE174645}" type="slidenum">
              <a:t>&lt;#&gt;</a:t>
            </a:fld>
          </a:p>
        </p:txBody>
      </p:sp>
      <p:sp>
        <p:nvSpPr>
          <p:cNvPr id="4" name="PlaceHolder 3"/>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954562B-0EEB-4FAA-A615-73D951A15E6B}"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58DAEA7-0927-41E3-AAC9-D514F63C736C}"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E76F348-2D35-43D1-848D-41299ADB7694}" type="slidenum">
              <a:t>&lt;#&gt;</a:t>
            </a:fld>
          </a:p>
        </p:txBody>
      </p:sp>
      <p:sp>
        <p:nvSpPr>
          <p:cNvPr id="7" name="PlaceHolder 6"/>
          <p:cNvSpPr>
            <a:spLocks noGrp="1"/>
          </p:cNvSpPr>
          <p:nvPr>
            <p:ph type="dt" idx="1"/>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588B7D2-F543-4E99-A2B8-740C86F74C2C}" type="slidenum">
              <a:t>&lt;#&gt;</a:t>
            </a:fld>
          </a:p>
        </p:txBody>
      </p:sp>
      <p:sp>
        <p:nvSpPr>
          <p:cNvPr id="5" name="PlaceHolder 4"/>
          <p:cNvSpPr>
            <a:spLocks noGrp="1"/>
          </p:cNvSpPr>
          <p:nvPr>
            <p:ph type="dt" idx="1"/>
          </p:nvPr>
        </p:nvSpPr>
        <p:spPr/>
        <p:txBody>
          <a:bodyPr/>
          <a:p>
            <a:r>
              <a:rPr lang="en-GB"/>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024574A-3618-488E-AFDB-B61E7E06FD19}" type="slidenum">
              <a:t>&lt;#&gt;</a:t>
            </a:fld>
          </a:p>
        </p:txBody>
      </p:sp>
      <p:sp>
        <p:nvSpPr>
          <p:cNvPr id="5" name="PlaceHolder 4"/>
          <p:cNvSpPr>
            <a:spLocks noGrp="1"/>
          </p:cNvSpPr>
          <p:nvPr>
            <p:ph type="dt" idx="1"/>
          </p:nvPr>
        </p:nvSpPr>
        <p:spPr/>
        <p:txBody>
          <a:bodyPr/>
          <a:p>
            <a:r>
              <a:rPr lang="en-GB"/>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26BF892-CCF4-4C4A-9D71-EC4F737A0BC0}" type="slidenum">
              <a:t>&lt;#&gt;</a:t>
            </a:fld>
          </a:p>
        </p:txBody>
      </p:sp>
      <p:sp>
        <p:nvSpPr>
          <p:cNvPr id="8" name="PlaceHolder 7"/>
          <p:cNvSpPr>
            <a:spLocks noGrp="1"/>
          </p:cNvSpPr>
          <p:nvPr>
            <p:ph type="dt" idx="1"/>
          </p:nvPr>
        </p:nvSpPr>
        <p:spPr/>
        <p:txBody>
          <a:bodyPr/>
          <a:p>
            <a:r>
              <a:rPr lang="en-GB"/>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1F7DC62-D350-4067-81FE-B17ECE751A99}" type="slidenum">
              <a:t>&lt;#&gt;</a:t>
            </a:fld>
          </a:p>
        </p:txBody>
      </p:sp>
      <p:sp>
        <p:nvSpPr>
          <p:cNvPr id="8" name="PlaceHolder 7"/>
          <p:cNvSpPr>
            <a:spLocks noGrp="1"/>
          </p:cNvSpPr>
          <p:nvPr>
            <p:ph type="dt" idx="1"/>
          </p:nvPr>
        </p:nvSpPr>
        <p:spPr/>
        <p:txBody>
          <a:bodyPr/>
          <a:p>
            <a:r>
              <a:rPr lang="en-GB"/>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A7523E6-5BCC-4BBC-9652-E4E3EF45A720}" type="slidenum">
              <a:t>&lt;#&gt;</a:t>
            </a:fld>
          </a:p>
        </p:txBody>
      </p:sp>
      <p:sp>
        <p:nvSpPr>
          <p:cNvPr id="8" name="PlaceHolder 7"/>
          <p:cNvSpPr>
            <a:spLocks noGrp="1"/>
          </p:cNvSpPr>
          <p:nvPr>
            <p:ph type="dt" idx="1"/>
          </p:nvPr>
        </p:nvSpPr>
        <p:spPr/>
        <p:txBody>
          <a:bodyPr/>
          <a:p>
            <a:r>
              <a:rPr lang="en-GB"/>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E88BD8BE-6110-4723-8DD9-A9105C4285B1}" type="slidenum">
              <a:t>&lt;#&gt;</a:t>
            </a:fld>
          </a:p>
        </p:txBody>
      </p:sp>
      <p:sp>
        <p:nvSpPr>
          <p:cNvPr id="7" name="PlaceHolder 6"/>
          <p:cNvSpPr>
            <a:spLocks noGrp="1"/>
          </p:cNvSpPr>
          <p:nvPr>
            <p:ph type="dt" idx="1"/>
          </p:nvPr>
        </p:nvSpPr>
        <p:spPr/>
        <p:txBody>
          <a:bodyPr/>
          <a:p>
            <a:r>
              <a:rPr lang="en-GB"/>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EFAC25E9-838F-4E2D-A04D-94ACCCBF6625}" type="slidenum">
              <a:t>&lt;#&gt;</a:t>
            </a:fld>
          </a:p>
        </p:txBody>
      </p:sp>
      <p:sp>
        <p:nvSpPr>
          <p:cNvPr id="9" name="PlaceHolder 8"/>
          <p:cNvSpPr>
            <a:spLocks noGrp="1"/>
          </p:cNvSpPr>
          <p:nvPr>
            <p:ph type="dt" idx="1"/>
          </p:nvPr>
        </p:nvSpPr>
        <p:spPr/>
        <p:txBody>
          <a:bodyPr/>
          <a:p>
            <a:r>
              <a:rPr lang="en-GB"/>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0AAD5A6A-3033-432E-83CA-DEDDC6DBC7F6}" type="slidenum">
              <a:t>&lt;#&gt;</a:t>
            </a:fld>
          </a:p>
        </p:txBody>
      </p:sp>
      <p:sp>
        <p:nvSpPr>
          <p:cNvPr id="11" name="PlaceHolder 10"/>
          <p:cNvSpPr>
            <a:spLocks noGrp="1"/>
          </p:cNvSpPr>
          <p:nvPr>
            <p:ph type="dt" idx="1"/>
          </p:nvPr>
        </p:nvSpPr>
        <p:spPr/>
        <p:txBody>
          <a:bodyPr/>
          <a:p>
            <a:r>
              <a:rPr lang="en-GB"/>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D2C8FE95-AD06-49FA-9626-E0F3E62EB739}" type="slidenum">
              <a:t>&lt;#&gt;</a:t>
            </a:fld>
          </a:p>
        </p:txBody>
      </p:sp>
      <p:sp>
        <p:nvSpPr>
          <p:cNvPr id="4" name="PlaceHolder 3"/>
          <p:cNvSpPr>
            <a:spLocks noGrp="1"/>
          </p:cNvSpPr>
          <p:nvPr>
            <p:ph type="dt" idx="4"/>
          </p:nvPr>
        </p:nvSpPr>
        <p:spPr/>
        <p:txBody>
          <a:bodyPr/>
          <a:p>
            <a:r>
              <a:rPr lang="en-GB"/>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3936AB6-8F1D-4B77-A8B0-9DB077C1A44B}" type="slidenum">
              <a:t>&lt;#&gt;</a:t>
            </a:fld>
          </a:p>
        </p:txBody>
      </p:sp>
      <p:sp>
        <p:nvSpPr>
          <p:cNvPr id="6" name="PlaceHolder 5"/>
          <p:cNvSpPr>
            <a:spLocks noGrp="1"/>
          </p:cNvSpPr>
          <p:nvPr>
            <p:ph type="dt" idx="4"/>
          </p:nvPr>
        </p:nvSpPr>
        <p:spPr/>
        <p:txBody>
          <a:bodyPr/>
          <a:p>
            <a:r>
              <a:rPr lang="en-GB"/>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F482444C-4A4E-44E9-B77A-0249D01E5304}" type="slidenum">
              <a:t>&lt;#&gt;</a:t>
            </a:fld>
          </a:p>
        </p:txBody>
      </p:sp>
      <p:sp>
        <p:nvSpPr>
          <p:cNvPr id="6" name="PlaceHolder 5"/>
          <p:cNvSpPr>
            <a:spLocks noGrp="1"/>
          </p:cNvSpPr>
          <p:nvPr>
            <p:ph type="dt" idx="4"/>
          </p:nvPr>
        </p:nvSpPr>
        <p:spPr/>
        <p:txBody>
          <a:bodyPr/>
          <a:p>
            <a:r>
              <a:rPr lang="en-GB"/>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121F5A0-1D23-4053-AD53-42B54C8CC1E9}" type="slidenum">
              <a:t>&lt;#&gt;</a:t>
            </a:fld>
          </a:p>
        </p:txBody>
      </p:sp>
      <p:sp>
        <p:nvSpPr>
          <p:cNvPr id="7" name="PlaceHolder 6"/>
          <p:cNvSpPr>
            <a:spLocks noGrp="1"/>
          </p:cNvSpPr>
          <p:nvPr>
            <p:ph type="dt" idx="4"/>
          </p:nvPr>
        </p:nvSpPr>
        <p:spPr/>
        <p:txBody>
          <a:bodyPr/>
          <a:p>
            <a:r>
              <a:rPr lang="en-GB"/>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1DBB657F-FF52-444F-95BB-CECC779E3A06}" type="slidenum">
              <a:t>&lt;#&gt;</a:t>
            </a:fld>
          </a:p>
        </p:txBody>
      </p:sp>
      <p:sp>
        <p:nvSpPr>
          <p:cNvPr id="5" name="PlaceHolder 4"/>
          <p:cNvSpPr>
            <a:spLocks noGrp="1"/>
          </p:cNvSpPr>
          <p:nvPr>
            <p:ph type="dt" idx="4"/>
          </p:nvPr>
        </p:nvSpPr>
        <p:spPr/>
        <p:txBody>
          <a:bodyPr/>
          <a:p>
            <a:r>
              <a:rPr lang="en-GB"/>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61D79653-7A02-4F61-A04D-17C4F651FE53}" type="slidenum">
              <a:t>&lt;#&gt;</a:t>
            </a:fld>
          </a:p>
        </p:txBody>
      </p:sp>
      <p:sp>
        <p:nvSpPr>
          <p:cNvPr id="5" name="PlaceHolder 4"/>
          <p:cNvSpPr>
            <a:spLocks noGrp="1"/>
          </p:cNvSpPr>
          <p:nvPr>
            <p:ph type="dt" idx="4"/>
          </p:nvPr>
        </p:nvSpPr>
        <p:spPr/>
        <p:txBody>
          <a:bodyPr/>
          <a:p>
            <a:r>
              <a:rPr lang="en-GB"/>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F5564CA-5109-4027-999F-247EB1F757D6}" type="slidenum">
              <a:t>&lt;#&gt;</a:t>
            </a:fld>
          </a:p>
        </p:txBody>
      </p:sp>
      <p:sp>
        <p:nvSpPr>
          <p:cNvPr id="8" name="PlaceHolder 7"/>
          <p:cNvSpPr>
            <a:spLocks noGrp="1"/>
          </p:cNvSpPr>
          <p:nvPr>
            <p:ph type="dt" idx="4"/>
          </p:nvPr>
        </p:nvSpPr>
        <p:spPr/>
        <p:txBody>
          <a:bodyPr/>
          <a:p>
            <a:r>
              <a:rPr lang="en-GB"/>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C426A4-E6FF-4532-AC13-E6DAC04ACAE4}" type="slidenum">
              <a:t>&lt;#&gt;</a:t>
            </a:fld>
          </a:p>
        </p:txBody>
      </p:sp>
      <p:sp>
        <p:nvSpPr>
          <p:cNvPr id="8" name="PlaceHolder 7"/>
          <p:cNvSpPr>
            <a:spLocks noGrp="1"/>
          </p:cNvSpPr>
          <p:nvPr>
            <p:ph type="dt" idx="4"/>
          </p:nvPr>
        </p:nvSpPr>
        <p:spPr/>
        <p:txBody>
          <a:bodyPr/>
          <a:p>
            <a:r>
              <a:rPr lang="en-GB"/>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D6A1D6F-0628-4DC0-8354-67C786C2CCFE}" type="slidenum">
              <a:t>&lt;#&gt;</a:t>
            </a:fld>
          </a:p>
        </p:txBody>
      </p:sp>
      <p:sp>
        <p:nvSpPr>
          <p:cNvPr id="8" name="PlaceHolder 7"/>
          <p:cNvSpPr>
            <a:spLocks noGrp="1"/>
          </p:cNvSpPr>
          <p:nvPr>
            <p:ph type="dt" idx="4"/>
          </p:nvPr>
        </p:nvSpPr>
        <p:spPr/>
        <p:txBody>
          <a:bodyPr/>
          <a:p>
            <a:r>
              <a:rPr lang="en-GB"/>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1884C8F-B471-4027-81EE-AC45CB48BDB4}" type="slidenum">
              <a:t>&lt;#&gt;</a:t>
            </a:fld>
          </a:p>
        </p:txBody>
      </p:sp>
      <p:sp>
        <p:nvSpPr>
          <p:cNvPr id="7" name="PlaceHolder 6"/>
          <p:cNvSpPr>
            <a:spLocks noGrp="1"/>
          </p:cNvSpPr>
          <p:nvPr>
            <p:ph type="dt" idx="4"/>
          </p:nvPr>
        </p:nvSpPr>
        <p:spPr/>
        <p:txBody>
          <a:bodyPr/>
          <a:p>
            <a:r>
              <a:rPr lang="en-GB"/>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6B1C22B4-AAD0-416F-87F5-54A9E19584A1}" type="slidenum">
              <a:t>&lt;#&gt;</a:t>
            </a:fld>
          </a:p>
        </p:txBody>
      </p:sp>
      <p:sp>
        <p:nvSpPr>
          <p:cNvPr id="9" name="PlaceHolder 8"/>
          <p:cNvSpPr>
            <a:spLocks noGrp="1"/>
          </p:cNvSpPr>
          <p:nvPr>
            <p:ph type="dt" idx="4"/>
          </p:nvPr>
        </p:nvSpPr>
        <p:spPr/>
        <p:txBody>
          <a:bodyPr/>
          <a:p>
            <a:r>
              <a:rPr lang="en-GB"/>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F36F289D-3428-47C4-B929-C82411B55766}" type="slidenum">
              <a:t>&lt;#&gt;</a:t>
            </a:fld>
          </a:p>
        </p:txBody>
      </p:sp>
      <p:sp>
        <p:nvSpPr>
          <p:cNvPr id="11" name="PlaceHolder 10"/>
          <p:cNvSpPr>
            <a:spLocks noGrp="1"/>
          </p:cNvSpPr>
          <p:nvPr>
            <p:ph type="dt" idx="4"/>
          </p:nvPr>
        </p:nvSpPr>
        <p:spPr/>
        <p:txBody>
          <a:bodyPr/>
          <a:p>
            <a:r>
              <a:rPr lang="en-GB"/>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CD961E0-2877-47D3-889F-3536BE29F409}" type="slidenum">
              <a:t>&lt;#&gt;</a:t>
            </a:fld>
          </a:p>
        </p:txBody>
      </p:sp>
      <p:sp>
        <p:nvSpPr>
          <p:cNvPr id="4" name="PlaceHolder 3"/>
          <p:cNvSpPr>
            <a:spLocks noGrp="1"/>
          </p:cNvSpPr>
          <p:nvPr>
            <p:ph type="dt" idx="7"/>
          </p:nvPr>
        </p:nvSpPr>
        <p:spPr/>
        <p:txBody>
          <a:bodyPr/>
          <a:p>
            <a:r>
              <a:rPr lang="en-GB"/>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88"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9FBF797E-587F-4C87-8820-E5724DAC16DA}" type="slidenum">
              <a:t>&lt;#&gt;</a:t>
            </a:fld>
          </a:p>
        </p:txBody>
      </p:sp>
      <p:sp>
        <p:nvSpPr>
          <p:cNvPr id="6" name="PlaceHolder 5"/>
          <p:cNvSpPr>
            <a:spLocks noGrp="1"/>
          </p:cNvSpPr>
          <p:nvPr>
            <p:ph type="dt" idx="7"/>
          </p:nvPr>
        </p:nvSpPr>
        <p:spPr/>
        <p:txBody>
          <a:bodyPr/>
          <a:p>
            <a:r>
              <a:rPr lang="en-GB"/>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90"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037F8FF9-5795-4C20-9EC8-28B4FD1ACF3F}" type="slidenum">
              <a:t>&lt;#&gt;</a:t>
            </a:fld>
          </a:p>
        </p:txBody>
      </p:sp>
      <p:sp>
        <p:nvSpPr>
          <p:cNvPr id="6" name="PlaceHolder 5"/>
          <p:cNvSpPr>
            <a:spLocks noGrp="1"/>
          </p:cNvSpPr>
          <p:nvPr>
            <p:ph type="dt" idx="7"/>
          </p:nvPr>
        </p:nvSpPr>
        <p:spPr/>
        <p:txBody>
          <a:bodyPr/>
          <a:p>
            <a:r>
              <a:rPr lang="en-GB"/>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92"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3"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6A68C240-1459-48F9-8C42-742CCA5524E2}" type="slidenum">
              <a:t>&lt;#&gt;</a:t>
            </a:fld>
          </a:p>
        </p:txBody>
      </p:sp>
      <p:sp>
        <p:nvSpPr>
          <p:cNvPr id="7" name="PlaceHolder 6"/>
          <p:cNvSpPr>
            <a:spLocks noGrp="1"/>
          </p:cNvSpPr>
          <p:nvPr>
            <p:ph type="dt" idx="7"/>
          </p:nvPr>
        </p:nvSpPr>
        <p:spPr/>
        <p:txBody>
          <a:bodyPr/>
          <a:p>
            <a:r>
              <a:rPr lang="en-GB"/>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8650D485-5002-4E89-B60B-8BCF7A69D9D3}" type="slidenum">
              <a:t>&lt;#&gt;</a:t>
            </a:fld>
          </a:p>
        </p:txBody>
      </p:sp>
      <p:sp>
        <p:nvSpPr>
          <p:cNvPr id="5" name="PlaceHolder 4"/>
          <p:cNvSpPr>
            <a:spLocks noGrp="1"/>
          </p:cNvSpPr>
          <p:nvPr>
            <p:ph type="dt" idx="7"/>
          </p:nvPr>
        </p:nvSpPr>
        <p:spPr/>
        <p:txBody>
          <a:bodyPr/>
          <a:p>
            <a:r>
              <a:rPr lang="en-GB"/>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692E21CB-40AA-4571-8AD3-125D034CC57D}" type="slidenum">
              <a:t>&lt;#&gt;</a:t>
            </a:fld>
          </a:p>
        </p:txBody>
      </p:sp>
      <p:sp>
        <p:nvSpPr>
          <p:cNvPr id="5" name="PlaceHolder 4"/>
          <p:cNvSpPr>
            <a:spLocks noGrp="1"/>
          </p:cNvSpPr>
          <p:nvPr>
            <p:ph type="dt" idx="7"/>
          </p:nvPr>
        </p:nvSpPr>
        <p:spPr/>
        <p:txBody>
          <a:bodyPr/>
          <a:p>
            <a:r>
              <a:rPr lang="en-GB"/>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97"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8"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9"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CC71CD71-A7FC-4CB3-A9C6-6FD7D783AC97}" type="slidenum">
              <a:t>&lt;#&gt;</a:t>
            </a:fld>
          </a:p>
        </p:txBody>
      </p:sp>
      <p:sp>
        <p:nvSpPr>
          <p:cNvPr id="8" name="PlaceHolder 7"/>
          <p:cNvSpPr>
            <a:spLocks noGrp="1"/>
          </p:cNvSpPr>
          <p:nvPr>
            <p:ph type="dt" idx="7"/>
          </p:nvPr>
        </p:nvSpPr>
        <p:spPr/>
        <p:txBody>
          <a:bodyPr/>
          <a:p>
            <a:r>
              <a:rPr lang="en-GB"/>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0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0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03"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39557D19-8656-4DB4-9D51-54B6B60752E6}" type="slidenum">
              <a:t>&lt;#&gt;</a:t>
            </a:fld>
          </a:p>
        </p:txBody>
      </p:sp>
      <p:sp>
        <p:nvSpPr>
          <p:cNvPr id="8" name="PlaceHolder 7"/>
          <p:cNvSpPr>
            <a:spLocks noGrp="1"/>
          </p:cNvSpPr>
          <p:nvPr>
            <p:ph type="dt" idx="7"/>
          </p:nvPr>
        </p:nvSpPr>
        <p:spPr/>
        <p:txBody>
          <a:bodyPr/>
          <a:p>
            <a:r>
              <a:rPr lang="en-GB"/>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0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06"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07"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D3016A17-3E78-4598-9C7A-D30DC3B02A7D}" type="slidenum">
              <a:t>&lt;#&gt;</a:t>
            </a:fld>
          </a:p>
        </p:txBody>
      </p:sp>
      <p:sp>
        <p:nvSpPr>
          <p:cNvPr id="8" name="PlaceHolder 7"/>
          <p:cNvSpPr>
            <a:spLocks noGrp="1"/>
          </p:cNvSpPr>
          <p:nvPr>
            <p:ph type="dt" idx="7"/>
          </p:nvPr>
        </p:nvSpPr>
        <p:spPr/>
        <p:txBody>
          <a:bodyPr/>
          <a:p>
            <a:r>
              <a:rPr lang="en-GB"/>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09"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10"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838BF5E2-9D7E-4533-914C-671B555C5C8C}" type="slidenum">
              <a:t>&lt;#&gt;</a:t>
            </a:fld>
          </a:p>
        </p:txBody>
      </p:sp>
      <p:sp>
        <p:nvSpPr>
          <p:cNvPr id="7" name="PlaceHolder 6"/>
          <p:cNvSpPr>
            <a:spLocks noGrp="1"/>
          </p:cNvSpPr>
          <p:nvPr>
            <p:ph type="dt" idx="7"/>
          </p:nvPr>
        </p:nvSpPr>
        <p:spPr/>
        <p:txBody>
          <a:bodyPr/>
          <a:p>
            <a:r>
              <a:rPr lang="en-GB"/>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12"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13"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14"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15"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8E36AA5F-5DCF-4300-A557-1D253C5F747F}" type="slidenum">
              <a:t>&lt;#&gt;</a:t>
            </a:fld>
          </a:p>
        </p:txBody>
      </p:sp>
      <p:sp>
        <p:nvSpPr>
          <p:cNvPr id="9" name="PlaceHolder 8"/>
          <p:cNvSpPr>
            <a:spLocks noGrp="1"/>
          </p:cNvSpPr>
          <p:nvPr>
            <p:ph type="dt" idx="7"/>
          </p:nvPr>
        </p:nvSpPr>
        <p:spPr/>
        <p:txBody>
          <a:bodyPr/>
          <a:p>
            <a:r>
              <a:rPr lang="en-GB"/>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17"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18"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19"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20"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21"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22"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0BB0C6B4-572E-46F8-8C75-AEF0351485CE}" type="slidenum">
              <a:t>&lt;#&gt;</a:t>
            </a:fld>
          </a:p>
        </p:txBody>
      </p:sp>
      <p:sp>
        <p:nvSpPr>
          <p:cNvPr id="11" name="PlaceHolder 10"/>
          <p:cNvSpPr>
            <a:spLocks noGrp="1"/>
          </p:cNvSpPr>
          <p:nvPr>
            <p:ph type="dt" idx="7"/>
          </p:nvPr>
        </p:nvSpPr>
        <p:spPr/>
        <p:txBody>
          <a:bodyPr/>
          <a:p>
            <a:r>
              <a:rPr lang="en-GB"/>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ABB6AD89-8B52-4FAE-AA25-4F2E136AB71C}" type="slidenum">
              <a:t>&lt;#&gt;</a:t>
            </a:fld>
          </a:p>
        </p:txBody>
      </p:sp>
      <p:sp>
        <p:nvSpPr>
          <p:cNvPr id="4" name="PlaceHolder 3"/>
          <p:cNvSpPr>
            <a:spLocks noGrp="1"/>
          </p:cNvSpPr>
          <p:nvPr>
            <p:ph type="dt" idx="10"/>
          </p:nvPr>
        </p:nvSpPr>
        <p:spPr/>
        <p:txBody>
          <a:bodyPr/>
          <a:p>
            <a:r>
              <a:rPr lang="en-GB"/>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29"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506D5B02-ACE4-47D8-9730-5197A0B4148A}" type="slidenum">
              <a:t>&lt;#&gt;</a:t>
            </a:fld>
          </a:p>
        </p:txBody>
      </p:sp>
      <p:sp>
        <p:nvSpPr>
          <p:cNvPr id="6" name="PlaceHolder 5"/>
          <p:cNvSpPr>
            <a:spLocks noGrp="1"/>
          </p:cNvSpPr>
          <p:nvPr>
            <p:ph type="dt" idx="10"/>
          </p:nvPr>
        </p:nvSpPr>
        <p:spPr/>
        <p:txBody>
          <a:bodyPr/>
          <a:p>
            <a:r>
              <a:rPr lang="en-GB"/>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31"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55B4F922-E03E-4064-B1FF-1BB4B10FCA67}" type="slidenum">
              <a:t>&lt;#&gt;</a:t>
            </a:fld>
          </a:p>
        </p:txBody>
      </p:sp>
      <p:sp>
        <p:nvSpPr>
          <p:cNvPr id="6" name="PlaceHolder 5"/>
          <p:cNvSpPr>
            <a:spLocks noGrp="1"/>
          </p:cNvSpPr>
          <p:nvPr>
            <p:ph type="dt" idx="10"/>
          </p:nvPr>
        </p:nvSpPr>
        <p:spPr/>
        <p:txBody>
          <a:bodyPr/>
          <a:p>
            <a:r>
              <a:rPr lang="en-GB"/>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33"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34"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8A645F9D-63B3-4984-82C8-37DB5A697D6E}" type="slidenum">
              <a:t>&lt;#&gt;</a:t>
            </a:fld>
          </a:p>
        </p:txBody>
      </p:sp>
      <p:sp>
        <p:nvSpPr>
          <p:cNvPr id="7" name="PlaceHolder 6"/>
          <p:cNvSpPr>
            <a:spLocks noGrp="1"/>
          </p:cNvSpPr>
          <p:nvPr>
            <p:ph type="dt" idx="10"/>
          </p:nvPr>
        </p:nvSpPr>
        <p:spPr/>
        <p:txBody>
          <a:bodyPr/>
          <a:p>
            <a:r>
              <a:rPr lang="en-GB"/>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1443F2CC-1B47-4038-A073-7E8667ED9AD5}" type="slidenum">
              <a:t>&lt;#&gt;</a:t>
            </a:fld>
          </a:p>
        </p:txBody>
      </p:sp>
      <p:sp>
        <p:nvSpPr>
          <p:cNvPr id="5" name="PlaceHolder 4"/>
          <p:cNvSpPr>
            <a:spLocks noGrp="1"/>
          </p:cNvSpPr>
          <p:nvPr>
            <p:ph type="dt" idx="10"/>
          </p:nvPr>
        </p:nvSpPr>
        <p:spPr/>
        <p:txBody>
          <a:bodyPr/>
          <a:p>
            <a:r>
              <a:rPr lang="en-GB"/>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2869E325-B0E3-49D7-B38C-9C53170F1052}" type="slidenum">
              <a:t>&lt;#&gt;</a:t>
            </a:fld>
          </a:p>
        </p:txBody>
      </p:sp>
      <p:sp>
        <p:nvSpPr>
          <p:cNvPr id="5" name="PlaceHolder 4"/>
          <p:cNvSpPr>
            <a:spLocks noGrp="1"/>
          </p:cNvSpPr>
          <p:nvPr>
            <p:ph type="dt" idx="10"/>
          </p:nvPr>
        </p:nvSpPr>
        <p:spPr/>
        <p:txBody>
          <a:bodyPr/>
          <a:p>
            <a:r>
              <a:rPr lang="en-GB"/>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38"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39"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40"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7ADD4EB6-4600-4A91-9465-33AC758450BD}" type="slidenum">
              <a:t>&lt;#&gt;</a:t>
            </a:fld>
          </a:p>
        </p:txBody>
      </p:sp>
      <p:sp>
        <p:nvSpPr>
          <p:cNvPr id="8" name="PlaceHolder 7"/>
          <p:cNvSpPr>
            <a:spLocks noGrp="1"/>
          </p:cNvSpPr>
          <p:nvPr>
            <p:ph type="dt" idx="10"/>
          </p:nvPr>
        </p:nvSpPr>
        <p:spPr/>
        <p:txBody>
          <a:bodyPr/>
          <a:p>
            <a:r>
              <a:rPr lang="en-GB"/>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42"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43"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44"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AF3A776B-0F3F-4419-B516-337B6D378F31}" type="slidenum">
              <a:t>&lt;#&gt;</a:t>
            </a:fld>
          </a:p>
        </p:txBody>
      </p:sp>
      <p:sp>
        <p:nvSpPr>
          <p:cNvPr id="8" name="PlaceHolder 7"/>
          <p:cNvSpPr>
            <a:spLocks noGrp="1"/>
          </p:cNvSpPr>
          <p:nvPr>
            <p:ph type="dt" idx="10"/>
          </p:nvPr>
        </p:nvSpPr>
        <p:spPr/>
        <p:txBody>
          <a:bodyPr/>
          <a:p>
            <a:r>
              <a:rPr lang="en-GB"/>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4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47"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48"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F10B824A-8F3C-474C-A6FC-D9F1ADA4F796}" type="slidenum">
              <a:t>&lt;#&gt;</a:t>
            </a:fld>
          </a:p>
        </p:txBody>
      </p:sp>
      <p:sp>
        <p:nvSpPr>
          <p:cNvPr id="8" name="PlaceHolder 7"/>
          <p:cNvSpPr>
            <a:spLocks noGrp="1"/>
          </p:cNvSpPr>
          <p:nvPr>
            <p:ph type="dt" idx="10"/>
          </p:nvPr>
        </p:nvSpPr>
        <p:spPr/>
        <p:txBody>
          <a:bodyPr/>
          <a:p>
            <a:r>
              <a:rPr lang="en-GB"/>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50"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51"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3E6ABA0C-EA73-4E5C-A7B7-9AD0DB5D7CF2}" type="slidenum">
              <a:t>&lt;#&gt;</a:t>
            </a:fld>
          </a:p>
        </p:txBody>
      </p:sp>
      <p:sp>
        <p:nvSpPr>
          <p:cNvPr id="7" name="PlaceHolder 6"/>
          <p:cNvSpPr>
            <a:spLocks noGrp="1"/>
          </p:cNvSpPr>
          <p:nvPr>
            <p:ph type="dt" idx="10"/>
          </p:nvPr>
        </p:nvSpPr>
        <p:spPr/>
        <p:txBody>
          <a:bodyPr/>
          <a:p>
            <a:r>
              <a:rPr lang="en-GB"/>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5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5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55"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56"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1DF806AD-2D76-4BF6-A22D-A1F3C9222DDA}" type="slidenum">
              <a:t>&lt;#&gt;</a:t>
            </a:fld>
          </a:p>
        </p:txBody>
      </p:sp>
      <p:sp>
        <p:nvSpPr>
          <p:cNvPr id="9" name="PlaceHolder 8"/>
          <p:cNvSpPr>
            <a:spLocks noGrp="1"/>
          </p:cNvSpPr>
          <p:nvPr>
            <p:ph type="dt" idx="10"/>
          </p:nvPr>
        </p:nvSpPr>
        <p:spPr/>
        <p:txBody>
          <a:bodyPr/>
          <a:p>
            <a:r>
              <a:rPr lang="en-GB"/>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58"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59"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60"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61"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62"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63"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79672281-CCD2-4C51-A93C-81BCFE7936B2}" type="slidenum">
              <a:t>&lt;#&gt;</a:t>
            </a:fld>
          </a:p>
        </p:txBody>
      </p:sp>
      <p:sp>
        <p:nvSpPr>
          <p:cNvPr id="11" name="PlaceHolder 10"/>
          <p:cNvSpPr>
            <a:spLocks noGrp="1"/>
          </p:cNvSpPr>
          <p:nvPr>
            <p:ph type="dt" idx="10"/>
          </p:nvPr>
        </p:nvSpPr>
        <p:spPr/>
        <p:txBody>
          <a:bodyPr/>
          <a:p>
            <a:r>
              <a:rPr lang="en-GB"/>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DEA211C-0B00-4FFF-A875-028D5EB20029}" type="slidenum">
              <a:t>&lt;#&gt;</a:t>
            </a:fld>
          </a:p>
        </p:txBody>
      </p:sp>
      <p:sp>
        <p:nvSpPr>
          <p:cNvPr id="4" name="PlaceHolder 3"/>
          <p:cNvSpPr>
            <a:spLocks noGrp="1"/>
          </p:cNvSpPr>
          <p:nvPr>
            <p:ph type="dt" idx="13"/>
          </p:nvPr>
        </p:nvSpPr>
        <p:spPr/>
        <p:txBody>
          <a:bodyPr/>
          <a:p>
            <a:r>
              <a:rPr lang="en-GB"/>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70"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60E38BE0-7267-4DB3-AA7E-2451DBBE428F}" type="slidenum">
              <a:t>&lt;#&gt;</a:t>
            </a:fld>
          </a:p>
        </p:txBody>
      </p:sp>
      <p:sp>
        <p:nvSpPr>
          <p:cNvPr id="6" name="PlaceHolder 5"/>
          <p:cNvSpPr>
            <a:spLocks noGrp="1"/>
          </p:cNvSpPr>
          <p:nvPr>
            <p:ph type="dt" idx="13"/>
          </p:nvPr>
        </p:nvSpPr>
        <p:spPr/>
        <p:txBody>
          <a:bodyPr/>
          <a:p>
            <a:r>
              <a:rPr lang="en-GB"/>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72"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2413C46D-0733-428E-B787-50B2CB70661D}" type="slidenum">
              <a:t>&lt;#&gt;</a:t>
            </a:fld>
          </a:p>
        </p:txBody>
      </p:sp>
      <p:sp>
        <p:nvSpPr>
          <p:cNvPr id="6" name="PlaceHolder 5"/>
          <p:cNvSpPr>
            <a:spLocks noGrp="1"/>
          </p:cNvSpPr>
          <p:nvPr>
            <p:ph type="dt" idx="13"/>
          </p:nvPr>
        </p:nvSpPr>
        <p:spPr/>
        <p:txBody>
          <a:bodyPr/>
          <a:p>
            <a:r>
              <a:rPr lang="en-GB"/>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74"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75"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C2B5F89E-3A41-4277-A7A6-2210F53BC9A1}" type="slidenum">
              <a:t>&lt;#&gt;</a:t>
            </a:fld>
          </a:p>
        </p:txBody>
      </p:sp>
      <p:sp>
        <p:nvSpPr>
          <p:cNvPr id="7" name="PlaceHolder 6"/>
          <p:cNvSpPr>
            <a:spLocks noGrp="1"/>
          </p:cNvSpPr>
          <p:nvPr>
            <p:ph type="dt" idx="13"/>
          </p:nvPr>
        </p:nvSpPr>
        <p:spPr/>
        <p:txBody>
          <a:bodyPr/>
          <a:p>
            <a:r>
              <a:rPr lang="en-GB"/>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F0199526-99D5-41EF-91D9-0879F5E9C7C4}" type="slidenum">
              <a:t>&lt;#&gt;</a:t>
            </a:fld>
          </a:p>
        </p:txBody>
      </p:sp>
      <p:sp>
        <p:nvSpPr>
          <p:cNvPr id="5" name="PlaceHolder 4"/>
          <p:cNvSpPr>
            <a:spLocks noGrp="1"/>
          </p:cNvSpPr>
          <p:nvPr>
            <p:ph type="dt" idx="13"/>
          </p:nvPr>
        </p:nvSpPr>
        <p:spPr/>
        <p:txBody>
          <a:bodyPr/>
          <a:p>
            <a:r>
              <a:rPr lang="en-GB"/>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7"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0D9BA701-3339-4D73-8318-D156807EA1A5}" type="slidenum">
              <a:t>&lt;#&gt;</a:t>
            </a:fld>
          </a:p>
        </p:txBody>
      </p:sp>
      <p:sp>
        <p:nvSpPr>
          <p:cNvPr id="5" name="PlaceHolder 4"/>
          <p:cNvSpPr>
            <a:spLocks noGrp="1"/>
          </p:cNvSpPr>
          <p:nvPr>
            <p:ph type="dt" idx="13"/>
          </p:nvPr>
        </p:nvSpPr>
        <p:spPr/>
        <p:txBody>
          <a:bodyPr/>
          <a:p>
            <a:r>
              <a:rPr lang="en-GB"/>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79"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80"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81"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51C3C6A5-3872-47C0-A14C-37D01FDE9E51}" type="slidenum">
              <a:t>&lt;#&gt;</a:t>
            </a:fld>
          </a:p>
        </p:txBody>
      </p:sp>
      <p:sp>
        <p:nvSpPr>
          <p:cNvPr id="8" name="PlaceHolder 7"/>
          <p:cNvSpPr>
            <a:spLocks noGrp="1"/>
          </p:cNvSpPr>
          <p:nvPr>
            <p:ph type="dt" idx="13"/>
          </p:nvPr>
        </p:nvSpPr>
        <p:spPr/>
        <p:txBody>
          <a:bodyPr/>
          <a:p>
            <a:r>
              <a:rPr lang="en-GB"/>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83"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8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85"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1C8F23D-806B-49AC-86A0-E0C15AC220C8}" type="slidenum">
              <a:t>&lt;#&gt;</a:t>
            </a:fld>
          </a:p>
        </p:txBody>
      </p:sp>
      <p:sp>
        <p:nvSpPr>
          <p:cNvPr id="8" name="PlaceHolder 7"/>
          <p:cNvSpPr>
            <a:spLocks noGrp="1"/>
          </p:cNvSpPr>
          <p:nvPr>
            <p:ph type="dt" idx="13"/>
          </p:nvPr>
        </p:nvSpPr>
        <p:spPr/>
        <p:txBody>
          <a:bodyPr/>
          <a:p>
            <a:r>
              <a:rPr lang="en-GB"/>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87"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88"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89"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810EA7D6-A59E-4C8B-8A74-99D4E1A20618}" type="slidenum">
              <a:t>&lt;#&gt;</a:t>
            </a:fld>
          </a:p>
        </p:txBody>
      </p:sp>
      <p:sp>
        <p:nvSpPr>
          <p:cNvPr id="8" name="PlaceHolder 7"/>
          <p:cNvSpPr>
            <a:spLocks noGrp="1"/>
          </p:cNvSpPr>
          <p:nvPr>
            <p:ph type="dt" idx="13"/>
          </p:nvPr>
        </p:nvSpPr>
        <p:spPr/>
        <p:txBody>
          <a:bodyPr/>
          <a:p>
            <a:r>
              <a:rPr lang="en-GB"/>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91"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92"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3A262E9A-4B12-4EEA-A444-1CBE35BF337D}" type="slidenum">
              <a:t>&lt;#&gt;</a:t>
            </a:fld>
          </a:p>
        </p:txBody>
      </p:sp>
      <p:sp>
        <p:nvSpPr>
          <p:cNvPr id="7" name="PlaceHolder 6"/>
          <p:cNvSpPr>
            <a:spLocks noGrp="1"/>
          </p:cNvSpPr>
          <p:nvPr>
            <p:ph type="dt" idx="13"/>
          </p:nvPr>
        </p:nvSpPr>
        <p:spPr/>
        <p:txBody>
          <a:bodyPr/>
          <a:p>
            <a:r>
              <a:rPr lang="en-GB"/>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9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9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96"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197"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BE275CF7-7761-455B-84A0-258C9959085B}" type="slidenum">
              <a:t>&lt;#&gt;</a:t>
            </a:fld>
          </a:p>
        </p:txBody>
      </p:sp>
      <p:sp>
        <p:nvSpPr>
          <p:cNvPr id="9" name="PlaceHolder 8"/>
          <p:cNvSpPr>
            <a:spLocks noGrp="1"/>
          </p:cNvSpPr>
          <p:nvPr>
            <p:ph type="dt" idx="13"/>
          </p:nvPr>
        </p:nvSpPr>
        <p:spPr/>
        <p:txBody>
          <a:bodyPr/>
          <a:p>
            <a:r>
              <a:rPr lang="en-GB"/>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199"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00"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01"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02"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03"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04"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9C001431-1F3E-4D70-B821-C95C589D0BAC}" type="slidenum">
              <a:t>&lt;#&gt;</a:t>
            </a:fld>
          </a:p>
        </p:txBody>
      </p:sp>
      <p:sp>
        <p:nvSpPr>
          <p:cNvPr id="11" name="PlaceHolder 10"/>
          <p:cNvSpPr>
            <a:spLocks noGrp="1"/>
          </p:cNvSpPr>
          <p:nvPr>
            <p:ph type="dt" idx="13"/>
          </p:nvPr>
        </p:nvSpPr>
        <p:spPr/>
        <p:txBody>
          <a:bodyPr/>
          <a:p>
            <a:r>
              <a:rPr lang="en-GB"/>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894399EC-EE7F-4E87-993C-3254BCDCBCC0}" type="slidenum">
              <a:t>&lt;#&gt;</a:t>
            </a:fld>
          </a:p>
        </p:txBody>
      </p:sp>
      <p:sp>
        <p:nvSpPr>
          <p:cNvPr id="4" name="PlaceHolder 3"/>
          <p:cNvSpPr>
            <a:spLocks noGrp="1"/>
          </p:cNvSpPr>
          <p:nvPr>
            <p:ph type="dt" idx="16"/>
          </p:nvPr>
        </p:nvSpPr>
        <p:spPr/>
        <p:txBody>
          <a:bodyPr/>
          <a:p>
            <a:r>
              <a:rPr lang="en-GB"/>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1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12"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6D72845F-C673-43F7-9215-CBA111CFFAAD}" type="slidenum">
              <a:t>&lt;#&gt;</a:t>
            </a:fld>
          </a:p>
        </p:txBody>
      </p:sp>
      <p:sp>
        <p:nvSpPr>
          <p:cNvPr id="6" name="PlaceHolder 5"/>
          <p:cNvSpPr>
            <a:spLocks noGrp="1"/>
          </p:cNvSpPr>
          <p:nvPr>
            <p:ph type="dt" idx="16"/>
          </p:nvPr>
        </p:nvSpPr>
        <p:spPr/>
        <p:txBody>
          <a:bodyPr/>
          <a:p>
            <a:r>
              <a:rPr lang="en-GB"/>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14"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DD5C57EE-1CD9-4B89-AE52-C3D7A4656A0E}" type="slidenum">
              <a:t>&lt;#&gt;</a:t>
            </a:fld>
          </a:p>
        </p:txBody>
      </p:sp>
      <p:sp>
        <p:nvSpPr>
          <p:cNvPr id="6" name="PlaceHolder 5"/>
          <p:cNvSpPr>
            <a:spLocks noGrp="1"/>
          </p:cNvSpPr>
          <p:nvPr>
            <p:ph type="dt" idx="16"/>
          </p:nvPr>
        </p:nvSpPr>
        <p:spPr/>
        <p:txBody>
          <a:bodyPr/>
          <a:p>
            <a:r>
              <a:rPr lang="en-GB"/>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16"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1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2CEA0244-B4E5-49DD-8684-3ABD8E74A9DF}" type="slidenum">
              <a:t>&lt;#&gt;</a:t>
            </a:fld>
          </a:p>
        </p:txBody>
      </p:sp>
      <p:sp>
        <p:nvSpPr>
          <p:cNvPr id="7" name="PlaceHolder 6"/>
          <p:cNvSpPr>
            <a:spLocks noGrp="1"/>
          </p:cNvSpPr>
          <p:nvPr>
            <p:ph type="dt" idx="16"/>
          </p:nvPr>
        </p:nvSpPr>
        <p:spPr/>
        <p:txBody>
          <a:bodyPr/>
          <a:p>
            <a:r>
              <a:rPr lang="en-GB"/>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D456ACAA-112B-46A0-ADA4-1E68242603B3}" type="slidenum">
              <a:t>&lt;#&gt;</a:t>
            </a:fld>
          </a:p>
        </p:txBody>
      </p:sp>
      <p:sp>
        <p:nvSpPr>
          <p:cNvPr id="5" name="PlaceHolder 4"/>
          <p:cNvSpPr>
            <a:spLocks noGrp="1"/>
          </p:cNvSpPr>
          <p:nvPr>
            <p:ph type="dt" idx="16"/>
          </p:nvPr>
        </p:nvSpPr>
        <p:spPr/>
        <p:txBody>
          <a:bodyPr/>
          <a:p>
            <a:r>
              <a:rPr lang="en-GB"/>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9"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F08A98D9-A203-4929-BEF8-AE336312CADD}" type="slidenum">
              <a:t>&lt;#&gt;</a:t>
            </a:fld>
          </a:p>
        </p:txBody>
      </p:sp>
      <p:sp>
        <p:nvSpPr>
          <p:cNvPr id="5" name="PlaceHolder 4"/>
          <p:cNvSpPr>
            <a:spLocks noGrp="1"/>
          </p:cNvSpPr>
          <p:nvPr>
            <p:ph type="dt" idx="16"/>
          </p:nvPr>
        </p:nvSpPr>
        <p:spPr/>
        <p:txBody>
          <a:bodyPr/>
          <a:p>
            <a:r>
              <a:rPr lang="en-GB"/>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2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2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2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F3C813C2-ABEC-4DF3-A643-1A74D651ACB6}" type="slidenum">
              <a:t>&lt;#&gt;</a:t>
            </a:fld>
          </a:p>
        </p:txBody>
      </p:sp>
      <p:sp>
        <p:nvSpPr>
          <p:cNvPr id="8" name="PlaceHolder 7"/>
          <p:cNvSpPr>
            <a:spLocks noGrp="1"/>
          </p:cNvSpPr>
          <p:nvPr>
            <p:ph type="dt" idx="16"/>
          </p:nvPr>
        </p:nvSpPr>
        <p:spPr/>
        <p:txBody>
          <a:bodyPr/>
          <a:p>
            <a:r>
              <a:rPr lang="en-GB"/>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25"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26"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27"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2B3F0767-CC7E-4E60-BED6-36CBCD0ABEC8}" type="slidenum">
              <a:t>&lt;#&gt;</a:t>
            </a:fld>
          </a:p>
        </p:txBody>
      </p:sp>
      <p:sp>
        <p:nvSpPr>
          <p:cNvPr id="8" name="PlaceHolder 7"/>
          <p:cNvSpPr>
            <a:spLocks noGrp="1"/>
          </p:cNvSpPr>
          <p:nvPr>
            <p:ph type="dt" idx="16"/>
          </p:nvPr>
        </p:nvSpPr>
        <p:spPr/>
        <p:txBody>
          <a:bodyPr/>
          <a:p>
            <a:r>
              <a:rPr lang="en-GB"/>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29"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3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31"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CADD8B81-4EC2-4251-962C-CFB84F629458}" type="slidenum">
              <a:t>&lt;#&gt;</a:t>
            </a:fld>
          </a:p>
        </p:txBody>
      </p:sp>
      <p:sp>
        <p:nvSpPr>
          <p:cNvPr id="8" name="PlaceHolder 7"/>
          <p:cNvSpPr>
            <a:spLocks noGrp="1"/>
          </p:cNvSpPr>
          <p:nvPr>
            <p:ph type="dt" idx="16"/>
          </p:nvPr>
        </p:nvSpPr>
        <p:spPr/>
        <p:txBody>
          <a:bodyPr/>
          <a:p>
            <a:r>
              <a:rPr lang="en-GB"/>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33"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34"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987B51D-81F8-49BB-A281-46EC85E2FE18}" type="slidenum">
              <a:t>&lt;#&gt;</a:t>
            </a:fld>
          </a:p>
        </p:txBody>
      </p:sp>
      <p:sp>
        <p:nvSpPr>
          <p:cNvPr id="7" name="PlaceHolder 6"/>
          <p:cNvSpPr>
            <a:spLocks noGrp="1"/>
          </p:cNvSpPr>
          <p:nvPr>
            <p:ph type="dt" idx="16"/>
          </p:nvPr>
        </p:nvSpPr>
        <p:spPr/>
        <p:txBody>
          <a:bodyPr/>
          <a:p>
            <a:r>
              <a:rPr lang="en-GB"/>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3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37"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3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39"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93F13C0A-1E86-4555-9ABF-68398804DD05}" type="slidenum">
              <a:t>&lt;#&gt;</a:t>
            </a:fld>
          </a:p>
        </p:txBody>
      </p:sp>
      <p:sp>
        <p:nvSpPr>
          <p:cNvPr id="9" name="PlaceHolder 8"/>
          <p:cNvSpPr>
            <a:spLocks noGrp="1"/>
          </p:cNvSpPr>
          <p:nvPr>
            <p:ph type="dt" idx="16"/>
          </p:nvPr>
        </p:nvSpPr>
        <p:spPr/>
        <p:txBody>
          <a:bodyPr/>
          <a:p>
            <a:r>
              <a:rPr lang="en-GB"/>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41"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42"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43"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44"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45"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46"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7DDAE39E-4B47-4303-9348-4D7F2458C859}" type="slidenum">
              <a:t>&lt;#&gt;</a:t>
            </a:fld>
          </a:p>
        </p:txBody>
      </p:sp>
      <p:sp>
        <p:nvSpPr>
          <p:cNvPr id="11" name="PlaceHolder 10"/>
          <p:cNvSpPr>
            <a:spLocks noGrp="1"/>
          </p:cNvSpPr>
          <p:nvPr>
            <p:ph type="dt" idx="16"/>
          </p:nvPr>
        </p:nvSpPr>
        <p:spPr/>
        <p:txBody>
          <a:bodyPr/>
          <a:p>
            <a:r>
              <a:rPr lang="en-GB"/>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42E832E7-4A1A-4FE3-8301-B9E71401F0C5}" type="slidenum">
              <a:t>&lt;#&gt;</a:t>
            </a:fld>
          </a:p>
        </p:txBody>
      </p:sp>
      <p:sp>
        <p:nvSpPr>
          <p:cNvPr id="4" name="PlaceHolder 3"/>
          <p:cNvSpPr>
            <a:spLocks noGrp="1"/>
          </p:cNvSpPr>
          <p:nvPr>
            <p:ph type="dt" idx="19"/>
          </p:nvPr>
        </p:nvSpPr>
        <p:spPr/>
        <p:txBody>
          <a:bodyPr/>
          <a:p>
            <a:r>
              <a:rPr lang="en-GB"/>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5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5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7E9E9FBA-681B-4E11-9B4C-85BE48EE3AFB}" type="slidenum">
              <a:t>&lt;#&gt;</a:t>
            </a:fld>
          </a:p>
        </p:txBody>
      </p:sp>
      <p:sp>
        <p:nvSpPr>
          <p:cNvPr id="6" name="PlaceHolder 5"/>
          <p:cNvSpPr>
            <a:spLocks noGrp="1"/>
          </p:cNvSpPr>
          <p:nvPr>
            <p:ph type="dt" idx="19"/>
          </p:nvPr>
        </p:nvSpPr>
        <p:spPr/>
        <p:txBody>
          <a:bodyPr/>
          <a:p>
            <a:r>
              <a:rPr lang="en-GB"/>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5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A387CCD-AFD9-4670-9317-B695E059A41F}" type="slidenum">
              <a:t>&lt;#&gt;</a:t>
            </a:fld>
          </a:p>
        </p:txBody>
      </p:sp>
      <p:sp>
        <p:nvSpPr>
          <p:cNvPr id="6" name="PlaceHolder 5"/>
          <p:cNvSpPr>
            <a:spLocks noGrp="1"/>
          </p:cNvSpPr>
          <p:nvPr>
            <p:ph type="dt" idx="19"/>
          </p:nvPr>
        </p:nvSpPr>
        <p:spPr/>
        <p:txBody>
          <a:bodyPr/>
          <a:p>
            <a:r>
              <a:rPr lang="en-GB"/>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6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6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2CCBAB07-98AE-4600-8F65-54B7B30E1E29}" type="slidenum">
              <a:t>&lt;#&gt;</a:t>
            </a:fld>
          </a:p>
        </p:txBody>
      </p:sp>
      <p:sp>
        <p:nvSpPr>
          <p:cNvPr id="7" name="PlaceHolder 6"/>
          <p:cNvSpPr>
            <a:spLocks noGrp="1"/>
          </p:cNvSpPr>
          <p:nvPr>
            <p:ph type="dt" idx="19"/>
          </p:nvPr>
        </p:nvSpPr>
        <p:spPr/>
        <p:txBody>
          <a:bodyPr/>
          <a:p>
            <a:r>
              <a:rPr lang="en-GB"/>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6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07FC4760-8553-40EF-A1CA-D3C5AEAB5C6E}" type="slidenum">
              <a:t>&lt;#&gt;</a:t>
            </a:fld>
          </a:p>
        </p:txBody>
      </p:sp>
      <p:sp>
        <p:nvSpPr>
          <p:cNvPr id="5" name="PlaceHolder 4"/>
          <p:cNvSpPr>
            <a:spLocks noGrp="1"/>
          </p:cNvSpPr>
          <p:nvPr>
            <p:ph type="dt" idx="19"/>
          </p:nvPr>
        </p:nvSpPr>
        <p:spPr/>
        <p:txBody>
          <a:bodyPr/>
          <a:p>
            <a:r>
              <a:rPr lang="en-GB"/>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6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7C66E25A-BE97-468E-A4DE-89F8530D7CD2}" type="slidenum">
              <a:t>&lt;#&gt;</a:t>
            </a:fld>
          </a:p>
        </p:txBody>
      </p:sp>
      <p:sp>
        <p:nvSpPr>
          <p:cNvPr id="5" name="PlaceHolder 4"/>
          <p:cNvSpPr>
            <a:spLocks noGrp="1"/>
          </p:cNvSpPr>
          <p:nvPr>
            <p:ph type="dt" idx="19"/>
          </p:nvPr>
        </p:nvSpPr>
        <p:spPr/>
        <p:txBody>
          <a:bodyPr/>
          <a:p>
            <a:r>
              <a:rPr lang="en-GB"/>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6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6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6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DC8BB9BD-6A24-420F-A37D-A6146CB9563C}" type="slidenum">
              <a:t>&lt;#&gt;</a:t>
            </a:fld>
          </a:p>
        </p:txBody>
      </p:sp>
      <p:sp>
        <p:nvSpPr>
          <p:cNvPr id="8" name="PlaceHolder 7"/>
          <p:cNvSpPr>
            <a:spLocks noGrp="1"/>
          </p:cNvSpPr>
          <p:nvPr>
            <p:ph type="dt" idx="19"/>
          </p:nvPr>
        </p:nvSpPr>
        <p:spPr/>
        <p:txBody>
          <a:bodyPr/>
          <a:p>
            <a:r>
              <a:rPr lang="en-GB"/>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6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6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7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7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5CF722F6-84C8-46ED-B50D-440D51B6D921}" type="slidenum">
              <a:t>&lt;#&gt;</a:t>
            </a:fld>
          </a:p>
        </p:txBody>
      </p:sp>
      <p:sp>
        <p:nvSpPr>
          <p:cNvPr id="8" name="PlaceHolder 7"/>
          <p:cNvSpPr>
            <a:spLocks noGrp="1"/>
          </p:cNvSpPr>
          <p:nvPr>
            <p:ph type="dt" idx="19"/>
          </p:nvPr>
        </p:nvSpPr>
        <p:spPr/>
        <p:txBody>
          <a:bodyPr/>
          <a:p>
            <a:r>
              <a:rPr lang="en-GB"/>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7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7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7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004FA370-97E4-4545-9A1E-B3138288BBBF}" type="slidenum">
              <a:t>&lt;#&gt;</a:t>
            </a:fld>
          </a:p>
        </p:txBody>
      </p:sp>
      <p:sp>
        <p:nvSpPr>
          <p:cNvPr id="8" name="PlaceHolder 7"/>
          <p:cNvSpPr>
            <a:spLocks noGrp="1"/>
          </p:cNvSpPr>
          <p:nvPr>
            <p:ph type="dt" idx="19"/>
          </p:nvPr>
        </p:nvSpPr>
        <p:spPr/>
        <p:txBody>
          <a:bodyPr/>
          <a:p>
            <a:r>
              <a:rPr lang="en-GB"/>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7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7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63140635-377C-4D4E-B44A-C35DF6D7FA9E}" type="slidenum">
              <a:t>&lt;#&gt;</a:t>
            </a:fld>
          </a:p>
        </p:txBody>
      </p:sp>
      <p:sp>
        <p:nvSpPr>
          <p:cNvPr id="7" name="PlaceHolder 6"/>
          <p:cNvSpPr>
            <a:spLocks noGrp="1"/>
          </p:cNvSpPr>
          <p:nvPr>
            <p:ph type="dt" idx="19"/>
          </p:nvPr>
        </p:nvSpPr>
        <p:spPr/>
        <p:txBody>
          <a:bodyPr/>
          <a:p>
            <a:r>
              <a:rPr lang="en-GB"/>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8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8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8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8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BC6DAA75-D890-4F01-9B2A-FFCA123ED590}" type="slidenum">
              <a:t>&lt;#&gt;</a:t>
            </a:fld>
          </a:p>
        </p:txBody>
      </p:sp>
      <p:sp>
        <p:nvSpPr>
          <p:cNvPr id="9" name="PlaceHolder 8"/>
          <p:cNvSpPr>
            <a:spLocks noGrp="1"/>
          </p:cNvSpPr>
          <p:nvPr>
            <p:ph type="dt" idx="19"/>
          </p:nvPr>
        </p:nvSpPr>
        <p:spPr/>
        <p:txBody>
          <a:bodyPr/>
          <a:p>
            <a:r>
              <a:rPr lang="en-GB"/>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8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8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8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8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8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8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29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39972548-3221-4B15-A5F2-9B77CF8A1B77}" type="slidenum">
              <a:t>&lt;#&gt;</a:t>
            </a:fld>
          </a:p>
        </p:txBody>
      </p:sp>
      <p:sp>
        <p:nvSpPr>
          <p:cNvPr id="11" name="PlaceHolder 10"/>
          <p:cNvSpPr>
            <a:spLocks noGrp="1"/>
          </p:cNvSpPr>
          <p:nvPr>
            <p:ph type="dt" idx="19"/>
          </p:nvPr>
        </p:nvSpPr>
        <p:spPr/>
        <p:txBody>
          <a:bodyPr/>
          <a:p>
            <a:r>
              <a:rPr lang="en-GB"/>
              <a:t/>
            </a: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EFA1A23A-D33D-4DED-B659-9D9E8DBDE55A}" type="slidenum">
              <a:t>&lt;#&gt;</a:t>
            </a:fld>
          </a:p>
        </p:txBody>
      </p:sp>
      <p:sp>
        <p:nvSpPr>
          <p:cNvPr id="4" name="PlaceHolder 3"/>
          <p:cNvSpPr>
            <a:spLocks noGrp="1"/>
          </p:cNvSpPr>
          <p:nvPr>
            <p:ph type="dt" idx="22"/>
          </p:nvPr>
        </p:nvSpPr>
        <p:spPr/>
        <p:txBody>
          <a:bodyPr/>
          <a:p>
            <a:r>
              <a:rPr lang="en-GB"/>
              <a:t/>
            </a: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9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23"/>
          </p:nvPr>
        </p:nvSpPr>
        <p:spPr/>
        <p:txBody>
          <a:bodyPr/>
          <a:p>
            <a:r>
              <a:t>Footer</a:t>
            </a:r>
          </a:p>
        </p:txBody>
      </p:sp>
      <p:sp>
        <p:nvSpPr>
          <p:cNvPr id="5" name="PlaceHolder 4"/>
          <p:cNvSpPr>
            <a:spLocks noGrp="1"/>
          </p:cNvSpPr>
          <p:nvPr>
            <p:ph type="sldNum" idx="24"/>
          </p:nvPr>
        </p:nvSpPr>
        <p:spPr/>
        <p:txBody>
          <a:bodyPr/>
          <a:p>
            <a:fld id="{9907F636-5BD7-41DF-B6E8-4FAD99D9E055}" type="slidenum">
              <a:t>&lt;#&gt;</a:t>
            </a:fld>
          </a:p>
        </p:txBody>
      </p:sp>
      <p:sp>
        <p:nvSpPr>
          <p:cNvPr id="6" name="PlaceHolder 5"/>
          <p:cNvSpPr>
            <a:spLocks noGrp="1"/>
          </p:cNvSpPr>
          <p:nvPr>
            <p:ph type="dt" idx="22"/>
          </p:nvPr>
        </p:nvSpPr>
        <p:spPr/>
        <p:txBody>
          <a:bodyPr/>
          <a:p>
            <a:r>
              <a:rPr lang="en-GB"/>
              <a:t/>
            </a: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29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23"/>
          </p:nvPr>
        </p:nvSpPr>
        <p:spPr/>
        <p:txBody>
          <a:bodyPr/>
          <a:p>
            <a:r>
              <a:t>Footer</a:t>
            </a:r>
          </a:p>
        </p:txBody>
      </p:sp>
      <p:sp>
        <p:nvSpPr>
          <p:cNvPr id="5" name="PlaceHolder 4"/>
          <p:cNvSpPr>
            <a:spLocks noGrp="1"/>
          </p:cNvSpPr>
          <p:nvPr>
            <p:ph type="sldNum" idx="24"/>
          </p:nvPr>
        </p:nvSpPr>
        <p:spPr/>
        <p:txBody>
          <a:bodyPr/>
          <a:p>
            <a:fld id="{DF8E79DD-0B25-44B2-AF8F-AAA84F25B142}" type="slidenum">
              <a:t>&lt;#&gt;</a:t>
            </a:fld>
          </a:p>
        </p:txBody>
      </p:sp>
      <p:sp>
        <p:nvSpPr>
          <p:cNvPr id="6" name="PlaceHolder 5"/>
          <p:cNvSpPr>
            <a:spLocks noGrp="1"/>
          </p:cNvSpPr>
          <p:nvPr>
            <p:ph type="dt" idx="22"/>
          </p:nvPr>
        </p:nvSpPr>
        <p:spPr/>
        <p:txBody>
          <a:bodyPr/>
          <a:p>
            <a:r>
              <a:rPr lang="en-GB"/>
              <a:t/>
            </a: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0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0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0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3"/>
          </p:nvPr>
        </p:nvSpPr>
        <p:spPr/>
        <p:txBody>
          <a:bodyPr/>
          <a:p>
            <a:r>
              <a:t>Footer</a:t>
            </a:r>
          </a:p>
        </p:txBody>
      </p:sp>
      <p:sp>
        <p:nvSpPr>
          <p:cNvPr id="6" name="PlaceHolder 5"/>
          <p:cNvSpPr>
            <a:spLocks noGrp="1"/>
          </p:cNvSpPr>
          <p:nvPr>
            <p:ph type="sldNum" idx="24"/>
          </p:nvPr>
        </p:nvSpPr>
        <p:spPr/>
        <p:txBody>
          <a:bodyPr/>
          <a:p>
            <a:fld id="{D0D952EA-BF49-4445-8110-1724A68B977A}" type="slidenum">
              <a:t>&lt;#&gt;</a:t>
            </a:fld>
          </a:p>
        </p:txBody>
      </p:sp>
      <p:sp>
        <p:nvSpPr>
          <p:cNvPr id="7" name="PlaceHolder 6"/>
          <p:cNvSpPr>
            <a:spLocks noGrp="1"/>
          </p:cNvSpPr>
          <p:nvPr>
            <p:ph type="dt" idx="22"/>
          </p:nvPr>
        </p:nvSpPr>
        <p:spPr/>
        <p:txBody>
          <a:bodyPr/>
          <a:p>
            <a:r>
              <a:rPr lang="en-GB"/>
              <a:t/>
            </a: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0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08852FE8-12CD-4792-8E04-C6E023E14050}" type="slidenum">
              <a:t>&lt;#&gt;</a:t>
            </a:fld>
          </a:p>
        </p:txBody>
      </p:sp>
      <p:sp>
        <p:nvSpPr>
          <p:cNvPr id="5" name="PlaceHolder 4"/>
          <p:cNvSpPr>
            <a:spLocks noGrp="1"/>
          </p:cNvSpPr>
          <p:nvPr>
            <p:ph type="dt" idx="22"/>
          </p:nvPr>
        </p:nvSpPr>
        <p:spPr/>
        <p:txBody>
          <a:bodyPr/>
          <a:p>
            <a:r>
              <a:rPr lang="en-GB"/>
              <a:t/>
            </a: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4"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3AF9476-A71F-455F-910E-38870979CA49}" type="slidenum">
              <a:t>&lt;#&gt;</a:t>
            </a:fld>
          </a:p>
        </p:txBody>
      </p:sp>
      <p:sp>
        <p:nvSpPr>
          <p:cNvPr id="5" name="PlaceHolder 4"/>
          <p:cNvSpPr>
            <a:spLocks noGrp="1"/>
          </p:cNvSpPr>
          <p:nvPr>
            <p:ph type="dt" idx="22"/>
          </p:nvPr>
        </p:nvSpPr>
        <p:spPr/>
        <p:txBody>
          <a:bodyPr/>
          <a:p>
            <a:r>
              <a:rPr lang="en-GB"/>
              <a:t/>
            </a: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0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0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0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3"/>
          </p:nvPr>
        </p:nvSpPr>
        <p:spPr/>
        <p:txBody>
          <a:bodyPr/>
          <a:p>
            <a:r>
              <a:t>Footer</a:t>
            </a:r>
          </a:p>
        </p:txBody>
      </p:sp>
      <p:sp>
        <p:nvSpPr>
          <p:cNvPr id="7" name="PlaceHolder 6"/>
          <p:cNvSpPr>
            <a:spLocks noGrp="1"/>
          </p:cNvSpPr>
          <p:nvPr>
            <p:ph type="sldNum" idx="24"/>
          </p:nvPr>
        </p:nvSpPr>
        <p:spPr/>
        <p:txBody>
          <a:bodyPr/>
          <a:p>
            <a:fld id="{9871398C-3117-4CC2-9AB3-F7ECDB75DCF5}" type="slidenum">
              <a:t>&lt;#&gt;</a:t>
            </a:fld>
          </a:p>
        </p:txBody>
      </p:sp>
      <p:sp>
        <p:nvSpPr>
          <p:cNvPr id="8" name="PlaceHolder 7"/>
          <p:cNvSpPr>
            <a:spLocks noGrp="1"/>
          </p:cNvSpPr>
          <p:nvPr>
            <p:ph type="dt" idx="22"/>
          </p:nvPr>
        </p:nvSpPr>
        <p:spPr/>
        <p:txBody>
          <a:bodyPr/>
          <a:p>
            <a:r>
              <a:rPr lang="en-GB"/>
              <a:t/>
            </a: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1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1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12"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3"/>
          </p:nvPr>
        </p:nvSpPr>
        <p:spPr/>
        <p:txBody>
          <a:bodyPr/>
          <a:p>
            <a:r>
              <a:t>Footer</a:t>
            </a:r>
          </a:p>
        </p:txBody>
      </p:sp>
      <p:sp>
        <p:nvSpPr>
          <p:cNvPr id="7" name="PlaceHolder 6"/>
          <p:cNvSpPr>
            <a:spLocks noGrp="1"/>
          </p:cNvSpPr>
          <p:nvPr>
            <p:ph type="sldNum" idx="24"/>
          </p:nvPr>
        </p:nvSpPr>
        <p:spPr/>
        <p:txBody>
          <a:bodyPr/>
          <a:p>
            <a:fld id="{E59EC6AB-E487-4D1E-B06C-B53DE6CEEA2C}" type="slidenum">
              <a:t>&lt;#&gt;</a:t>
            </a:fld>
          </a:p>
        </p:txBody>
      </p:sp>
      <p:sp>
        <p:nvSpPr>
          <p:cNvPr id="8" name="PlaceHolder 7"/>
          <p:cNvSpPr>
            <a:spLocks noGrp="1"/>
          </p:cNvSpPr>
          <p:nvPr>
            <p:ph type="dt" idx="22"/>
          </p:nvPr>
        </p:nvSpPr>
        <p:spPr/>
        <p:txBody>
          <a:bodyPr/>
          <a:p>
            <a:r>
              <a:rPr lang="en-GB"/>
              <a:t/>
            </a: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1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1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16"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3"/>
          </p:nvPr>
        </p:nvSpPr>
        <p:spPr/>
        <p:txBody>
          <a:bodyPr/>
          <a:p>
            <a:r>
              <a:t>Footer</a:t>
            </a:r>
          </a:p>
        </p:txBody>
      </p:sp>
      <p:sp>
        <p:nvSpPr>
          <p:cNvPr id="7" name="PlaceHolder 6"/>
          <p:cNvSpPr>
            <a:spLocks noGrp="1"/>
          </p:cNvSpPr>
          <p:nvPr>
            <p:ph type="sldNum" idx="24"/>
          </p:nvPr>
        </p:nvSpPr>
        <p:spPr/>
        <p:txBody>
          <a:bodyPr/>
          <a:p>
            <a:fld id="{3F7AC732-21CF-46E5-94AF-A51C75331F4E}" type="slidenum">
              <a:t>&lt;#&gt;</a:t>
            </a:fld>
          </a:p>
        </p:txBody>
      </p:sp>
      <p:sp>
        <p:nvSpPr>
          <p:cNvPr id="8" name="PlaceHolder 7"/>
          <p:cNvSpPr>
            <a:spLocks noGrp="1"/>
          </p:cNvSpPr>
          <p:nvPr>
            <p:ph type="dt" idx="22"/>
          </p:nvPr>
        </p:nvSpPr>
        <p:spPr/>
        <p:txBody>
          <a:bodyPr/>
          <a:p>
            <a:r>
              <a:rPr lang="en-GB"/>
              <a:t/>
            </a: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18"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19"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3"/>
          </p:nvPr>
        </p:nvSpPr>
        <p:spPr/>
        <p:txBody>
          <a:bodyPr/>
          <a:p>
            <a:r>
              <a:t>Footer</a:t>
            </a:r>
          </a:p>
        </p:txBody>
      </p:sp>
      <p:sp>
        <p:nvSpPr>
          <p:cNvPr id="6" name="PlaceHolder 5"/>
          <p:cNvSpPr>
            <a:spLocks noGrp="1"/>
          </p:cNvSpPr>
          <p:nvPr>
            <p:ph type="sldNum" idx="24"/>
          </p:nvPr>
        </p:nvSpPr>
        <p:spPr/>
        <p:txBody>
          <a:bodyPr/>
          <a:p>
            <a:fld id="{D607D96A-15CF-4516-8E2A-2AF3AD5F095A}" type="slidenum">
              <a:t>&lt;#&gt;</a:t>
            </a:fld>
          </a:p>
        </p:txBody>
      </p:sp>
      <p:sp>
        <p:nvSpPr>
          <p:cNvPr id="7" name="PlaceHolder 6"/>
          <p:cNvSpPr>
            <a:spLocks noGrp="1"/>
          </p:cNvSpPr>
          <p:nvPr>
            <p:ph type="dt" idx="22"/>
          </p:nvPr>
        </p:nvSpPr>
        <p:spPr/>
        <p:txBody>
          <a:bodyPr/>
          <a:p>
            <a:r>
              <a:rPr lang="en-GB"/>
              <a:t/>
            </a: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2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2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2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24"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23"/>
          </p:nvPr>
        </p:nvSpPr>
        <p:spPr/>
        <p:txBody>
          <a:bodyPr/>
          <a:p>
            <a:r>
              <a:t>Footer</a:t>
            </a:r>
          </a:p>
        </p:txBody>
      </p:sp>
      <p:sp>
        <p:nvSpPr>
          <p:cNvPr id="8" name="PlaceHolder 7"/>
          <p:cNvSpPr>
            <a:spLocks noGrp="1"/>
          </p:cNvSpPr>
          <p:nvPr>
            <p:ph type="sldNum" idx="24"/>
          </p:nvPr>
        </p:nvSpPr>
        <p:spPr/>
        <p:txBody>
          <a:bodyPr/>
          <a:p>
            <a:fld id="{4AF55C58-2CA8-48D4-A4A5-B712742BA401}" type="slidenum">
              <a:t>&lt;#&gt;</a:t>
            </a:fld>
          </a:p>
        </p:txBody>
      </p:sp>
      <p:sp>
        <p:nvSpPr>
          <p:cNvPr id="9" name="PlaceHolder 8"/>
          <p:cNvSpPr>
            <a:spLocks noGrp="1"/>
          </p:cNvSpPr>
          <p:nvPr>
            <p:ph type="dt" idx="22"/>
          </p:nvPr>
        </p:nvSpPr>
        <p:spPr/>
        <p:txBody>
          <a:bodyPr/>
          <a:p>
            <a:r>
              <a:rPr lang="en-GB"/>
              <a:t/>
            </a: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26"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27"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28"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29"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30"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31"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23"/>
          </p:nvPr>
        </p:nvSpPr>
        <p:spPr/>
        <p:txBody>
          <a:bodyPr/>
          <a:p>
            <a:r>
              <a:t>Footer</a:t>
            </a:r>
          </a:p>
        </p:txBody>
      </p:sp>
      <p:sp>
        <p:nvSpPr>
          <p:cNvPr id="10" name="PlaceHolder 9"/>
          <p:cNvSpPr>
            <a:spLocks noGrp="1"/>
          </p:cNvSpPr>
          <p:nvPr>
            <p:ph type="sldNum" idx="24"/>
          </p:nvPr>
        </p:nvSpPr>
        <p:spPr/>
        <p:txBody>
          <a:bodyPr/>
          <a:p>
            <a:fld id="{D026F9AD-B0A4-4492-B6E0-1FFFFA43E416}" type="slidenum">
              <a:t>&lt;#&gt;</a:t>
            </a:fld>
          </a:p>
        </p:txBody>
      </p:sp>
      <p:sp>
        <p:nvSpPr>
          <p:cNvPr id="11" name="PlaceHolder 10"/>
          <p:cNvSpPr>
            <a:spLocks noGrp="1"/>
          </p:cNvSpPr>
          <p:nvPr>
            <p:ph type="dt" idx="22"/>
          </p:nvPr>
        </p:nvSpPr>
        <p:spPr/>
        <p:txBody>
          <a:bodyPr/>
          <a:p>
            <a:r>
              <a:rPr lang="en-GB"/>
              <a:t/>
            </a: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9F15FCD1-412B-4EE6-B347-00C22E200A76}" type="slidenum">
              <a:t>&lt;#&gt;</a:t>
            </a:fld>
          </a:p>
        </p:txBody>
      </p:sp>
      <p:sp>
        <p:nvSpPr>
          <p:cNvPr id="4" name="PlaceHolder 3"/>
          <p:cNvSpPr>
            <a:spLocks noGrp="1"/>
          </p:cNvSpPr>
          <p:nvPr>
            <p:ph type="dt" idx="25"/>
          </p:nvPr>
        </p:nvSpPr>
        <p:spPr/>
        <p:txBody>
          <a:bodyPr/>
          <a:p>
            <a:r>
              <a:rPr lang="en-GB"/>
              <a:t/>
            </a:r>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3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3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403E54E5-CB03-43D0-8D6F-91C938205FE1}" type="slidenum">
              <a:t>&lt;#&gt;</a:t>
            </a:fld>
          </a:p>
        </p:txBody>
      </p:sp>
      <p:sp>
        <p:nvSpPr>
          <p:cNvPr id="6" name="PlaceHolder 5"/>
          <p:cNvSpPr>
            <a:spLocks noGrp="1"/>
          </p:cNvSpPr>
          <p:nvPr>
            <p:ph type="dt" idx="25"/>
          </p:nvPr>
        </p:nvSpPr>
        <p:spPr/>
        <p:txBody>
          <a:bodyPr/>
          <a:p>
            <a:r>
              <a:rPr lang="en-GB"/>
              <a:t/>
            </a: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3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4F679303-B310-4C6B-9B33-44B47CFAE4CB}" type="slidenum">
              <a:t>&lt;#&gt;</a:t>
            </a:fld>
          </a:p>
        </p:txBody>
      </p:sp>
      <p:sp>
        <p:nvSpPr>
          <p:cNvPr id="6" name="PlaceHolder 5"/>
          <p:cNvSpPr>
            <a:spLocks noGrp="1"/>
          </p:cNvSpPr>
          <p:nvPr>
            <p:ph type="dt" idx="25"/>
          </p:nvPr>
        </p:nvSpPr>
        <p:spPr/>
        <p:txBody>
          <a:bodyPr/>
          <a:p>
            <a:r>
              <a:rPr lang="en-GB"/>
              <a:t/>
            </a: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3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4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4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6"/>
          </p:nvPr>
        </p:nvSpPr>
        <p:spPr/>
        <p:txBody>
          <a:bodyPr/>
          <a:p>
            <a:r>
              <a:t>Footer</a:t>
            </a:r>
          </a:p>
        </p:txBody>
      </p:sp>
      <p:sp>
        <p:nvSpPr>
          <p:cNvPr id="6" name="PlaceHolder 5"/>
          <p:cNvSpPr>
            <a:spLocks noGrp="1"/>
          </p:cNvSpPr>
          <p:nvPr>
            <p:ph type="sldNum" idx="27"/>
          </p:nvPr>
        </p:nvSpPr>
        <p:spPr/>
        <p:txBody>
          <a:bodyPr/>
          <a:p>
            <a:fld id="{8C363662-8B00-4FED-974B-4D5B436E5944}" type="slidenum">
              <a:t>&lt;#&gt;</a:t>
            </a:fld>
          </a:p>
        </p:txBody>
      </p:sp>
      <p:sp>
        <p:nvSpPr>
          <p:cNvPr id="7" name="PlaceHolder 6"/>
          <p:cNvSpPr>
            <a:spLocks noGrp="1"/>
          </p:cNvSpPr>
          <p:nvPr>
            <p:ph type="dt" idx="25"/>
          </p:nvPr>
        </p:nvSpPr>
        <p:spPr/>
        <p:txBody>
          <a:bodyPr/>
          <a:p>
            <a:r>
              <a:rPr lang="en-GB"/>
              <a:t/>
            </a: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4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26"/>
          </p:nvPr>
        </p:nvSpPr>
        <p:spPr/>
        <p:txBody>
          <a:bodyPr/>
          <a:p>
            <a:r>
              <a:t>Footer</a:t>
            </a:r>
          </a:p>
        </p:txBody>
      </p:sp>
      <p:sp>
        <p:nvSpPr>
          <p:cNvPr id="4" name="PlaceHolder 3"/>
          <p:cNvSpPr>
            <a:spLocks noGrp="1"/>
          </p:cNvSpPr>
          <p:nvPr>
            <p:ph type="sldNum" idx="27"/>
          </p:nvPr>
        </p:nvSpPr>
        <p:spPr/>
        <p:txBody>
          <a:bodyPr/>
          <a:p>
            <a:fld id="{94C3541E-9275-4A3F-A7AC-6C8EEF248EC7}" type="slidenum">
              <a:t>&lt;#&gt;</a:t>
            </a:fld>
          </a:p>
        </p:txBody>
      </p:sp>
      <p:sp>
        <p:nvSpPr>
          <p:cNvPr id="5" name="PlaceHolder 4"/>
          <p:cNvSpPr>
            <a:spLocks noGrp="1"/>
          </p:cNvSpPr>
          <p:nvPr>
            <p:ph type="dt" idx="25"/>
          </p:nvPr>
        </p:nvSpPr>
        <p:spPr/>
        <p:txBody>
          <a:bodyPr/>
          <a:p>
            <a:r>
              <a:rPr lang="en-GB"/>
              <a:t/>
            </a: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4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26"/>
          </p:nvPr>
        </p:nvSpPr>
        <p:spPr/>
        <p:txBody>
          <a:bodyPr/>
          <a:p>
            <a:r>
              <a:t>Footer</a:t>
            </a:r>
          </a:p>
        </p:txBody>
      </p:sp>
      <p:sp>
        <p:nvSpPr>
          <p:cNvPr id="4" name="PlaceHolder 3"/>
          <p:cNvSpPr>
            <a:spLocks noGrp="1"/>
          </p:cNvSpPr>
          <p:nvPr>
            <p:ph type="sldNum" idx="27"/>
          </p:nvPr>
        </p:nvSpPr>
        <p:spPr/>
        <p:txBody>
          <a:bodyPr/>
          <a:p>
            <a:fld id="{C31D243C-F9D5-4A1F-86EF-97E73F65F738}" type="slidenum">
              <a:t>&lt;#&gt;</a:t>
            </a:fld>
          </a:p>
        </p:txBody>
      </p:sp>
      <p:sp>
        <p:nvSpPr>
          <p:cNvPr id="5" name="PlaceHolder 4"/>
          <p:cNvSpPr>
            <a:spLocks noGrp="1"/>
          </p:cNvSpPr>
          <p:nvPr>
            <p:ph type="dt" idx="25"/>
          </p:nvPr>
        </p:nvSpPr>
        <p:spPr/>
        <p:txBody>
          <a:bodyPr/>
          <a:p>
            <a:r>
              <a:rPr lang="en-GB"/>
              <a:t/>
            </a: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4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4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4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4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6"/>
          </p:nvPr>
        </p:nvSpPr>
        <p:spPr/>
        <p:txBody>
          <a:bodyPr/>
          <a:p>
            <a:r>
              <a:t>Footer</a:t>
            </a:r>
          </a:p>
        </p:txBody>
      </p:sp>
      <p:sp>
        <p:nvSpPr>
          <p:cNvPr id="7" name="PlaceHolder 6"/>
          <p:cNvSpPr>
            <a:spLocks noGrp="1"/>
          </p:cNvSpPr>
          <p:nvPr>
            <p:ph type="sldNum" idx="27"/>
          </p:nvPr>
        </p:nvSpPr>
        <p:spPr/>
        <p:txBody>
          <a:bodyPr/>
          <a:p>
            <a:fld id="{359DAE7E-16AF-4FC3-A4E6-8F90E218D31C}" type="slidenum">
              <a:t>&lt;#&gt;</a:t>
            </a:fld>
          </a:p>
        </p:txBody>
      </p:sp>
      <p:sp>
        <p:nvSpPr>
          <p:cNvPr id="8" name="PlaceHolder 7"/>
          <p:cNvSpPr>
            <a:spLocks noGrp="1"/>
          </p:cNvSpPr>
          <p:nvPr>
            <p:ph type="dt" idx="25"/>
          </p:nvPr>
        </p:nvSpPr>
        <p:spPr/>
        <p:txBody>
          <a:bodyPr/>
          <a:p>
            <a:r>
              <a:rPr lang="en-GB"/>
              <a:t/>
            </a: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4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5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5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6"/>
          </p:nvPr>
        </p:nvSpPr>
        <p:spPr/>
        <p:txBody>
          <a:bodyPr/>
          <a:p>
            <a:r>
              <a:t>Footer</a:t>
            </a:r>
          </a:p>
        </p:txBody>
      </p:sp>
      <p:sp>
        <p:nvSpPr>
          <p:cNvPr id="7" name="PlaceHolder 6"/>
          <p:cNvSpPr>
            <a:spLocks noGrp="1"/>
          </p:cNvSpPr>
          <p:nvPr>
            <p:ph type="sldNum" idx="27"/>
          </p:nvPr>
        </p:nvSpPr>
        <p:spPr/>
        <p:txBody>
          <a:bodyPr/>
          <a:p>
            <a:fld id="{B0782775-3C37-412C-B062-70A02913B737}" type="slidenum">
              <a:t>&lt;#&gt;</a:t>
            </a:fld>
          </a:p>
        </p:txBody>
      </p:sp>
      <p:sp>
        <p:nvSpPr>
          <p:cNvPr id="8" name="PlaceHolder 7"/>
          <p:cNvSpPr>
            <a:spLocks noGrp="1"/>
          </p:cNvSpPr>
          <p:nvPr>
            <p:ph type="dt" idx="25"/>
          </p:nvPr>
        </p:nvSpPr>
        <p:spPr/>
        <p:txBody>
          <a:bodyPr/>
          <a:p>
            <a:r>
              <a:rPr lang="en-GB"/>
              <a:t/>
            </a: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5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5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5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5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6"/>
          </p:nvPr>
        </p:nvSpPr>
        <p:spPr/>
        <p:txBody>
          <a:bodyPr/>
          <a:p>
            <a:r>
              <a:t>Footer</a:t>
            </a:r>
          </a:p>
        </p:txBody>
      </p:sp>
      <p:sp>
        <p:nvSpPr>
          <p:cNvPr id="7" name="PlaceHolder 6"/>
          <p:cNvSpPr>
            <a:spLocks noGrp="1"/>
          </p:cNvSpPr>
          <p:nvPr>
            <p:ph type="sldNum" idx="27"/>
          </p:nvPr>
        </p:nvSpPr>
        <p:spPr/>
        <p:txBody>
          <a:bodyPr/>
          <a:p>
            <a:fld id="{AD2D5703-CEAB-4365-A0B5-4A9301D0F62D}" type="slidenum">
              <a:t>&lt;#&gt;</a:t>
            </a:fld>
          </a:p>
        </p:txBody>
      </p:sp>
      <p:sp>
        <p:nvSpPr>
          <p:cNvPr id="8" name="PlaceHolder 7"/>
          <p:cNvSpPr>
            <a:spLocks noGrp="1"/>
          </p:cNvSpPr>
          <p:nvPr>
            <p:ph type="dt" idx="25"/>
          </p:nvPr>
        </p:nvSpPr>
        <p:spPr/>
        <p:txBody>
          <a:bodyPr/>
          <a:p>
            <a:r>
              <a:rPr lang="en-GB"/>
              <a:t/>
            </a: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5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5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5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6"/>
          </p:nvPr>
        </p:nvSpPr>
        <p:spPr/>
        <p:txBody>
          <a:bodyPr/>
          <a:p>
            <a:r>
              <a:t>Footer</a:t>
            </a:r>
          </a:p>
        </p:txBody>
      </p:sp>
      <p:sp>
        <p:nvSpPr>
          <p:cNvPr id="6" name="PlaceHolder 5"/>
          <p:cNvSpPr>
            <a:spLocks noGrp="1"/>
          </p:cNvSpPr>
          <p:nvPr>
            <p:ph type="sldNum" idx="27"/>
          </p:nvPr>
        </p:nvSpPr>
        <p:spPr/>
        <p:txBody>
          <a:bodyPr/>
          <a:p>
            <a:fld id="{517C4DDA-F224-4D79-8024-3CC69AB9C201}" type="slidenum">
              <a:t>&lt;#&gt;</a:t>
            </a:fld>
          </a:p>
        </p:txBody>
      </p:sp>
      <p:sp>
        <p:nvSpPr>
          <p:cNvPr id="7" name="PlaceHolder 6"/>
          <p:cNvSpPr>
            <a:spLocks noGrp="1"/>
          </p:cNvSpPr>
          <p:nvPr>
            <p:ph type="dt" idx="25"/>
          </p:nvPr>
        </p:nvSpPr>
        <p:spPr/>
        <p:txBody>
          <a:bodyPr/>
          <a:p>
            <a:r>
              <a:rPr lang="en-GB"/>
              <a:t/>
            </a: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6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6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6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6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26"/>
          </p:nvPr>
        </p:nvSpPr>
        <p:spPr/>
        <p:txBody>
          <a:bodyPr/>
          <a:p>
            <a:r>
              <a:t>Footer</a:t>
            </a:r>
          </a:p>
        </p:txBody>
      </p:sp>
      <p:sp>
        <p:nvSpPr>
          <p:cNvPr id="8" name="PlaceHolder 7"/>
          <p:cNvSpPr>
            <a:spLocks noGrp="1"/>
          </p:cNvSpPr>
          <p:nvPr>
            <p:ph type="sldNum" idx="27"/>
          </p:nvPr>
        </p:nvSpPr>
        <p:spPr/>
        <p:txBody>
          <a:bodyPr/>
          <a:p>
            <a:fld id="{D66FB079-3872-4DB2-9601-6CBA52E00167}" type="slidenum">
              <a:t>&lt;#&gt;</a:t>
            </a:fld>
          </a:p>
        </p:txBody>
      </p:sp>
      <p:sp>
        <p:nvSpPr>
          <p:cNvPr id="9" name="PlaceHolder 8"/>
          <p:cNvSpPr>
            <a:spLocks noGrp="1"/>
          </p:cNvSpPr>
          <p:nvPr>
            <p:ph type="dt" idx="25"/>
          </p:nvPr>
        </p:nvSpPr>
        <p:spPr/>
        <p:txBody>
          <a:bodyPr/>
          <a:p>
            <a:r>
              <a:rPr lang="en-GB"/>
              <a:t/>
            </a: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6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6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6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6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6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7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26"/>
          </p:nvPr>
        </p:nvSpPr>
        <p:spPr/>
        <p:txBody>
          <a:bodyPr/>
          <a:p>
            <a:r>
              <a:t>Footer</a:t>
            </a:r>
          </a:p>
        </p:txBody>
      </p:sp>
      <p:sp>
        <p:nvSpPr>
          <p:cNvPr id="10" name="PlaceHolder 9"/>
          <p:cNvSpPr>
            <a:spLocks noGrp="1"/>
          </p:cNvSpPr>
          <p:nvPr>
            <p:ph type="sldNum" idx="27"/>
          </p:nvPr>
        </p:nvSpPr>
        <p:spPr/>
        <p:txBody>
          <a:bodyPr/>
          <a:p>
            <a:fld id="{AC0F8CB3-6BD6-48B5-881B-C7B762E5CB69}" type="slidenum">
              <a:t>&lt;#&gt;</a:t>
            </a:fld>
          </a:p>
        </p:txBody>
      </p:sp>
      <p:sp>
        <p:nvSpPr>
          <p:cNvPr id="11" name="PlaceHolder 10"/>
          <p:cNvSpPr>
            <a:spLocks noGrp="1"/>
          </p:cNvSpPr>
          <p:nvPr>
            <p:ph type="dt" idx="25"/>
          </p:nvPr>
        </p:nvSpPr>
        <p:spPr/>
        <p:txBody>
          <a:bodyPr/>
          <a:p>
            <a:r>
              <a:rPr lang="en-GB"/>
              <a:t/>
            </a: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F692A779-932F-4586-9591-B7EDAD5BC1DD}" type="slidenum">
              <a:t>&lt;#&gt;</a:t>
            </a:fld>
          </a:p>
        </p:txBody>
      </p:sp>
      <p:sp>
        <p:nvSpPr>
          <p:cNvPr id="4" name="PlaceHolder 3"/>
          <p:cNvSpPr>
            <a:spLocks noGrp="1"/>
          </p:cNvSpPr>
          <p:nvPr>
            <p:ph type="dt" idx="28"/>
          </p:nvPr>
        </p:nvSpPr>
        <p:spPr/>
        <p:txBody>
          <a:bodyPr/>
          <a:p>
            <a:r>
              <a:rPr lang="en-GB"/>
              <a:t/>
            </a:r>
          </a:p>
        </p:txBody>
      </p:sp>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78"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A114C2C9-D71A-452B-A4F8-C366FFC0255F}" type="slidenum">
              <a:t>&lt;#&gt;</a:t>
            </a:fld>
          </a:p>
        </p:txBody>
      </p:sp>
      <p:sp>
        <p:nvSpPr>
          <p:cNvPr id="6" name="PlaceHolder 5"/>
          <p:cNvSpPr>
            <a:spLocks noGrp="1"/>
          </p:cNvSpPr>
          <p:nvPr>
            <p:ph type="dt" idx="28"/>
          </p:nvPr>
        </p:nvSpPr>
        <p:spPr/>
        <p:txBody>
          <a:bodyPr/>
          <a:p>
            <a:r>
              <a:rPr lang="en-GB"/>
              <a:t/>
            </a: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7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80"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A7F2A49A-AFBB-4976-ABEF-51BB368FDDAF}" type="slidenum">
              <a:t>&lt;#&gt;</a:t>
            </a:fld>
          </a:p>
        </p:txBody>
      </p:sp>
      <p:sp>
        <p:nvSpPr>
          <p:cNvPr id="6" name="PlaceHolder 5"/>
          <p:cNvSpPr>
            <a:spLocks noGrp="1"/>
          </p:cNvSpPr>
          <p:nvPr>
            <p:ph type="dt" idx="28"/>
          </p:nvPr>
        </p:nvSpPr>
        <p:spPr/>
        <p:txBody>
          <a:bodyPr/>
          <a:p>
            <a:r>
              <a:rPr lang="en-GB"/>
              <a:t/>
            </a: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8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82"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83"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9"/>
          </p:nvPr>
        </p:nvSpPr>
        <p:spPr/>
        <p:txBody>
          <a:bodyPr/>
          <a:p>
            <a:r>
              <a:t>Footer</a:t>
            </a:r>
          </a:p>
        </p:txBody>
      </p:sp>
      <p:sp>
        <p:nvSpPr>
          <p:cNvPr id="6" name="PlaceHolder 5"/>
          <p:cNvSpPr>
            <a:spLocks noGrp="1"/>
          </p:cNvSpPr>
          <p:nvPr>
            <p:ph type="sldNum" idx="30"/>
          </p:nvPr>
        </p:nvSpPr>
        <p:spPr/>
        <p:txBody>
          <a:bodyPr/>
          <a:p>
            <a:fld id="{10F357E1-6D4F-4A06-810A-57B38B76630D}" type="slidenum">
              <a:t>&lt;#&gt;</a:t>
            </a:fld>
          </a:p>
        </p:txBody>
      </p:sp>
      <p:sp>
        <p:nvSpPr>
          <p:cNvPr id="7" name="PlaceHolder 6"/>
          <p:cNvSpPr>
            <a:spLocks noGrp="1"/>
          </p:cNvSpPr>
          <p:nvPr>
            <p:ph type="dt" idx="28"/>
          </p:nvPr>
        </p:nvSpPr>
        <p:spPr/>
        <p:txBody>
          <a:bodyPr/>
          <a:p>
            <a:r>
              <a:rPr lang="en-GB"/>
              <a:t/>
            </a: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29"/>
          </p:nvPr>
        </p:nvSpPr>
        <p:spPr/>
        <p:txBody>
          <a:bodyPr/>
          <a:p>
            <a:r>
              <a:t>Footer</a:t>
            </a:r>
          </a:p>
        </p:txBody>
      </p:sp>
      <p:sp>
        <p:nvSpPr>
          <p:cNvPr id="4" name="PlaceHolder 3"/>
          <p:cNvSpPr>
            <a:spLocks noGrp="1"/>
          </p:cNvSpPr>
          <p:nvPr>
            <p:ph type="sldNum" idx="30"/>
          </p:nvPr>
        </p:nvSpPr>
        <p:spPr/>
        <p:txBody>
          <a:bodyPr/>
          <a:p>
            <a:fld id="{7B4B7C9A-4758-41BF-837D-9A91E6E32DE0}" type="slidenum">
              <a:t>&lt;#&gt;</a:t>
            </a:fld>
          </a:p>
        </p:txBody>
      </p:sp>
      <p:sp>
        <p:nvSpPr>
          <p:cNvPr id="5" name="PlaceHolder 4"/>
          <p:cNvSpPr>
            <a:spLocks noGrp="1"/>
          </p:cNvSpPr>
          <p:nvPr>
            <p:ph type="dt" idx="28"/>
          </p:nvPr>
        </p:nvSpPr>
        <p:spPr/>
        <p:txBody>
          <a:bodyPr/>
          <a:p>
            <a:r>
              <a:rPr lang="en-GB"/>
              <a:t/>
            </a: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85"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29"/>
          </p:nvPr>
        </p:nvSpPr>
        <p:spPr/>
        <p:txBody>
          <a:bodyPr/>
          <a:p>
            <a:r>
              <a:t>Footer</a:t>
            </a:r>
          </a:p>
        </p:txBody>
      </p:sp>
      <p:sp>
        <p:nvSpPr>
          <p:cNvPr id="4" name="PlaceHolder 3"/>
          <p:cNvSpPr>
            <a:spLocks noGrp="1"/>
          </p:cNvSpPr>
          <p:nvPr>
            <p:ph type="sldNum" idx="30"/>
          </p:nvPr>
        </p:nvSpPr>
        <p:spPr/>
        <p:txBody>
          <a:bodyPr/>
          <a:p>
            <a:fld id="{1157F484-1DCC-42E8-AA4C-10847C6C018B}" type="slidenum">
              <a:t>&lt;#&gt;</a:t>
            </a:fld>
          </a:p>
        </p:txBody>
      </p:sp>
      <p:sp>
        <p:nvSpPr>
          <p:cNvPr id="5" name="PlaceHolder 4"/>
          <p:cNvSpPr>
            <a:spLocks noGrp="1"/>
          </p:cNvSpPr>
          <p:nvPr>
            <p:ph type="dt" idx="28"/>
          </p:nvPr>
        </p:nvSpPr>
        <p:spPr/>
        <p:txBody>
          <a:bodyPr/>
          <a:p>
            <a:r>
              <a:rPr lang="en-GB"/>
              <a:t/>
            </a: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8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87"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88"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89"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9"/>
          </p:nvPr>
        </p:nvSpPr>
        <p:spPr/>
        <p:txBody>
          <a:bodyPr/>
          <a:p>
            <a:r>
              <a:t>Footer</a:t>
            </a:r>
          </a:p>
        </p:txBody>
      </p:sp>
      <p:sp>
        <p:nvSpPr>
          <p:cNvPr id="7" name="PlaceHolder 6"/>
          <p:cNvSpPr>
            <a:spLocks noGrp="1"/>
          </p:cNvSpPr>
          <p:nvPr>
            <p:ph type="sldNum" idx="30"/>
          </p:nvPr>
        </p:nvSpPr>
        <p:spPr/>
        <p:txBody>
          <a:bodyPr/>
          <a:p>
            <a:fld id="{CB56FAD6-FF3A-47C8-92A3-A7F9AAE0329E}" type="slidenum">
              <a:t>&lt;#&gt;</a:t>
            </a:fld>
          </a:p>
        </p:txBody>
      </p:sp>
      <p:sp>
        <p:nvSpPr>
          <p:cNvPr id="8" name="PlaceHolder 7"/>
          <p:cNvSpPr>
            <a:spLocks noGrp="1"/>
          </p:cNvSpPr>
          <p:nvPr>
            <p:ph type="dt" idx="28"/>
          </p:nvPr>
        </p:nvSpPr>
        <p:spPr/>
        <p:txBody>
          <a:bodyPr/>
          <a:p>
            <a:r>
              <a:rPr lang="en-GB"/>
              <a:t/>
            </a: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9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9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9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93"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9"/>
          </p:nvPr>
        </p:nvSpPr>
        <p:spPr/>
        <p:txBody>
          <a:bodyPr/>
          <a:p>
            <a:r>
              <a:t>Footer</a:t>
            </a:r>
          </a:p>
        </p:txBody>
      </p:sp>
      <p:sp>
        <p:nvSpPr>
          <p:cNvPr id="7" name="PlaceHolder 6"/>
          <p:cNvSpPr>
            <a:spLocks noGrp="1"/>
          </p:cNvSpPr>
          <p:nvPr>
            <p:ph type="sldNum" idx="30"/>
          </p:nvPr>
        </p:nvSpPr>
        <p:spPr/>
        <p:txBody>
          <a:bodyPr/>
          <a:p>
            <a:fld id="{EC5B6166-5278-40FE-967E-DF7A3597D5FB}" type="slidenum">
              <a:t>&lt;#&gt;</a:t>
            </a:fld>
          </a:p>
        </p:txBody>
      </p:sp>
      <p:sp>
        <p:nvSpPr>
          <p:cNvPr id="8" name="PlaceHolder 7"/>
          <p:cNvSpPr>
            <a:spLocks noGrp="1"/>
          </p:cNvSpPr>
          <p:nvPr>
            <p:ph type="dt" idx="28"/>
          </p:nvPr>
        </p:nvSpPr>
        <p:spPr/>
        <p:txBody>
          <a:bodyPr/>
          <a:p>
            <a:r>
              <a:rPr lang="en-GB"/>
              <a:t/>
            </a: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9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9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96"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397"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29"/>
          </p:nvPr>
        </p:nvSpPr>
        <p:spPr/>
        <p:txBody>
          <a:bodyPr/>
          <a:p>
            <a:r>
              <a:t>Footer</a:t>
            </a:r>
          </a:p>
        </p:txBody>
      </p:sp>
      <p:sp>
        <p:nvSpPr>
          <p:cNvPr id="7" name="PlaceHolder 6"/>
          <p:cNvSpPr>
            <a:spLocks noGrp="1"/>
          </p:cNvSpPr>
          <p:nvPr>
            <p:ph type="sldNum" idx="30"/>
          </p:nvPr>
        </p:nvSpPr>
        <p:spPr/>
        <p:txBody>
          <a:bodyPr/>
          <a:p>
            <a:fld id="{D19AC277-2C20-432C-A194-EA150F04C831}" type="slidenum">
              <a:t>&lt;#&gt;</a:t>
            </a:fld>
          </a:p>
        </p:txBody>
      </p:sp>
      <p:sp>
        <p:nvSpPr>
          <p:cNvPr id="8" name="PlaceHolder 7"/>
          <p:cNvSpPr>
            <a:spLocks noGrp="1"/>
          </p:cNvSpPr>
          <p:nvPr>
            <p:ph type="dt" idx="28"/>
          </p:nvPr>
        </p:nvSpPr>
        <p:spPr/>
        <p:txBody>
          <a:bodyPr/>
          <a:p>
            <a:r>
              <a:rPr lang="en-GB"/>
              <a:t/>
            </a: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9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99"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00"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29"/>
          </p:nvPr>
        </p:nvSpPr>
        <p:spPr/>
        <p:txBody>
          <a:bodyPr/>
          <a:p>
            <a:r>
              <a:t>Footer</a:t>
            </a:r>
          </a:p>
        </p:txBody>
      </p:sp>
      <p:sp>
        <p:nvSpPr>
          <p:cNvPr id="6" name="PlaceHolder 5"/>
          <p:cNvSpPr>
            <a:spLocks noGrp="1"/>
          </p:cNvSpPr>
          <p:nvPr>
            <p:ph type="sldNum" idx="30"/>
          </p:nvPr>
        </p:nvSpPr>
        <p:spPr/>
        <p:txBody>
          <a:bodyPr/>
          <a:p>
            <a:fld id="{2C122757-2A66-4F99-B4C2-E31DB03CFDD4}" type="slidenum">
              <a:t>&lt;#&gt;</a:t>
            </a:fld>
          </a:p>
        </p:txBody>
      </p:sp>
      <p:sp>
        <p:nvSpPr>
          <p:cNvPr id="7" name="PlaceHolder 6"/>
          <p:cNvSpPr>
            <a:spLocks noGrp="1"/>
          </p:cNvSpPr>
          <p:nvPr>
            <p:ph type="dt" idx="28"/>
          </p:nvPr>
        </p:nvSpPr>
        <p:spPr/>
        <p:txBody>
          <a:bodyPr/>
          <a:p>
            <a:r>
              <a:rPr lang="en-GB"/>
              <a:t/>
            </a: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0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02"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03"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04"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05"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29"/>
          </p:nvPr>
        </p:nvSpPr>
        <p:spPr/>
        <p:txBody>
          <a:bodyPr/>
          <a:p>
            <a:r>
              <a:t>Footer</a:t>
            </a:r>
          </a:p>
        </p:txBody>
      </p:sp>
      <p:sp>
        <p:nvSpPr>
          <p:cNvPr id="8" name="PlaceHolder 7"/>
          <p:cNvSpPr>
            <a:spLocks noGrp="1"/>
          </p:cNvSpPr>
          <p:nvPr>
            <p:ph type="sldNum" idx="30"/>
          </p:nvPr>
        </p:nvSpPr>
        <p:spPr/>
        <p:txBody>
          <a:bodyPr/>
          <a:p>
            <a:fld id="{93E40508-237A-41E3-9D77-D19E19F9FBA1}" type="slidenum">
              <a:t>&lt;#&gt;</a:t>
            </a:fld>
          </a:p>
        </p:txBody>
      </p:sp>
      <p:sp>
        <p:nvSpPr>
          <p:cNvPr id="9" name="PlaceHolder 8"/>
          <p:cNvSpPr>
            <a:spLocks noGrp="1"/>
          </p:cNvSpPr>
          <p:nvPr>
            <p:ph type="dt" idx="28"/>
          </p:nvPr>
        </p:nvSpPr>
        <p:spPr/>
        <p:txBody>
          <a:bodyPr/>
          <a:p>
            <a:r>
              <a:rPr lang="en-GB"/>
              <a:t/>
            </a: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07"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08"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09"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10"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11"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12"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29"/>
          </p:nvPr>
        </p:nvSpPr>
        <p:spPr/>
        <p:txBody>
          <a:bodyPr/>
          <a:p>
            <a:r>
              <a:t>Footer</a:t>
            </a:r>
          </a:p>
        </p:txBody>
      </p:sp>
      <p:sp>
        <p:nvSpPr>
          <p:cNvPr id="10" name="PlaceHolder 9"/>
          <p:cNvSpPr>
            <a:spLocks noGrp="1"/>
          </p:cNvSpPr>
          <p:nvPr>
            <p:ph type="sldNum" idx="30"/>
          </p:nvPr>
        </p:nvSpPr>
        <p:spPr/>
        <p:txBody>
          <a:bodyPr/>
          <a:p>
            <a:fld id="{7840E5D7-1FFB-4DD3-BF4F-B6B766ED30EA}" type="slidenum">
              <a:t>&lt;#&gt;</a:t>
            </a:fld>
          </a:p>
        </p:txBody>
      </p:sp>
      <p:sp>
        <p:nvSpPr>
          <p:cNvPr id="11" name="PlaceHolder 10"/>
          <p:cNvSpPr>
            <a:spLocks noGrp="1"/>
          </p:cNvSpPr>
          <p:nvPr>
            <p:ph type="dt" idx="28"/>
          </p:nvPr>
        </p:nvSpPr>
        <p:spPr/>
        <p:txBody>
          <a:bodyPr/>
          <a:p>
            <a:r>
              <a:rPr lang="en-GB"/>
              <a:t/>
            </a:r>
          </a:p>
        </p:txBody>
      </p:sp>
    </p:spTree>
  </p:cSld>
</p:sldLayout>
</file>

<file path=ppt/slideLayouts/slideLayout1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8EA71B9C-26B4-45DF-A082-B2072C20132C}" type="slidenum">
              <a:t>&lt;#&gt;</a:t>
            </a:fld>
          </a:p>
        </p:txBody>
      </p:sp>
      <p:sp>
        <p:nvSpPr>
          <p:cNvPr id="4" name="PlaceHolder 3"/>
          <p:cNvSpPr>
            <a:spLocks noGrp="1"/>
          </p:cNvSpPr>
          <p:nvPr>
            <p:ph type="dt" idx="31"/>
          </p:nvPr>
        </p:nvSpPr>
        <p:spPr/>
        <p:txBody>
          <a:bodyPr/>
          <a:p>
            <a:r>
              <a:rPr lang="en-GB"/>
              <a:t/>
            </a:r>
          </a:p>
        </p:txBody>
      </p:sp>
    </p:spTree>
  </p:cSld>
</p:sldLayout>
</file>

<file path=ppt/slideLayouts/slideLayout1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20"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4" name="PlaceHolder 3"/>
          <p:cNvSpPr>
            <a:spLocks noGrp="1"/>
          </p:cNvSpPr>
          <p:nvPr>
            <p:ph type="ftr" idx="32"/>
          </p:nvPr>
        </p:nvSpPr>
        <p:spPr/>
        <p:txBody>
          <a:bodyPr/>
          <a:p>
            <a:r>
              <a:t>Footer</a:t>
            </a:r>
          </a:p>
        </p:txBody>
      </p:sp>
      <p:sp>
        <p:nvSpPr>
          <p:cNvPr id="5" name="PlaceHolder 4"/>
          <p:cNvSpPr>
            <a:spLocks noGrp="1"/>
          </p:cNvSpPr>
          <p:nvPr>
            <p:ph type="sldNum" idx="33"/>
          </p:nvPr>
        </p:nvSpPr>
        <p:spPr/>
        <p:txBody>
          <a:bodyPr/>
          <a:p>
            <a:fld id="{63F70868-98CD-4533-87C4-9339F618E78B}" type="slidenum">
              <a:t>&lt;#&gt;</a:t>
            </a:fld>
          </a:p>
        </p:txBody>
      </p:sp>
      <p:sp>
        <p:nvSpPr>
          <p:cNvPr id="6" name="PlaceHolder 5"/>
          <p:cNvSpPr>
            <a:spLocks noGrp="1"/>
          </p:cNvSpPr>
          <p:nvPr>
            <p:ph type="dt" idx="31"/>
          </p:nvPr>
        </p:nvSpPr>
        <p:spPr/>
        <p:txBody>
          <a:bodyPr/>
          <a:p>
            <a:r>
              <a:rPr lang="en-GB"/>
              <a:t/>
            </a:r>
          </a:p>
        </p:txBody>
      </p:sp>
    </p:spTree>
  </p:cSld>
</p:sldLayout>
</file>

<file path=ppt/slideLayouts/slideLayout1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22"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 name="PlaceHolder 3"/>
          <p:cNvSpPr>
            <a:spLocks noGrp="1"/>
          </p:cNvSpPr>
          <p:nvPr>
            <p:ph type="ftr" idx="32"/>
          </p:nvPr>
        </p:nvSpPr>
        <p:spPr/>
        <p:txBody>
          <a:bodyPr/>
          <a:p>
            <a:r>
              <a:t>Footer</a:t>
            </a:r>
          </a:p>
        </p:txBody>
      </p:sp>
      <p:sp>
        <p:nvSpPr>
          <p:cNvPr id="5" name="PlaceHolder 4"/>
          <p:cNvSpPr>
            <a:spLocks noGrp="1"/>
          </p:cNvSpPr>
          <p:nvPr>
            <p:ph type="sldNum" idx="33"/>
          </p:nvPr>
        </p:nvSpPr>
        <p:spPr/>
        <p:txBody>
          <a:bodyPr/>
          <a:p>
            <a:fld id="{DC6C336F-4B6D-4198-B3DD-5975D719175B}" type="slidenum">
              <a:t>&lt;#&gt;</a:t>
            </a:fld>
          </a:p>
        </p:txBody>
      </p:sp>
      <p:sp>
        <p:nvSpPr>
          <p:cNvPr id="6" name="PlaceHolder 5"/>
          <p:cNvSpPr>
            <a:spLocks noGrp="1"/>
          </p:cNvSpPr>
          <p:nvPr>
            <p:ph type="dt" idx="31"/>
          </p:nvPr>
        </p:nvSpPr>
        <p:spPr/>
        <p:txBody>
          <a:bodyPr/>
          <a:p>
            <a:r>
              <a:rPr lang="en-GB"/>
              <a:t/>
            </a:r>
          </a:p>
        </p:txBody>
      </p:sp>
    </p:spTree>
  </p:cSld>
</p:sldLayout>
</file>

<file path=ppt/slideLayouts/slideLayout1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2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24"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25"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32"/>
          </p:nvPr>
        </p:nvSpPr>
        <p:spPr/>
        <p:txBody>
          <a:bodyPr/>
          <a:p>
            <a:r>
              <a:t>Footer</a:t>
            </a:r>
          </a:p>
        </p:txBody>
      </p:sp>
      <p:sp>
        <p:nvSpPr>
          <p:cNvPr id="6" name="PlaceHolder 5"/>
          <p:cNvSpPr>
            <a:spLocks noGrp="1"/>
          </p:cNvSpPr>
          <p:nvPr>
            <p:ph type="sldNum" idx="33"/>
          </p:nvPr>
        </p:nvSpPr>
        <p:spPr/>
        <p:txBody>
          <a:bodyPr/>
          <a:p>
            <a:fld id="{0C3FE8D0-AF65-4362-82B0-99762F98910A}" type="slidenum">
              <a:t>&lt;#&gt;</a:t>
            </a:fld>
          </a:p>
        </p:txBody>
      </p:sp>
      <p:sp>
        <p:nvSpPr>
          <p:cNvPr id="7" name="PlaceHolder 6"/>
          <p:cNvSpPr>
            <a:spLocks noGrp="1"/>
          </p:cNvSpPr>
          <p:nvPr>
            <p:ph type="dt" idx="31"/>
          </p:nvPr>
        </p:nvSpPr>
        <p:spPr/>
        <p:txBody>
          <a:bodyPr/>
          <a:p>
            <a:r>
              <a:rPr lang="en-GB"/>
              <a:t/>
            </a:r>
          </a:p>
        </p:txBody>
      </p:sp>
    </p:spTree>
  </p:cSld>
</p:sldLayout>
</file>

<file path=ppt/slideLayouts/slideLayout1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3" name="PlaceHolder 2"/>
          <p:cNvSpPr>
            <a:spLocks noGrp="1"/>
          </p:cNvSpPr>
          <p:nvPr>
            <p:ph type="ftr" idx="32"/>
          </p:nvPr>
        </p:nvSpPr>
        <p:spPr/>
        <p:txBody>
          <a:bodyPr/>
          <a:p>
            <a:r>
              <a:t>Footer</a:t>
            </a:r>
          </a:p>
        </p:txBody>
      </p:sp>
      <p:sp>
        <p:nvSpPr>
          <p:cNvPr id="4" name="PlaceHolder 3"/>
          <p:cNvSpPr>
            <a:spLocks noGrp="1"/>
          </p:cNvSpPr>
          <p:nvPr>
            <p:ph type="sldNum" idx="33"/>
          </p:nvPr>
        </p:nvSpPr>
        <p:spPr/>
        <p:txBody>
          <a:bodyPr/>
          <a:p>
            <a:fld id="{29CAC40C-1A56-457E-967C-207A75FC379D}" type="slidenum">
              <a:t>&lt;#&gt;</a:t>
            </a:fld>
          </a:p>
        </p:txBody>
      </p:sp>
      <p:sp>
        <p:nvSpPr>
          <p:cNvPr id="5" name="PlaceHolder 4"/>
          <p:cNvSpPr>
            <a:spLocks noGrp="1"/>
          </p:cNvSpPr>
          <p:nvPr>
            <p:ph type="dt" idx="31"/>
          </p:nvPr>
        </p:nvSpPr>
        <p:spPr/>
        <p:txBody>
          <a:bodyPr/>
          <a:p>
            <a:r>
              <a:rPr lang="en-GB"/>
              <a:t/>
            </a:r>
          </a:p>
        </p:txBody>
      </p:sp>
    </p:spTree>
  </p:cSld>
</p:sldLayout>
</file>

<file path=ppt/slideLayouts/slideLayout1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27"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GB" sz="3200" spc="-1" strike="noStrike">
              <a:latin typeface="Arial"/>
            </a:endParaRPr>
          </a:p>
        </p:txBody>
      </p:sp>
      <p:sp>
        <p:nvSpPr>
          <p:cNvPr id="3" name="PlaceHolder 2"/>
          <p:cNvSpPr>
            <a:spLocks noGrp="1"/>
          </p:cNvSpPr>
          <p:nvPr>
            <p:ph type="ftr" idx="32"/>
          </p:nvPr>
        </p:nvSpPr>
        <p:spPr/>
        <p:txBody>
          <a:bodyPr/>
          <a:p>
            <a:r>
              <a:t>Footer</a:t>
            </a:r>
          </a:p>
        </p:txBody>
      </p:sp>
      <p:sp>
        <p:nvSpPr>
          <p:cNvPr id="4" name="PlaceHolder 3"/>
          <p:cNvSpPr>
            <a:spLocks noGrp="1"/>
          </p:cNvSpPr>
          <p:nvPr>
            <p:ph type="sldNum" idx="33"/>
          </p:nvPr>
        </p:nvSpPr>
        <p:spPr/>
        <p:txBody>
          <a:bodyPr/>
          <a:p>
            <a:fld id="{22275C88-117A-4E55-9FD4-8114CA8CE3C2}" type="slidenum">
              <a:t>&lt;#&gt;</a:t>
            </a:fld>
          </a:p>
        </p:txBody>
      </p:sp>
      <p:sp>
        <p:nvSpPr>
          <p:cNvPr id="5" name="PlaceHolder 4"/>
          <p:cNvSpPr>
            <a:spLocks noGrp="1"/>
          </p:cNvSpPr>
          <p:nvPr>
            <p:ph type="dt" idx="31"/>
          </p:nvPr>
        </p:nvSpPr>
        <p:spPr/>
        <p:txBody>
          <a:bodyPr/>
          <a:p>
            <a:r>
              <a:rPr lang="en-GB"/>
              <a:t/>
            </a:r>
          </a:p>
        </p:txBody>
      </p:sp>
    </p:spTree>
  </p:cSld>
</p:sldLayout>
</file>

<file path=ppt/slideLayouts/slideLayout1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2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29"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30"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31"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32"/>
          </p:nvPr>
        </p:nvSpPr>
        <p:spPr/>
        <p:txBody>
          <a:bodyPr/>
          <a:p>
            <a:r>
              <a:t>Footer</a:t>
            </a:r>
          </a:p>
        </p:txBody>
      </p:sp>
      <p:sp>
        <p:nvSpPr>
          <p:cNvPr id="7" name="PlaceHolder 6"/>
          <p:cNvSpPr>
            <a:spLocks noGrp="1"/>
          </p:cNvSpPr>
          <p:nvPr>
            <p:ph type="sldNum" idx="33"/>
          </p:nvPr>
        </p:nvSpPr>
        <p:spPr/>
        <p:txBody>
          <a:bodyPr/>
          <a:p>
            <a:fld id="{F5092CCF-3E51-4D97-BC00-EC7398EC3914}" type="slidenum">
              <a:t>&lt;#&gt;</a:t>
            </a:fld>
          </a:p>
        </p:txBody>
      </p:sp>
      <p:sp>
        <p:nvSpPr>
          <p:cNvPr id="8" name="PlaceHolder 7"/>
          <p:cNvSpPr>
            <a:spLocks noGrp="1"/>
          </p:cNvSpPr>
          <p:nvPr>
            <p:ph type="dt" idx="31"/>
          </p:nvPr>
        </p:nvSpPr>
        <p:spPr/>
        <p:txBody>
          <a:bodyPr/>
          <a:p>
            <a:r>
              <a:rPr lang="en-GB"/>
              <a:t/>
            </a:r>
          </a:p>
        </p:txBody>
      </p:sp>
    </p:spTree>
  </p:cSld>
</p:sldLayout>
</file>

<file path=ppt/slideLayouts/slideLayout1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3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33"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3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35"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32"/>
          </p:nvPr>
        </p:nvSpPr>
        <p:spPr/>
        <p:txBody>
          <a:bodyPr/>
          <a:p>
            <a:r>
              <a:t>Footer</a:t>
            </a:r>
          </a:p>
        </p:txBody>
      </p:sp>
      <p:sp>
        <p:nvSpPr>
          <p:cNvPr id="7" name="PlaceHolder 6"/>
          <p:cNvSpPr>
            <a:spLocks noGrp="1"/>
          </p:cNvSpPr>
          <p:nvPr>
            <p:ph type="sldNum" idx="33"/>
          </p:nvPr>
        </p:nvSpPr>
        <p:spPr/>
        <p:txBody>
          <a:bodyPr/>
          <a:p>
            <a:fld id="{13537F5A-D071-4189-885D-F078BDC4A12A}" type="slidenum">
              <a:t>&lt;#&gt;</a:t>
            </a:fld>
          </a:p>
        </p:txBody>
      </p:sp>
      <p:sp>
        <p:nvSpPr>
          <p:cNvPr id="8" name="PlaceHolder 7"/>
          <p:cNvSpPr>
            <a:spLocks noGrp="1"/>
          </p:cNvSpPr>
          <p:nvPr>
            <p:ph type="dt" idx="31"/>
          </p:nvPr>
        </p:nvSpPr>
        <p:spPr/>
        <p:txBody>
          <a:bodyPr/>
          <a:p>
            <a:r>
              <a:rPr lang="en-GB"/>
              <a:t/>
            </a:r>
          </a:p>
        </p:txBody>
      </p:sp>
    </p:spTree>
  </p:cSld>
</p:sldLayout>
</file>

<file path=ppt/slideLayouts/slideLayout1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3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37"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38"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39"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6" name="PlaceHolder 5"/>
          <p:cNvSpPr>
            <a:spLocks noGrp="1"/>
          </p:cNvSpPr>
          <p:nvPr>
            <p:ph type="ftr" idx="32"/>
          </p:nvPr>
        </p:nvSpPr>
        <p:spPr/>
        <p:txBody>
          <a:bodyPr/>
          <a:p>
            <a:r>
              <a:t>Footer</a:t>
            </a:r>
          </a:p>
        </p:txBody>
      </p:sp>
      <p:sp>
        <p:nvSpPr>
          <p:cNvPr id="7" name="PlaceHolder 6"/>
          <p:cNvSpPr>
            <a:spLocks noGrp="1"/>
          </p:cNvSpPr>
          <p:nvPr>
            <p:ph type="sldNum" idx="33"/>
          </p:nvPr>
        </p:nvSpPr>
        <p:spPr/>
        <p:txBody>
          <a:bodyPr/>
          <a:p>
            <a:fld id="{41E1935C-994E-4A56-A6E2-434C078618D3}" type="slidenum">
              <a:t>&lt;#&gt;</a:t>
            </a:fld>
          </a:p>
        </p:txBody>
      </p:sp>
      <p:sp>
        <p:nvSpPr>
          <p:cNvPr id="8" name="PlaceHolder 7"/>
          <p:cNvSpPr>
            <a:spLocks noGrp="1"/>
          </p:cNvSpPr>
          <p:nvPr>
            <p:ph type="dt" idx="31"/>
          </p:nvPr>
        </p:nvSpPr>
        <p:spPr/>
        <p:txBody>
          <a:bodyPr/>
          <a:p>
            <a:r>
              <a:rPr lang="en-GB"/>
              <a:t/>
            </a:r>
          </a:p>
        </p:txBody>
      </p:sp>
    </p:spTree>
  </p:cSld>
</p:sldLayout>
</file>

<file path=ppt/slideLayouts/slideLayout1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4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41"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42"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5" name="PlaceHolder 4"/>
          <p:cNvSpPr>
            <a:spLocks noGrp="1"/>
          </p:cNvSpPr>
          <p:nvPr>
            <p:ph type="ftr" idx="32"/>
          </p:nvPr>
        </p:nvSpPr>
        <p:spPr/>
        <p:txBody>
          <a:bodyPr/>
          <a:p>
            <a:r>
              <a:t>Footer</a:t>
            </a:r>
          </a:p>
        </p:txBody>
      </p:sp>
      <p:sp>
        <p:nvSpPr>
          <p:cNvPr id="6" name="PlaceHolder 5"/>
          <p:cNvSpPr>
            <a:spLocks noGrp="1"/>
          </p:cNvSpPr>
          <p:nvPr>
            <p:ph type="sldNum" idx="33"/>
          </p:nvPr>
        </p:nvSpPr>
        <p:spPr/>
        <p:txBody>
          <a:bodyPr/>
          <a:p>
            <a:fld id="{417409DE-79BD-4C7E-9FDB-79D92E325A29}" type="slidenum">
              <a:t>&lt;#&gt;</a:t>
            </a:fld>
          </a:p>
        </p:txBody>
      </p:sp>
      <p:sp>
        <p:nvSpPr>
          <p:cNvPr id="7" name="PlaceHolder 6"/>
          <p:cNvSpPr>
            <a:spLocks noGrp="1"/>
          </p:cNvSpPr>
          <p:nvPr>
            <p:ph type="dt" idx="31"/>
          </p:nvPr>
        </p:nvSpPr>
        <p:spPr/>
        <p:txBody>
          <a:bodyPr/>
          <a:p>
            <a:r>
              <a:rPr lang="en-GB"/>
              <a:t/>
            </a:r>
          </a:p>
        </p:txBody>
      </p:sp>
    </p:spTree>
  </p:cSld>
</p:sldLayout>
</file>

<file path=ppt/slideLayouts/slideLayout1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4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4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4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46"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47"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7" name="PlaceHolder 6"/>
          <p:cNvSpPr>
            <a:spLocks noGrp="1"/>
          </p:cNvSpPr>
          <p:nvPr>
            <p:ph type="ftr" idx="32"/>
          </p:nvPr>
        </p:nvSpPr>
        <p:spPr/>
        <p:txBody>
          <a:bodyPr/>
          <a:p>
            <a:r>
              <a:t>Footer</a:t>
            </a:r>
          </a:p>
        </p:txBody>
      </p:sp>
      <p:sp>
        <p:nvSpPr>
          <p:cNvPr id="8" name="PlaceHolder 7"/>
          <p:cNvSpPr>
            <a:spLocks noGrp="1"/>
          </p:cNvSpPr>
          <p:nvPr>
            <p:ph type="sldNum" idx="33"/>
          </p:nvPr>
        </p:nvSpPr>
        <p:spPr/>
        <p:txBody>
          <a:bodyPr/>
          <a:p>
            <a:fld id="{2FFE4875-524A-4A63-BA35-B372E9DE12FB}" type="slidenum">
              <a:t>&lt;#&gt;</a:t>
            </a:fld>
          </a:p>
        </p:txBody>
      </p:sp>
      <p:sp>
        <p:nvSpPr>
          <p:cNvPr id="9" name="PlaceHolder 8"/>
          <p:cNvSpPr>
            <a:spLocks noGrp="1"/>
          </p:cNvSpPr>
          <p:nvPr>
            <p:ph type="dt" idx="31"/>
          </p:nvPr>
        </p:nvSpPr>
        <p:spPr/>
        <p:txBody>
          <a:bodyPr/>
          <a:p>
            <a:r>
              <a:rPr lang="en-GB"/>
              <a:t/>
            </a:r>
          </a:p>
        </p:txBody>
      </p:sp>
    </p:spTree>
  </p:cSld>
</p:sldLayout>
</file>

<file path=ppt/slideLayouts/slideLayout1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ffffff"/>
              </a:solidFill>
              <a:latin typeface="Calibri"/>
            </a:endParaRPr>
          </a:p>
        </p:txBody>
      </p:sp>
      <p:sp>
        <p:nvSpPr>
          <p:cNvPr id="449"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50"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51"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52"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53"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454"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ffffff"/>
              </a:solidFill>
              <a:latin typeface="Calibri"/>
            </a:endParaRPr>
          </a:p>
        </p:txBody>
      </p:sp>
      <p:sp>
        <p:nvSpPr>
          <p:cNvPr id="9" name="PlaceHolder 8"/>
          <p:cNvSpPr>
            <a:spLocks noGrp="1"/>
          </p:cNvSpPr>
          <p:nvPr>
            <p:ph type="ftr" idx="32"/>
          </p:nvPr>
        </p:nvSpPr>
        <p:spPr/>
        <p:txBody>
          <a:bodyPr/>
          <a:p>
            <a:r>
              <a:t>Footer</a:t>
            </a:r>
          </a:p>
        </p:txBody>
      </p:sp>
      <p:sp>
        <p:nvSpPr>
          <p:cNvPr id="10" name="PlaceHolder 9"/>
          <p:cNvSpPr>
            <a:spLocks noGrp="1"/>
          </p:cNvSpPr>
          <p:nvPr>
            <p:ph type="sldNum" idx="33"/>
          </p:nvPr>
        </p:nvSpPr>
        <p:spPr/>
        <p:txBody>
          <a:bodyPr/>
          <a:p>
            <a:fld id="{3BAD33A8-AB13-4898-BF36-B55F1DD5ECBE}" type="slidenum">
              <a:t>&lt;#&gt;</a:t>
            </a:fld>
          </a:p>
        </p:txBody>
      </p:sp>
      <p:sp>
        <p:nvSpPr>
          <p:cNvPr id="11" name="PlaceHolder 10"/>
          <p:cNvSpPr>
            <a:spLocks noGrp="1"/>
          </p:cNvSpPr>
          <p:nvPr>
            <p:ph type="dt" idx="31"/>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9" Type="http://schemas.openxmlformats.org/officeDocument/2006/relationships/slideLayout" Target="../slideLayouts/slideLayout116.xml"/><Relationship Id="rId10" Type="http://schemas.openxmlformats.org/officeDocument/2006/relationships/slideLayout" Target="../slideLayouts/slideLayout117.xml"/><Relationship Id="rId11" Type="http://schemas.openxmlformats.org/officeDocument/2006/relationships/slideLayout" Target="../slideLayouts/slideLayout118.xml"/><Relationship Id="rId12" Type="http://schemas.openxmlformats.org/officeDocument/2006/relationships/slideLayout" Target="../slideLayouts/slideLayout119.xml"/><Relationship Id="rId13" Type="http://schemas.openxmlformats.org/officeDocument/2006/relationships/slideLayout" Target="../slideLayouts/slideLayout12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21.xml"/><Relationship Id="rId3" Type="http://schemas.openxmlformats.org/officeDocument/2006/relationships/slideLayout" Target="../slideLayouts/slideLayout122.xml"/><Relationship Id="rId4" Type="http://schemas.openxmlformats.org/officeDocument/2006/relationships/slideLayout" Target="../slideLayouts/slideLayout123.xml"/><Relationship Id="rId5" Type="http://schemas.openxmlformats.org/officeDocument/2006/relationships/slideLayout" Target="../slideLayouts/slideLayout124.xml"/><Relationship Id="rId6" Type="http://schemas.openxmlformats.org/officeDocument/2006/relationships/slideLayout" Target="../slideLayouts/slideLayout125.xml"/><Relationship Id="rId7" Type="http://schemas.openxmlformats.org/officeDocument/2006/relationships/slideLayout" Target="../slideLayouts/slideLayout126.xml"/><Relationship Id="rId8" Type="http://schemas.openxmlformats.org/officeDocument/2006/relationships/slideLayout" Target="../slideLayouts/slideLayout127.xml"/><Relationship Id="rId9" Type="http://schemas.openxmlformats.org/officeDocument/2006/relationships/slideLayout" Target="../slideLayouts/slideLayout128.xml"/><Relationship Id="rId10" Type="http://schemas.openxmlformats.org/officeDocument/2006/relationships/slideLayout" Target="../slideLayouts/slideLayout129.xml"/><Relationship Id="rId11" Type="http://schemas.openxmlformats.org/officeDocument/2006/relationships/slideLayout" Target="../slideLayouts/slideLayout130.xml"/><Relationship Id="rId12" Type="http://schemas.openxmlformats.org/officeDocument/2006/relationships/slideLayout" Target="../slideLayouts/slideLayout131.xml"/><Relationship Id="rId13" Type="http://schemas.openxmlformats.org/officeDocument/2006/relationships/slideLayout" Target="../slideLayouts/slideLayout13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anchor="b">
            <a:noAutofit/>
          </a:bodyPr>
          <a:p>
            <a:pPr algn="ctr">
              <a:lnSpc>
                <a:spcPct val="90000"/>
              </a:lnSpc>
              <a:buNone/>
            </a:pPr>
            <a:r>
              <a:rPr b="0" lang="nb-NO" sz="6000" spc="-1" strike="noStrike">
                <a:solidFill>
                  <a:srgbClr val="ffffff"/>
                </a:solidFill>
                <a:latin typeface="Calibri Light"/>
              </a:rPr>
              <a:t>Kl</a:t>
            </a:r>
            <a:r>
              <a:rPr b="0" lang="nb-NO" sz="6000" spc="-1" strike="noStrike">
                <a:solidFill>
                  <a:srgbClr val="ffffff"/>
                </a:solidFill>
                <a:latin typeface="Calibri Light"/>
              </a:rPr>
              <a:t>ik</a:t>
            </a:r>
            <a:r>
              <a:rPr b="0" lang="nb-NO" sz="6000" spc="-1" strike="noStrike">
                <a:solidFill>
                  <a:srgbClr val="ffffff"/>
                </a:solidFill>
                <a:latin typeface="Calibri Light"/>
              </a:rPr>
              <a:t>k </a:t>
            </a:r>
            <a:r>
              <a:rPr b="0" lang="nb-NO" sz="6000" spc="-1" strike="noStrike">
                <a:solidFill>
                  <a:srgbClr val="ffffff"/>
                </a:solidFill>
                <a:latin typeface="Calibri Light"/>
              </a:rPr>
              <a:t>fo</a:t>
            </a:r>
            <a:r>
              <a:rPr b="0" lang="nb-NO" sz="6000" spc="-1" strike="noStrike">
                <a:solidFill>
                  <a:srgbClr val="ffffff"/>
                </a:solidFill>
                <a:latin typeface="Calibri Light"/>
              </a:rPr>
              <a:t>r </a:t>
            </a:r>
            <a:r>
              <a:rPr b="0" lang="nb-NO" sz="6000" spc="-1" strike="noStrike">
                <a:solidFill>
                  <a:srgbClr val="ffffff"/>
                </a:solidFill>
                <a:latin typeface="Calibri Light"/>
              </a:rPr>
              <a:t>å </a:t>
            </a:r>
            <a:r>
              <a:rPr b="0" lang="nb-NO" sz="6000" spc="-1" strike="noStrike">
                <a:solidFill>
                  <a:srgbClr val="ffffff"/>
                </a:solidFill>
                <a:latin typeface="Calibri Light"/>
              </a:rPr>
              <a:t>re</a:t>
            </a:r>
            <a:r>
              <a:rPr b="0" lang="nb-NO" sz="6000" spc="-1" strike="noStrike">
                <a:solidFill>
                  <a:srgbClr val="ffffff"/>
                </a:solidFill>
                <a:latin typeface="Calibri Light"/>
              </a:rPr>
              <a:t>di</a:t>
            </a:r>
            <a:r>
              <a:rPr b="0" lang="nb-NO" sz="6000" spc="-1" strike="noStrike">
                <a:solidFill>
                  <a:srgbClr val="ffffff"/>
                </a:solidFill>
                <a:latin typeface="Calibri Light"/>
              </a:rPr>
              <a:t>g</a:t>
            </a:r>
            <a:r>
              <a:rPr b="0" lang="nb-NO" sz="6000" spc="-1" strike="noStrike">
                <a:solidFill>
                  <a:srgbClr val="ffffff"/>
                </a:solidFill>
                <a:latin typeface="Calibri Light"/>
              </a:rPr>
              <a:t>er</a:t>
            </a:r>
            <a:r>
              <a:rPr b="0" lang="nb-NO" sz="6000" spc="-1" strike="noStrike">
                <a:solidFill>
                  <a:srgbClr val="ffffff"/>
                </a:solidFill>
                <a:latin typeface="Calibri Light"/>
              </a:rPr>
              <a:t>e </a:t>
            </a:r>
            <a:r>
              <a:rPr b="0" lang="nb-NO" sz="6000" spc="-1" strike="noStrike">
                <a:solidFill>
                  <a:srgbClr val="ffffff"/>
                </a:solidFill>
                <a:latin typeface="Calibri Light"/>
              </a:rPr>
              <a:t>tit</a:t>
            </a:r>
            <a:r>
              <a:rPr b="0" lang="nb-NO" sz="6000" spc="-1" strike="noStrike">
                <a:solidFill>
                  <a:srgbClr val="ffffff"/>
                </a:solidFill>
                <a:latin typeface="Calibri Light"/>
              </a:rPr>
              <a:t>te</a:t>
            </a:r>
            <a:r>
              <a:rPr b="0" lang="nb-NO" sz="6000" spc="-1" strike="noStrike">
                <a:solidFill>
                  <a:srgbClr val="ffffff"/>
                </a:solidFill>
                <a:latin typeface="Calibri Light"/>
              </a:rPr>
              <a:t>ls</a:t>
            </a:r>
            <a:r>
              <a:rPr b="0" lang="nb-NO" sz="6000" spc="-1" strike="noStrike">
                <a:solidFill>
                  <a:srgbClr val="ffffff"/>
                </a:solidFill>
                <a:latin typeface="Calibri Light"/>
              </a:rPr>
              <a:t>til</a:t>
            </a:r>
            <a:endParaRPr b="0" lang="en-US" sz="6000" spc="-1" strike="noStrike">
              <a:solidFill>
                <a:srgbClr val="ffffff"/>
              </a:solidFill>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4E6F396D-D71B-415F-AA00-D83F1002AD78}" type="slidenum">
              <a:rPr b="0" lang="nb-NO" sz="1200" spc="-1" strike="noStrike">
                <a:solidFill>
                  <a:srgbClr val="ffffff"/>
                </a:solidFill>
                <a:latin typeface="Calibri"/>
              </a:rPr>
              <a:t>&lt;number&gt;</a:t>
            </a:fld>
            <a:endParaRPr b="0" lang="en-GB"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rgbClr val="ffffff"/>
                </a:solidFill>
                <a:latin typeface="Calibri"/>
              </a:rPr>
              <a:t>Click to edit the outline text format</a:t>
            </a:r>
            <a:endParaRPr b="0" lang="en-US" sz="2800" spc="-1" strike="noStrike">
              <a:solidFill>
                <a:srgbClr val="ffffff"/>
              </a:solidFill>
              <a:latin typeface="Calibri"/>
            </a:endParaRPr>
          </a:p>
          <a:p>
            <a:pPr lvl="1" marL="864000" indent="-324000">
              <a:lnSpc>
                <a:spcPct val="90000"/>
              </a:lnSpc>
              <a:spcBef>
                <a:spcPts val="1134"/>
              </a:spcBef>
              <a:buClr>
                <a:srgbClr val="ffffff"/>
              </a:buClr>
              <a:buSzPct val="75000"/>
              <a:buFont typeface="Symbol" charset="2"/>
              <a:buChar char=""/>
            </a:pPr>
            <a:r>
              <a:rPr b="0" lang="en-US" sz="2000" spc="-1" strike="noStrike">
                <a:solidFill>
                  <a:srgbClr val="ffffff"/>
                </a:solidFill>
                <a:latin typeface="Calibri"/>
              </a:rPr>
              <a:t>Second Outline Level</a:t>
            </a:r>
            <a:endParaRPr b="0" lang="en-US" sz="2000" spc="-1" strike="noStrike">
              <a:solidFill>
                <a:srgbClr val="ffffff"/>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rgbClr val="ffffff"/>
                </a:solidFill>
                <a:latin typeface="Calibri"/>
              </a:rPr>
              <a:t>Third Outline Level</a:t>
            </a:r>
            <a:endParaRPr b="0" lang="en-US" sz="1800" spc="-1" strike="noStrike">
              <a:solidFill>
                <a:srgbClr val="ffffff"/>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rgbClr val="ffffff"/>
                </a:solidFill>
                <a:latin typeface="Calibri"/>
              </a:rPr>
              <a:t>Fourth Outline Level</a:t>
            </a:r>
            <a:endParaRPr b="0" lang="en-US" sz="1800" spc="-1" strike="noStrike">
              <a:solidFill>
                <a:srgbClr val="ffffff"/>
              </a:solidFill>
              <a:latin typeface="Calibri"/>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rgbClr val="ffffff"/>
                </a:solidFill>
                <a:latin typeface="Calibri"/>
              </a:rPr>
              <a:t>Fifth Outline Level</a:t>
            </a:r>
            <a:endParaRPr b="0" lang="en-US" sz="2000" spc="-1" strike="noStrike">
              <a:solidFill>
                <a:srgbClr val="ffffff"/>
              </a:solidFill>
              <a:latin typeface="Calibri"/>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rgbClr val="ffffff"/>
                </a:solidFill>
                <a:latin typeface="Calibri"/>
              </a:rPr>
              <a:t>Sixth Outline Level</a:t>
            </a:r>
            <a:endParaRPr b="0" lang="en-US" sz="2000" spc="-1" strike="noStrike">
              <a:solidFill>
                <a:srgbClr val="ffffff"/>
              </a:solidFill>
              <a:latin typeface="Calibri"/>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rgbClr val="ffffff"/>
                </a:solidFill>
                <a:latin typeface="Calibri"/>
              </a:rPr>
              <a:t>Seventh Outline Level</a:t>
            </a:r>
            <a:endParaRPr b="0" lang="en-US" sz="2000" spc="-1" strike="noStrike">
              <a:solidFill>
                <a:srgbClr val="ffffff"/>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nb-NO" sz="4400" spc="-1" strike="noStrike">
                <a:solidFill>
                  <a:srgbClr val="ffffff"/>
                </a:solidFill>
                <a:latin typeface="Calibri Light"/>
              </a:rPr>
              <a:t>Kl</a:t>
            </a:r>
            <a:r>
              <a:rPr b="0" lang="nb-NO" sz="4400" spc="-1" strike="noStrike">
                <a:solidFill>
                  <a:srgbClr val="ffffff"/>
                </a:solidFill>
                <a:latin typeface="Calibri Light"/>
              </a:rPr>
              <a:t>ik</a:t>
            </a:r>
            <a:r>
              <a:rPr b="0" lang="nb-NO" sz="4400" spc="-1" strike="noStrike">
                <a:solidFill>
                  <a:srgbClr val="ffffff"/>
                </a:solidFill>
                <a:latin typeface="Calibri Light"/>
              </a:rPr>
              <a:t>k </a:t>
            </a:r>
            <a:r>
              <a:rPr b="0" lang="nb-NO" sz="4400" spc="-1" strike="noStrike">
                <a:solidFill>
                  <a:srgbClr val="ffffff"/>
                </a:solidFill>
                <a:latin typeface="Calibri Light"/>
              </a:rPr>
              <a:t>fo</a:t>
            </a:r>
            <a:r>
              <a:rPr b="0" lang="nb-NO" sz="4400" spc="-1" strike="noStrike">
                <a:solidFill>
                  <a:srgbClr val="ffffff"/>
                </a:solidFill>
                <a:latin typeface="Calibri Light"/>
              </a:rPr>
              <a:t>r </a:t>
            </a:r>
            <a:r>
              <a:rPr b="0" lang="nb-NO" sz="4400" spc="-1" strike="noStrike">
                <a:solidFill>
                  <a:srgbClr val="ffffff"/>
                </a:solidFill>
                <a:latin typeface="Calibri Light"/>
              </a:rPr>
              <a:t>å </a:t>
            </a:r>
            <a:r>
              <a:rPr b="0" lang="nb-NO" sz="4400" spc="-1" strike="noStrike">
                <a:solidFill>
                  <a:srgbClr val="ffffff"/>
                </a:solidFill>
                <a:latin typeface="Calibri Light"/>
              </a:rPr>
              <a:t>r</a:t>
            </a:r>
            <a:r>
              <a:rPr b="0" lang="nb-NO" sz="4400" spc="-1" strike="noStrike">
                <a:solidFill>
                  <a:srgbClr val="ffffff"/>
                </a:solidFill>
                <a:latin typeface="Calibri Light"/>
              </a:rPr>
              <a:t>e</a:t>
            </a:r>
            <a:r>
              <a:rPr b="0" lang="nb-NO" sz="4400" spc="-1" strike="noStrike">
                <a:solidFill>
                  <a:srgbClr val="ffffff"/>
                </a:solidFill>
                <a:latin typeface="Calibri Light"/>
              </a:rPr>
              <a:t>di</a:t>
            </a:r>
            <a:r>
              <a:rPr b="0" lang="nb-NO" sz="4400" spc="-1" strike="noStrike">
                <a:solidFill>
                  <a:srgbClr val="ffffff"/>
                </a:solidFill>
                <a:latin typeface="Calibri Light"/>
              </a:rPr>
              <a:t>g</a:t>
            </a:r>
            <a:r>
              <a:rPr b="0" lang="nb-NO" sz="4400" spc="-1" strike="noStrike">
                <a:solidFill>
                  <a:srgbClr val="ffffff"/>
                </a:solidFill>
                <a:latin typeface="Calibri Light"/>
              </a:rPr>
              <a:t>e</a:t>
            </a:r>
            <a:r>
              <a:rPr b="0" lang="nb-NO" sz="4400" spc="-1" strike="noStrike">
                <a:solidFill>
                  <a:srgbClr val="ffffff"/>
                </a:solidFill>
                <a:latin typeface="Calibri Light"/>
              </a:rPr>
              <a:t>r</a:t>
            </a:r>
            <a:r>
              <a:rPr b="0" lang="nb-NO" sz="4400" spc="-1" strike="noStrike">
                <a:solidFill>
                  <a:srgbClr val="ffffff"/>
                </a:solidFill>
                <a:latin typeface="Calibri Light"/>
              </a:rPr>
              <a:t>e </a:t>
            </a:r>
            <a:r>
              <a:rPr b="0" lang="nb-NO" sz="4400" spc="-1" strike="noStrike">
                <a:solidFill>
                  <a:srgbClr val="ffffff"/>
                </a:solidFill>
                <a:latin typeface="Calibri Light"/>
              </a:rPr>
              <a:t>ti</a:t>
            </a:r>
            <a:r>
              <a:rPr b="0" lang="nb-NO" sz="4400" spc="-1" strike="noStrike">
                <a:solidFill>
                  <a:srgbClr val="ffffff"/>
                </a:solidFill>
                <a:latin typeface="Calibri Light"/>
              </a:rPr>
              <a:t>tt</a:t>
            </a:r>
            <a:r>
              <a:rPr b="0" lang="nb-NO" sz="4400" spc="-1" strike="noStrike">
                <a:solidFill>
                  <a:srgbClr val="ffffff"/>
                </a:solidFill>
                <a:latin typeface="Calibri Light"/>
              </a:rPr>
              <a:t>el</a:t>
            </a:r>
            <a:r>
              <a:rPr b="0" lang="nb-NO" sz="4400" spc="-1" strike="noStrike">
                <a:solidFill>
                  <a:srgbClr val="ffffff"/>
                </a:solidFill>
                <a:latin typeface="Calibri Light"/>
              </a:rPr>
              <a:t>st</a:t>
            </a:r>
            <a:r>
              <a:rPr b="0" lang="nb-NO" sz="4400" spc="-1" strike="noStrike">
                <a:solidFill>
                  <a:srgbClr val="ffffff"/>
                </a:solidFill>
                <a:latin typeface="Calibri Light"/>
              </a:rPr>
              <a:t>il</a:t>
            </a:r>
            <a:endParaRPr b="0" lang="en-US" sz="4400" spc="-1" strike="noStrike">
              <a:solidFill>
                <a:srgbClr val="ffffff"/>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lIns="45720" rIns="45720" tIns="91440" bIns="91440" anchor="t" vert="eaVert">
            <a:noAutofit/>
          </a:bodyPr>
          <a:p>
            <a:pPr marL="432000" indent="-324000">
              <a:lnSpc>
                <a:spcPct val="90000"/>
              </a:lnSpc>
              <a:spcBef>
                <a:spcPts val="1001"/>
              </a:spcBef>
              <a:buClr>
                <a:srgbClr val="ffffff"/>
              </a:buClr>
              <a:buSzPct val="45000"/>
              <a:buFont typeface="Wingdings" charset="2"/>
              <a:buChar char=""/>
            </a:pPr>
            <a:r>
              <a:rPr b="0" lang="nb-NO" sz="2800" spc="-1" strike="noStrike">
                <a:solidFill>
                  <a:srgbClr val="ffffff"/>
                </a:solidFill>
                <a:latin typeface="Calibri"/>
              </a:rPr>
              <a:t>Klikk for å redigere tekststiler i malen</a:t>
            </a:r>
            <a:endParaRPr b="0" lang="en-US" sz="2800" spc="-1" strike="noStrike">
              <a:solidFill>
                <a:srgbClr val="ffffff"/>
              </a:solidFill>
              <a:latin typeface="Calibri"/>
            </a:endParaRPr>
          </a:p>
          <a:p>
            <a:pPr lvl="1" marL="864000" indent="-324000">
              <a:lnSpc>
                <a:spcPct val="90000"/>
              </a:lnSpc>
              <a:spcBef>
                <a:spcPts val="499"/>
              </a:spcBef>
              <a:buClr>
                <a:srgbClr val="ffffff"/>
              </a:buClr>
              <a:buSzPct val="75000"/>
              <a:buFont typeface="Symbol" charset="2"/>
              <a:buChar char=""/>
            </a:pPr>
            <a:r>
              <a:rPr b="0" lang="nb-NO" sz="2400" spc="-1" strike="noStrike">
                <a:solidFill>
                  <a:srgbClr val="ffffff"/>
                </a:solidFill>
                <a:latin typeface="Calibri"/>
              </a:rPr>
              <a:t>Andre nivå</a:t>
            </a:r>
            <a:endParaRPr b="0" lang="en-US" sz="2400" spc="-1" strike="noStrike">
              <a:solidFill>
                <a:srgbClr val="ffffff"/>
              </a:solidFill>
              <a:latin typeface="Calibri"/>
            </a:endParaRPr>
          </a:p>
          <a:p>
            <a:pPr lvl="2" marL="1296000" indent="-288000">
              <a:lnSpc>
                <a:spcPct val="90000"/>
              </a:lnSpc>
              <a:spcBef>
                <a:spcPts val="499"/>
              </a:spcBef>
              <a:buClr>
                <a:srgbClr val="ffffff"/>
              </a:buClr>
              <a:buSzPct val="45000"/>
              <a:buFont typeface="Wingdings" charset="2"/>
              <a:buChar char=""/>
            </a:pPr>
            <a:r>
              <a:rPr b="0" lang="nb-NO" sz="2000" spc="-1" strike="noStrike">
                <a:solidFill>
                  <a:srgbClr val="ffffff"/>
                </a:solidFill>
                <a:latin typeface="Calibri"/>
              </a:rPr>
              <a:t>Tredje nivå</a:t>
            </a:r>
            <a:endParaRPr b="0" lang="en-US" sz="2000" spc="-1" strike="noStrike">
              <a:solidFill>
                <a:srgbClr val="ffffff"/>
              </a:solidFill>
              <a:latin typeface="Calibri"/>
            </a:endParaRPr>
          </a:p>
          <a:p>
            <a:pPr lvl="3" marL="1728000" indent="-216000">
              <a:lnSpc>
                <a:spcPct val="90000"/>
              </a:lnSpc>
              <a:spcBef>
                <a:spcPts val="499"/>
              </a:spcBef>
              <a:buClr>
                <a:srgbClr val="ffffff"/>
              </a:buClr>
              <a:buSzPct val="75000"/>
              <a:buFont typeface="Symbol" charset="2"/>
              <a:buChar char=""/>
            </a:pPr>
            <a:r>
              <a:rPr b="0" lang="nb-NO" sz="1800" spc="-1" strike="noStrike">
                <a:solidFill>
                  <a:srgbClr val="ffffff"/>
                </a:solidFill>
                <a:latin typeface="Calibri"/>
              </a:rPr>
              <a:t>Fjerde nivå</a:t>
            </a:r>
            <a:endParaRPr b="0" lang="en-US" sz="1800" spc="-1" strike="noStrike">
              <a:solidFill>
                <a:srgbClr val="ffffff"/>
              </a:solidFill>
              <a:latin typeface="Calibri"/>
            </a:endParaRPr>
          </a:p>
          <a:p>
            <a:pPr lvl="4" marL="2160000" indent="-216000">
              <a:lnSpc>
                <a:spcPct val="90000"/>
              </a:lnSpc>
              <a:spcBef>
                <a:spcPts val="499"/>
              </a:spcBef>
              <a:buClr>
                <a:srgbClr val="ffffff"/>
              </a:buClr>
              <a:buSzPct val="45000"/>
              <a:buFont typeface="Wingdings" charset="2"/>
              <a:buChar char=""/>
            </a:pPr>
            <a:r>
              <a:rPr b="0" lang="nb-NO" sz="1800" spc="-1" strike="noStrike">
                <a:solidFill>
                  <a:srgbClr val="ffffff"/>
                </a:solidFill>
                <a:latin typeface="Calibri"/>
              </a:rPr>
              <a:t>Femte nivå</a:t>
            </a:r>
            <a:endParaRPr b="0" lang="en-US" sz="1800" spc="-1" strike="noStrike">
              <a:solidFill>
                <a:srgbClr val="ffffff"/>
              </a:solidFill>
              <a:latin typeface="Calibri"/>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ACF26823-9646-45A1-9991-D29EA1260FB3}"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724960" y="365040"/>
            <a:ext cx="2628720" cy="5811480"/>
          </a:xfrm>
          <a:prstGeom prst="rect">
            <a:avLst/>
          </a:prstGeom>
          <a:noFill/>
          <a:ln w="0">
            <a:noFill/>
          </a:ln>
        </p:spPr>
        <p:txBody>
          <a:bodyPr lIns="45720" rIns="45720" tIns="91440" bIns="91440" anchor="t" anchorCtr="1" vert="eaVert">
            <a:noAutofit/>
          </a:bodyPr>
          <a:p>
            <a:pPr>
              <a:lnSpc>
                <a:spcPct val="90000"/>
              </a:lnSpc>
              <a:buNone/>
            </a:pPr>
            <a:r>
              <a:rPr b="0" lang="nb-NO" sz="4400" spc="-1" strike="noStrike">
                <a:solidFill>
                  <a:srgbClr val="ffffff"/>
                </a:solidFill>
                <a:latin typeface="Calibri Light"/>
              </a:rPr>
              <a:t>Klikk for å redigere tittelstil</a:t>
            </a:r>
            <a:endParaRPr b="0" lang="en-US" sz="4400" spc="-1" strike="noStrike">
              <a:solidFill>
                <a:srgbClr val="ffffff"/>
              </a:solidFill>
              <a:latin typeface="Calibri"/>
            </a:endParaRPr>
          </a:p>
        </p:txBody>
      </p:sp>
      <p:sp>
        <p:nvSpPr>
          <p:cNvPr id="83" name="PlaceHolder 2"/>
          <p:cNvSpPr>
            <a:spLocks noGrp="1"/>
          </p:cNvSpPr>
          <p:nvPr>
            <p:ph type="body"/>
          </p:nvPr>
        </p:nvSpPr>
        <p:spPr>
          <a:xfrm>
            <a:off x="838080" y="365040"/>
            <a:ext cx="7733880" cy="5811480"/>
          </a:xfrm>
          <a:prstGeom prst="rect">
            <a:avLst/>
          </a:prstGeom>
          <a:noFill/>
          <a:ln w="0">
            <a:noFill/>
          </a:ln>
        </p:spPr>
        <p:txBody>
          <a:bodyPr lIns="45720" rIns="45720" tIns="91440" bIns="91440" anchor="t" vert="eaVert">
            <a:noAutofit/>
          </a:bodyPr>
          <a:p>
            <a:pPr marL="432000" indent="-324000">
              <a:lnSpc>
                <a:spcPct val="90000"/>
              </a:lnSpc>
              <a:spcBef>
                <a:spcPts val="1001"/>
              </a:spcBef>
              <a:buClr>
                <a:srgbClr val="ffffff"/>
              </a:buClr>
              <a:buSzPct val="45000"/>
              <a:buFont typeface="Wingdings" charset="2"/>
              <a:buChar char=""/>
            </a:pPr>
            <a:r>
              <a:rPr b="0" lang="nb-NO" sz="2800" spc="-1" strike="noStrike">
                <a:solidFill>
                  <a:srgbClr val="ffffff"/>
                </a:solidFill>
                <a:latin typeface="Calibri"/>
              </a:rPr>
              <a:t>Klikk for å redigere tekststiler i malen</a:t>
            </a:r>
            <a:endParaRPr b="0" lang="en-US" sz="2800" spc="-1" strike="noStrike">
              <a:solidFill>
                <a:srgbClr val="ffffff"/>
              </a:solidFill>
              <a:latin typeface="Calibri"/>
            </a:endParaRPr>
          </a:p>
          <a:p>
            <a:pPr lvl="1" marL="864000" indent="-324000">
              <a:lnSpc>
                <a:spcPct val="90000"/>
              </a:lnSpc>
              <a:spcBef>
                <a:spcPts val="499"/>
              </a:spcBef>
              <a:buClr>
                <a:srgbClr val="ffffff"/>
              </a:buClr>
              <a:buSzPct val="75000"/>
              <a:buFont typeface="Symbol" charset="2"/>
              <a:buChar char=""/>
            </a:pPr>
            <a:r>
              <a:rPr b="0" lang="nb-NO" sz="2400" spc="-1" strike="noStrike">
                <a:solidFill>
                  <a:srgbClr val="ffffff"/>
                </a:solidFill>
                <a:latin typeface="Calibri"/>
              </a:rPr>
              <a:t>Andre nivå</a:t>
            </a:r>
            <a:endParaRPr b="0" lang="en-US" sz="2400" spc="-1" strike="noStrike">
              <a:solidFill>
                <a:srgbClr val="ffffff"/>
              </a:solidFill>
              <a:latin typeface="Calibri"/>
            </a:endParaRPr>
          </a:p>
          <a:p>
            <a:pPr lvl="2" marL="1296000" indent="-288000">
              <a:lnSpc>
                <a:spcPct val="90000"/>
              </a:lnSpc>
              <a:spcBef>
                <a:spcPts val="499"/>
              </a:spcBef>
              <a:buClr>
                <a:srgbClr val="ffffff"/>
              </a:buClr>
              <a:buSzPct val="45000"/>
              <a:buFont typeface="Wingdings" charset="2"/>
              <a:buChar char=""/>
            </a:pPr>
            <a:r>
              <a:rPr b="0" lang="nb-NO" sz="2000" spc="-1" strike="noStrike">
                <a:solidFill>
                  <a:srgbClr val="ffffff"/>
                </a:solidFill>
                <a:latin typeface="Calibri"/>
              </a:rPr>
              <a:t>Tredje nivå</a:t>
            </a:r>
            <a:endParaRPr b="0" lang="en-US" sz="2000" spc="-1" strike="noStrike">
              <a:solidFill>
                <a:srgbClr val="ffffff"/>
              </a:solidFill>
              <a:latin typeface="Calibri"/>
            </a:endParaRPr>
          </a:p>
          <a:p>
            <a:pPr lvl="3" marL="1728000" indent="-216000">
              <a:lnSpc>
                <a:spcPct val="90000"/>
              </a:lnSpc>
              <a:spcBef>
                <a:spcPts val="499"/>
              </a:spcBef>
              <a:buClr>
                <a:srgbClr val="ffffff"/>
              </a:buClr>
              <a:buSzPct val="75000"/>
              <a:buFont typeface="Symbol" charset="2"/>
              <a:buChar char=""/>
            </a:pPr>
            <a:r>
              <a:rPr b="0" lang="nb-NO" sz="1800" spc="-1" strike="noStrike">
                <a:solidFill>
                  <a:srgbClr val="ffffff"/>
                </a:solidFill>
                <a:latin typeface="Calibri"/>
              </a:rPr>
              <a:t>Fjerde nivå</a:t>
            </a:r>
            <a:endParaRPr b="0" lang="en-US" sz="1800" spc="-1" strike="noStrike">
              <a:solidFill>
                <a:srgbClr val="ffffff"/>
              </a:solidFill>
              <a:latin typeface="Calibri"/>
            </a:endParaRPr>
          </a:p>
          <a:p>
            <a:pPr lvl="4" marL="2160000" indent="-216000">
              <a:lnSpc>
                <a:spcPct val="90000"/>
              </a:lnSpc>
              <a:spcBef>
                <a:spcPts val="499"/>
              </a:spcBef>
              <a:buClr>
                <a:srgbClr val="ffffff"/>
              </a:buClr>
              <a:buSzPct val="45000"/>
              <a:buFont typeface="Wingdings" charset="2"/>
              <a:buChar char=""/>
            </a:pPr>
            <a:r>
              <a:rPr b="0" lang="nb-NO" sz="1800" spc="-1" strike="noStrike">
                <a:solidFill>
                  <a:srgbClr val="ffffff"/>
                </a:solidFill>
                <a:latin typeface="Calibri"/>
              </a:rPr>
              <a:t>Femte nivå</a:t>
            </a:r>
            <a:endParaRPr b="0" lang="en-US" sz="1800" spc="-1" strike="noStrike">
              <a:solidFill>
                <a:srgbClr val="ffffff"/>
              </a:solidFill>
              <a:latin typeface="Calibri"/>
            </a:endParaRPr>
          </a:p>
        </p:txBody>
      </p:sp>
      <p:sp>
        <p:nvSpPr>
          <p:cNvPr id="84" name="PlaceHolder 3"/>
          <p:cNvSpPr>
            <a:spLocks noGrp="1"/>
          </p:cNvSpPr>
          <p:nvPr>
            <p:ph type="dt" idx="7"/>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85" name="PlaceHolder 4"/>
          <p:cNvSpPr>
            <a:spLocks noGrp="1"/>
          </p:cNvSpPr>
          <p:nvPr>
            <p:ph type="ftr" idx="8"/>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86" name="PlaceHolder 5"/>
          <p:cNvSpPr>
            <a:spLocks noGrp="1"/>
          </p:cNvSpPr>
          <p:nvPr>
            <p:ph type="sldNum" idx="9"/>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E13BFB52-BB24-4AB7-A8B2-C9F0F409ACDA}"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nb-NO" sz="4400" spc="-1" strike="noStrike">
                <a:solidFill>
                  <a:srgbClr val="ffffff"/>
                </a:solidFill>
                <a:latin typeface="Calibri Light"/>
              </a:rPr>
              <a:t>Klikk for å redigere tittelstil</a:t>
            </a:r>
            <a:endParaRPr b="0" lang="en-US" sz="4400" spc="-1" strike="noStrike">
              <a:solidFill>
                <a:srgbClr val="ffffff"/>
              </a:solidFill>
              <a:latin typeface="Calibri"/>
            </a:endParaRPr>
          </a:p>
        </p:txBody>
      </p:sp>
      <p:sp>
        <p:nvSpPr>
          <p:cNvPr id="124" name="PlaceHolder 2"/>
          <p:cNvSpPr>
            <a:spLocks noGrp="1"/>
          </p:cNvSpPr>
          <p:nvPr>
            <p:ph type="body"/>
          </p:nvPr>
        </p:nvSpPr>
        <p:spPr>
          <a:xfrm>
            <a:off x="838080" y="1825560"/>
            <a:ext cx="10515240" cy="4350960"/>
          </a:xfrm>
          <a:prstGeom prst="rect">
            <a:avLst/>
          </a:prstGeom>
          <a:noFill/>
          <a:ln w="0">
            <a:noFill/>
          </a:ln>
        </p:spPr>
        <p:txBody>
          <a:bodyPr anchor="t">
            <a:noAutofit/>
          </a:bodyPr>
          <a:p>
            <a:pPr marL="432000" indent="-324000">
              <a:lnSpc>
                <a:spcPct val="90000"/>
              </a:lnSpc>
              <a:spcBef>
                <a:spcPts val="1001"/>
              </a:spcBef>
              <a:buClr>
                <a:srgbClr val="ffffff"/>
              </a:buClr>
              <a:buSzPct val="45000"/>
              <a:buFont typeface="Wingdings" charset="2"/>
              <a:buChar char=""/>
            </a:pPr>
            <a:r>
              <a:rPr b="0" lang="nb-NO" sz="2800" spc="-1" strike="noStrike">
                <a:solidFill>
                  <a:srgbClr val="ffffff"/>
                </a:solidFill>
                <a:latin typeface="Calibri"/>
              </a:rPr>
              <a:t>Klikk for å redigere tekststiler i malen</a:t>
            </a:r>
            <a:endParaRPr b="0" lang="en-US" sz="2800" spc="-1" strike="noStrike">
              <a:solidFill>
                <a:srgbClr val="ffffff"/>
              </a:solidFill>
              <a:latin typeface="Calibri"/>
            </a:endParaRPr>
          </a:p>
          <a:p>
            <a:pPr lvl="1" marL="864000" indent="-324000">
              <a:lnSpc>
                <a:spcPct val="90000"/>
              </a:lnSpc>
              <a:spcBef>
                <a:spcPts val="499"/>
              </a:spcBef>
              <a:buClr>
                <a:srgbClr val="ffffff"/>
              </a:buClr>
              <a:buSzPct val="75000"/>
              <a:buFont typeface="Symbol" charset="2"/>
              <a:buChar char=""/>
            </a:pPr>
            <a:r>
              <a:rPr b="0" lang="nb-NO" sz="2400" spc="-1" strike="noStrike">
                <a:solidFill>
                  <a:srgbClr val="ffffff"/>
                </a:solidFill>
                <a:latin typeface="Calibri"/>
              </a:rPr>
              <a:t>Andre nivå</a:t>
            </a:r>
            <a:endParaRPr b="0" lang="en-US" sz="2400" spc="-1" strike="noStrike">
              <a:solidFill>
                <a:srgbClr val="ffffff"/>
              </a:solidFill>
              <a:latin typeface="Calibri"/>
            </a:endParaRPr>
          </a:p>
          <a:p>
            <a:pPr lvl="2" marL="1296000" indent="-288000">
              <a:lnSpc>
                <a:spcPct val="90000"/>
              </a:lnSpc>
              <a:spcBef>
                <a:spcPts val="499"/>
              </a:spcBef>
              <a:buClr>
                <a:srgbClr val="ffffff"/>
              </a:buClr>
              <a:buSzPct val="45000"/>
              <a:buFont typeface="Wingdings" charset="2"/>
              <a:buChar char=""/>
            </a:pPr>
            <a:r>
              <a:rPr b="0" lang="nb-NO" sz="2000" spc="-1" strike="noStrike">
                <a:solidFill>
                  <a:srgbClr val="ffffff"/>
                </a:solidFill>
                <a:latin typeface="Calibri"/>
              </a:rPr>
              <a:t>Tredje nivå</a:t>
            </a:r>
            <a:endParaRPr b="0" lang="en-US" sz="2000" spc="-1" strike="noStrike">
              <a:solidFill>
                <a:srgbClr val="ffffff"/>
              </a:solidFill>
              <a:latin typeface="Calibri"/>
            </a:endParaRPr>
          </a:p>
          <a:p>
            <a:pPr lvl="3" marL="1728000" indent="-216000">
              <a:lnSpc>
                <a:spcPct val="90000"/>
              </a:lnSpc>
              <a:spcBef>
                <a:spcPts val="499"/>
              </a:spcBef>
              <a:buClr>
                <a:srgbClr val="ffffff"/>
              </a:buClr>
              <a:buSzPct val="75000"/>
              <a:buFont typeface="Symbol" charset="2"/>
              <a:buChar char=""/>
            </a:pPr>
            <a:r>
              <a:rPr b="0" lang="nb-NO" sz="1800" spc="-1" strike="noStrike">
                <a:solidFill>
                  <a:srgbClr val="ffffff"/>
                </a:solidFill>
                <a:latin typeface="Calibri"/>
              </a:rPr>
              <a:t>Fjerde nivå</a:t>
            </a:r>
            <a:endParaRPr b="0" lang="en-US" sz="1800" spc="-1" strike="noStrike">
              <a:solidFill>
                <a:srgbClr val="ffffff"/>
              </a:solidFill>
              <a:latin typeface="Calibri"/>
            </a:endParaRPr>
          </a:p>
          <a:p>
            <a:pPr lvl="4" marL="2160000" indent="-216000">
              <a:lnSpc>
                <a:spcPct val="90000"/>
              </a:lnSpc>
              <a:spcBef>
                <a:spcPts val="499"/>
              </a:spcBef>
              <a:buClr>
                <a:srgbClr val="ffffff"/>
              </a:buClr>
              <a:buSzPct val="45000"/>
              <a:buFont typeface="Wingdings" charset="2"/>
              <a:buChar char=""/>
            </a:pPr>
            <a:r>
              <a:rPr b="0" lang="nb-NO" sz="1800" spc="-1" strike="noStrike">
                <a:solidFill>
                  <a:srgbClr val="ffffff"/>
                </a:solidFill>
                <a:latin typeface="Calibri"/>
              </a:rPr>
              <a:t>Femte nivå</a:t>
            </a:r>
            <a:endParaRPr b="0" lang="en-US" sz="1800" spc="-1" strike="noStrike">
              <a:solidFill>
                <a:srgbClr val="ffffff"/>
              </a:solidFill>
              <a:latin typeface="Calibri"/>
            </a:endParaRPr>
          </a:p>
        </p:txBody>
      </p:sp>
      <p:sp>
        <p:nvSpPr>
          <p:cNvPr id="125" name="PlaceHolder 3"/>
          <p:cNvSpPr>
            <a:spLocks noGrp="1"/>
          </p:cNvSpPr>
          <p:nvPr>
            <p:ph type="dt" idx="10"/>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126" name="PlaceHolder 4"/>
          <p:cNvSpPr>
            <a:spLocks noGrp="1"/>
          </p:cNvSpPr>
          <p:nvPr>
            <p:ph type="ftr" idx="11"/>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127" name="PlaceHolder 5"/>
          <p:cNvSpPr>
            <a:spLocks noGrp="1"/>
          </p:cNvSpPr>
          <p:nvPr>
            <p:ph type="sldNum" idx="12"/>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128A1A54-F9B0-4A10-9A58-6EE34E15B7C7}"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164" name="PlaceHolder 1"/>
          <p:cNvSpPr>
            <a:spLocks noGrp="1"/>
          </p:cNvSpPr>
          <p:nvPr>
            <p:ph type="title"/>
          </p:nvPr>
        </p:nvSpPr>
        <p:spPr>
          <a:xfrm>
            <a:off x="831960" y="1709640"/>
            <a:ext cx="10515240" cy="2852280"/>
          </a:xfrm>
          <a:prstGeom prst="rect">
            <a:avLst/>
          </a:prstGeom>
          <a:noFill/>
          <a:ln w="0">
            <a:noFill/>
          </a:ln>
        </p:spPr>
        <p:txBody>
          <a:bodyPr anchor="b">
            <a:noAutofit/>
          </a:bodyPr>
          <a:p>
            <a:pPr>
              <a:lnSpc>
                <a:spcPct val="90000"/>
              </a:lnSpc>
              <a:buNone/>
            </a:pPr>
            <a:r>
              <a:rPr b="0" lang="nb-NO" sz="6000" spc="-1" strike="noStrike">
                <a:solidFill>
                  <a:srgbClr val="ffffff"/>
                </a:solidFill>
                <a:latin typeface="Calibri Light"/>
              </a:rPr>
              <a:t>Klikk for å redigere tittelstil</a:t>
            </a:r>
            <a:endParaRPr b="0" lang="en-US" sz="6000" spc="-1" strike="noStrike">
              <a:solidFill>
                <a:srgbClr val="ffffff"/>
              </a:solidFill>
              <a:latin typeface="Calibri"/>
            </a:endParaRPr>
          </a:p>
        </p:txBody>
      </p:sp>
      <p:sp>
        <p:nvSpPr>
          <p:cNvPr id="165" name="PlaceHolder 2"/>
          <p:cNvSpPr>
            <a:spLocks noGrp="1"/>
          </p:cNvSpPr>
          <p:nvPr>
            <p:ph type="body"/>
          </p:nvPr>
        </p:nvSpPr>
        <p:spPr>
          <a:xfrm>
            <a:off x="831960" y="4589640"/>
            <a:ext cx="10515240" cy="1499760"/>
          </a:xfrm>
          <a:prstGeom prst="rect">
            <a:avLst/>
          </a:prstGeom>
          <a:noFill/>
          <a:ln w="0">
            <a:noFill/>
          </a:ln>
        </p:spPr>
        <p:txBody>
          <a:bodyPr anchor="t">
            <a:noAutofit/>
          </a:bodyPr>
          <a:p>
            <a:pPr marL="432000" indent="-324000">
              <a:lnSpc>
                <a:spcPct val="90000"/>
              </a:lnSpc>
              <a:spcBef>
                <a:spcPts val="1001"/>
              </a:spcBef>
              <a:buClr>
                <a:srgbClr val="ffffff"/>
              </a:buClr>
              <a:buSzPct val="45000"/>
              <a:buFont typeface="Wingdings" charset="2"/>
              <a:buChar char=""/>
              <a:tabLst>
                <a:tab algn="l" pos="0"/>
              </a:tabLst>
            </a:pPr>
            <a:r>
              <a:rPr b="0" lang="nb-NO" sz="2400" spc="-1" strike="noStrike">
                <a:solidFill>
                  <a:srgbClr val="ffffff"/>
                </a:solidFill>
                <a:latin typeface="Calibri"/>
              </a:rPr>
              <a:t>Klikk for å redigere tekststiler i malen</a:t>
            </a:r>
            <a:endParaRPr b="0" lang="en-US" sz="2400" spc="-1" strike="noStrike">
              <a:solidFill>
                <a:srgbClr val="ffffff"/>
              </a:solidFill>
              <a:latin typeface="Calibri"/>
            </a:endParaRPr>
          </a:p>
        </p:txBody>
      </p:sp>
      <p:sp>
        <p:nvSpPr>
          <p:cNvPr id="166" name="PlaceHolder 3"/>
          <p:cNvSpPr>
            <a:spLocks noGrp="1"/>
          </p:cNvSpPr>
          <p:nvPr>
            <p:ph type="dt" idx="13"/>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167" name="PlaceHolder 4"/>
          <p:cNvSpPr>
            <a:spLocks noGrp="1"/>
          </p:cNvSpPr>
          <p:nvPr>
            <p:ph type="ftr" idx="14"/>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168" name="PlaceHolder 5"/>
          <p:cNvSpPr>
            <a:spLocks noGrp="1"/>
          </p:cNvSpPr>
          <p:nvPr>
            <p:ph type="sldNum" idx="15"/>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CDAA306C-0023-462D-AE8A-6C752E7AED32}"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205"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nb-NO" sz="4400" spc="-1" strike="noStrike">
                <a:solidFill>
                  <a:srgbClr val="ffffff"/>
                </a:solidFill>
                <a:latin typeface="Calibri Light"/>
              </a:rPr>
              <a:t>Klikk for å redigere tittelstil</a:t>
            </a:r>
            <a:endParaRPr b="0" lang="en-US" sz="4400" spc="-1" strike="noStrike">
              <a:solidFill>
                <a:srgbClr val="ffffff"/>
              </a:solidFill>
              <a:latin typeface="Calibri"/>
            </a:endParaRPr>
          </a:p>
        </p:txBody>
      </p:sp>
      <p:sp>
        <p:nvSpPr>
          <p:cNvPr id="206" name="PlaceHolder 2"/>
          <p:cNvSpPr>
            <a:spLocks noGrp="1"/>
          </p:cNvSpPr>
          <p:nvPr>
            <p:ph type="body"/>
          </p:nvPr>
        </p:nvSpPr>
        <p:spPr>
          <a:xfrm>
            <a:off x="838080" y="1825560"/>
            <a:ext cx="5181120" cy="4350960"/>
          </a:xfrm>
          <a:prstGeom prst="rect">
            <a:avLst/>
          </a:prstGeom>
          <a:noFill/>
          <a:ln w="0">
            <a:noFill/>
          </a:ln>
        </p:spPr>
        <p:txBody>
          <a:bodyPr anchor="t">
            <a:noAutofit/>
          </a:bodyPr>
          <a:p>
            <a:pPr marL="432000" indent="-324000">
              <a:lnSpc>
                <a:spcPct val="90000"/>
              </a:lnSpc>
              <a:spcBef>
                <a:spcPts val="1001"/>
              </a:spcBef>
              <a:buClr>
                <a:srgbClr val="ffffff"/>
              </a:buClr>
              <a:buSzPct val="45000"/>
              <a:buFont typeface="Wingdings" charset="2"/>
              <a:buChar char=""/>
            </a:pPr>
            <a:r>
              <a:rPr b="0" lang="nb-NO" sz="2800" spc="-1" strike="noStrike">
                <a:solidFill>
                  <a:srgbClr val="ffffff"/>
                </a:solidFill>
                <a:latin typeface="Calibri"/>
              </a:rPr>
              <a:t>Klikk for å redigere tekststiler i malen</a:t>
            </a:r>
            <a:endParaRPr b="0" lang="en-US" sz="2800" spc="-1" strike="noStrike">
              <a:solidFill>
                <a:srgbClr val="ffffff"/>
              </a:solidFill>
              <a:latin typeface="Calibri"/>
            </a:endParaRPr>
          </a:p>
          <a:p>
            <a:pPr lvl="1" marL="864000" indent="-324000">
              <a:lnSpc>
                <a:spcPct val="90000"/>
              </a:lnSpc>
              <a:spcBef>
                <a:spcPts val="499"/>
              </a:spcBef>
              <a:buClr>
                <a:srgbClr val="ffffff"/>
              </a:buClr>
              <a:buSzPct val="75000"/>
              <a:buFont typeface="Symbol" charset="2"/>
              <a:buChar char=""/>
            </a:pPr>
            <a:r>
              <a:rPr b="0" lang="nb-NO" sz="2400" spc="-1" strike="noStrike">
                <a:solidFill>
                  <a:srgbClr val="ffffff"/>
                </a:solidFill>
                <a:latin typeface="Calibri"/>
              </a:rPr>
              <a:t>Andre nivå</a:t>
            </a:r>
            <a:endParaRPr b="0" lang="en-US" sz="2400" spc="-1" strike="noStrike">
              <a:solidFill>
                <a:srgbClr val="ffffff"/>
              </a:solidFill>
              <a:latin typeface="Calibri"/>
            </a:endParaRPr>
          </a:p>
          <a:p>
            <a:pPr lvl="2" marL="1296000" indent="-288000">
              <a:lnSpc>
                <a:spcPct val="90000"/>
              </a:lnSpc>
              <a:spcBef>
                <a:spcPts val="499"/>
              </a:spcBef>
              <a:buClr>
                <a:srgbClr val="ffffff"/>
              </a:buClr>
              <a:buSzPct val="45000"/>
              <a:buFont typeface="Wingdings" charset="2"/>
              <a:buChar char=""/>
            </a:pPr>
            <a:r>
              <a:rPr b="0" lang="nb-NO" sz="2000" spc="-1" strike="noStrike">
                <a:solidFill>
                  <a:srgbClr val="ffffff"/>
                </a:solidFill>
                <a:latin typeface="Calibri"/>
              </a:rPr>
              <a:t>Tredje nivå</a:t>
            </a:r>
            <a:endParaRPr b="0" lang="en-US" sz="2000" spc="-1" strike="noStrike">
              <a:solidFill>
                <a:srgbClr val="ffffff"/>
              </a:solidFill>
              <a:latin typeface="Calibri"/>
            </a:endParaRPr>
          </a:p>
          <a:p>
            <a:pPr lvl="3" marL="1728000" indent="-216000">
              <a:lnSpc>
                <a:spcPct val="90000"/>
              </a:lnSpc>
              <a:spcBef>
                <a:spcPts val="499"/>
              </a:spcBef>
              <a:buClr>
                <a:srgbClr val="ffffff"/>
              </a:buClr>
              <a:buSzPct val="75000"/>
              <a:buFont typeface="Symbol" charset="2"/>
              <a:buChar char=""/>
            </a:pPr>
            <a:r>
              <a:rPr b="0" lang="nb-NO" sz="1800" spc="-1" strike="noStrike">
                <a:solidFill>
                  <a:srgbClr val="ffffff"/>
                </a:solidFill>
                <a:latin typeface="Calibri"/>
              </a:rPr>
              <a:t>Fjerde nivå</a:t>
            </a:r>
            <a:endParaRPr b="0" lang="en-US" sz="1800" spc="-1" strike="noStrike">
              <a:solidFill>
                <a:srgbClr val="ffffff"/>
              </a:solidFill>
              <a:latin typeface="Calibri"/>
            </a:endParaRPr>
          </a:p>
          <a:p>
            <a:pPr lvl="4" marL="2160000" indent="-216000">
              <a:lnSpc>
                <a:spcPct val="90000"/>
              </a:lnSpc>
              <a:spcBef>
                <a:spcPts val="499"/>
              </a:spcBef>
              <a:buClr>
                <a:srgbClr val="ffffff"/>
              </a:buClr>
              <a:buSzPct val="45000"/>
              <a:buFont typeface="Wingdings" charset="2"/>
              <a:buChar char=""/>
            </a:pPr>
            <a:r>
              <a:rPr b="0" lang="nb-NO" sz="1800" spc="-1" strike="noStrike">
                <a:solidFill>
                  <a:srgbClr val="ffffff"/>
                </a:solidFill>
                <a:latin typeface="Calibri"/>
              </a:rPr>
              <a:t>Femte nivå</a:t>
            </a:r>
            <a:endParaRPr b="0" lang="en-US" sz="1800" spc="-1" strike="noStrike">
              <a:solidFill>
                <a:srgbClr val="ffffff"/>
              </a:solidFill>
              <a:latin typeface="Calibri"/>
            </a:endParaRPr>
          </a:p>
        </p:txBody>
      </p:sp>
      <p:sp>
        <p:nvSpPr>
          <p:cNvPr id="207" name="PlaceHolder 3"/>
          <p:cNvSpPr>
            <a:spLocks noGrp="1"/>
          </p:cNvSpPr>
          <p:nvPr>
            <p:ph type="body"/>
          </p:nvPr>
        </p:nvSpPr>
        <p:spPr>
          <a:xfrm>
            <a:off x="6172200" y="1825560"/>
            <a:ext cx="5181120" cy="4350960"/>
          </a:xfrm>
          <a:prstGeom prst="rect">
            <a:avLst/>
          </a:prstGeom>
          <a:noFill/>
          <a:ln w="0">
            <a:noFill/>
          </a:ln>
        </p:spPr>
        <p:txBody>
          <a:bodyPr anchor="t">
            <a:noAutofit/>
          </a:bodyPr>
          <a:p>
            <a:pPr marL="228600" indent="-228600">
              <a:lnSpc>
                <a:spcPct val="90000"/>
              </a:lnSpc>
              <a:spcBef>
                <a:spcPts val="1001"/>
              </a:spcBef>
              <a:buClr>
                <a:srgbClr val="ffffff"/>
              </a:buClr>
              <a:buFont typeface="Arial"/>
              <a:buChar char="•"/>
            </a:pPr>
            <a:r>
              <a:rPr b="0" lang="nb-NO" sz="2800" spc="-1" strike="noStrike">
                <a:solidFill>
                  <a:srgbClr val="ffffff"/>
                </a:solidFill>
                <a:latin typeface="Calibri"/>
              </a:rPr>
              <a:t>Klikk for å redigere tekststiler i malen</a:t>
            </a:r>
            <a:endParaRPr b="0" lang="en-US" sz="2800" spc="-1" strike="noStrike">
              <a:solidFill>
                <a:srgbClr val="ffffff"/>
              </a:solidFill>
              <a:latin typeface="Calibri"/>
            </a:endParaRPr>
          </a:p>
          <a:p>
            <a:pPr lvl="1" marL="685800" indent="-228600">
              <a:lnSpc>
                <a:spcPct val="90000"/>
              </a:lnSpc>
              <a:spcBef>
                <a:spcPts val="499"/>
              </a:spcBef>
              <a:buClr>
                <a:srgbClr val="ffffff"/>
              </a:buClr>
              <a:buFont typeface="Arial"/>
              <a:buChar char="•"/>
            </a:pPr>
            <a:r>
              <a:rPr b="0" lang="nb-NO" sz="2400" spc="-1" strike="noStrike">
                <a:solidFill>
                  <a:srgbClr val="ffffff"/>
                </a:solidFill>
                <a:latin typeface="Calibri"/>
              </a:rPr>
              <a:t>Andre nivå</a:t>
            </a:r>
            <a:endParaRPr b="0" lang="en-US" sz="2400" spc="-1" strike="noStrike">
              <a:solidFill>
                <a:srgbClr val="ffffff"/>
              </a:solidFill>
              <a:latin typeface="Calibri"/>
            </a:endParaRPr>
          </a:p>
          <a:p>
            <a:pPr lvl="2" marL="1143000" indent="-228600">
              <a:lnSpc>
                <a:spcPct val="90000"/>
              </a:lnSpc>
              <a:spcBef>
                <a:spcPts val="499"/>
              </a:spcBef>
              <a:buClr>
                <a:srgbClr val="ffffff"/>
              </a:buClr>
              <a:buFont typeface="Arial"/>
              <a:buChar char="•"/>
            </a:pPr>
            <a:r>
              <a:rPr b="0" lang="nb-NO" sz="2000" spc="-1" strike="noStrike">
                <a:solidFill>
                  <a:srgbClr val="ffffff"/>
                </a:solidFill>
                <a:latin typeface="Calibri"/>
              </a:rPr>
              <a:t>Tredje nivå</a:t>
            </a:r>
            <a:endParaRPr b="0" lang="en-US" sz="2000" spc="-1" strike="noStrike">
              <a:solidFill>
                <a:srgbClr val="ffffff"/>
              </a:solidFill>
              <a:latin typeface="Calibri"/>
            </a:endParaRPr>
          </a:p>
          <a:p>
            <a:pPr lvl="3" marL="1600200" indent="-228600">
              <a:lnSpc>
                <a:spcPct val="90000"/>
              </a:lnSpc>
              <a:spcBef>
                <a:spcPts val="499"/>
              </a:spcBef>
              <a:buClr>
                <a:srgbClr val="ffffff"/>
              </a:buClr>
              <a:buFont typeface="Arial"/>
              <a:buChar char="•"/>
            </a:pPr>
            <a:r>
              <a:rPr b="0" lang="nb-NO" sz="1800" spc="-1" strike="noStrike">
                <a:solidFill>
                  <a:srgbClr val="ffffff"/>
                </a:solidFill>
                <a:latin typeface="Calibri"/>
              </a:rPr>
              <a:t>Fjerde nivå</a:t>
            </a:r>
            <a:endParaRPr b="0" lang="en-US" sz="1800" spc="-1" strike="noStrike">
              <a:solidFill>
                <a:srgbClr val="ffffff"/>
              </a:solidFill>
              <a:latin typeface="Calibri"/>
            </a:endParaRPr>
          </a:p>
          <a:p>
            <a:pPr lvl="4" marL="2057400" indent="-228600">
              <a:lnSpc>
                <a:spcPct val="90000"/>
              </a:lnSpc>
              <a:spcBef>
                <a:spcPts val="499"/>
              </a:spcBef>
              <a:buClr>
                <a:srgbClr val="ffffff"/>
              </a:buClr>
              <a:buFont typeface="Arial"/>
              <a:buChar char="•"/>
            </a:pPr>
            <a:r>
              <a:rPr b="0" lang="nb-NO" sz="1800" spc="-1" strike="noStrike">
                <a:solidFill>
                  <a:srgbClr val="ffffff"/>
                </a:solidFill>
                <a:latin typeface="Calibri"/>
              </a:rPr>
              <a:t>Femte nivå</a:t>
            </a:r>
            <a:endParaRPr b="0" lang="en-US" sz="1800" spc="-1" strike="noStrike">
              <a:solidFill>
                <a:srgbClr val="ffffff"/>
              </a:solidFill>
              <a:latin typeface="Calibri"/>
            </a:endParaRPr>
          </a:p>
        </p:txBody>
      </p:sp>
      <p:sp>
        <p:nvSpPr>
          <p:cNvPr id="208" name="PlaceHolder 4"/>
          <p:cNvSpPr>
            <a:spLocks noGrp="1"/>
          </p:cNvSpPr>
          <p:nvPr>
            <p:ph type="dt" idx="16"/>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209" name="PlaceHolder 5"/>
          <p:cNvSpPr>
            <a:spLocks noGrp="1"/>
          </p:cNvSpPr>
          <p:nvPr>
            <p:ph type="ftr" idx="17"/>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210" name="PlaceHolder 6"/>
          <p:cNvSpPr>
            <a:spLocks noGrp="1"/>
          </p:cNvSpPr>
          <p:nvPr>
            <p:ph type="sldNum" idx="18"/>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6E400B52-0844-4AC2-BF7C-67D788D414C1}"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247" name="PlaceHolder 1"/>
          <p:cNvSpPr>
            <a:spLocks noGrp="1"/>
          </p:cNvSpPr>
          <p:nvPr>
            <p:ph type="title"/>
          </p:nvPr>
        </p:nvSpPr>
        <p:spPr>
          <a:xfrm>
            <a:off x="839880" y="365040"/>
            <a:ext cx="10515240" cy="1325160"/>
          </a:xfrm>
          <a:prstGeom prst="rect">
            <a:avLst/>
          </a:prstGeom>
          <a:noFill/>
          <a:ln w="0">
            <a:noFill/>
          </a:ln>
        </p:spPr>
        <p:txBody>
          <a:bodyPr anchor="ctr">
            <a:noAutofit/>
          </a:bodyPr>
          <a:p>
            <a:pPr>
              <a:lnSpc>
                <a:spcPct val="90000"/>
              </a:lnSpc>
              <a:buNone/>
            </a:pPr>
            <a:r>
              <a:rPr b="0" lang="nb-NO" sz="4400" spc="-1" strike="noStrike">
                <a:solidFill>
                  <a:srgbClr val="ffffff"/>
                </a:solidFill>
                <a:latin typeface="Calibri Light"/>
              </a:rPr>
              <a:t>Klikk for å redigere tittelstil</a:t>
            </a:r>
            <a:endParaRPr b="0" lang="en-US" sz="4400" spc="-1" strike="noStrike">
              <a:solidFill>
                <a:srgbClr val="ffffff"/>
              </a:solidFill>
              <a:latin typeface="Calibri"/>
            </a:endParaRPr>
          </a:p>
        </p:txBody>
      </p:sp>
      <p:sp>
        <p:nvSpPr>
          <p:cNvPr id="248" name="PlaceHolder 2"/>
          <p:cNvSpPr>
            <a:spLocks noGrp="1"/>
          </p:cNvSpPr>
          <p:nvPr>
            <p:ph type="body"/>
          </p:nvPr>
        </p:nvSpPr>
        <p:spPr>
          <a:xfrm>
            <a:off x="839880" y="1681200"/>
            <a:ext cx="5157360" cy="823680"/>
          </a:xfrm>
          <a:prstGeom prst="rect">
            <a:avLst/>
          </a:prstGeom>
          <a:noFill/>
          <a:ln w="0">
            <a:noFill/>
          </a:ln>
        </p:spPr>
        <p:txBody>
          <a:bodyPr anchor="b">
            <a:noAutofit/>
          </a:bodyPr>
          <a:p>
            <a:pPr marL="432000" indent="-324000">
              <a:lnSpc>
                <a:spcPct val="90000"/>
              </a:lnSpc>
              <a:spcBef>
                <a:spcPts val="1001"/>
              </a:spcBef>
              <a:buClr>
                <a:srgbClr val="ffffff"/>
              </a:buClr>
              <a:buSzPct val="45000"/>
              <a:buFont typeface="Wingdings" charset="2"/>
              <a:buChar char=""/>
              <a:tabLst>
                <a:tab algn="l" pos="0"/>
              </a:tabLst>
            </a:pPr>
            <a:r>
              <a:rPr b="1" lang="nb-NO" sz="2400" spc="-1" strike="noStrike">
                <a:solidFill>
                  <a:srgbClr val="ffffff"/>
                </a:solidFill>
                <a:latin typeface="Calibri"/>
              </a:rPr>
              <a:t>Klikk for å redigere tekststiler i malen</a:t>
            </a:r>
            <a:endParaRPr b="0" lang="en-US" sz="2400" spc="-1" strike="noStrike">
              <a:solidFill>
                <a:srgbClr val="ffffff"/>
              </a:solidFill>
              <a:latin typeface="Calibri"/>
            </a:endParaRPr>
          </a:p>
        </p:txBody>
      </p:sp>
      <p:sp>
        <p:nvSpPr>
          <p:cNvPr id="249" name="PlaceHolder 3"/>
          <p:cNvSpPr>
            <a:spLocks noGrp="1"/>
          </p:cNvSpPr>
          <p:nvPr>
            <p:ph type="body"/>
          </p:nvPr>
        </p:nvSpPr>
        <p:spPr>
          <a:xfrm>
            <a:off x="839880" y="2505240"/>
            <a:ext cx="5157360" cy="3684240"/>
          </a:xfrm>
          <a:prstGeom prst="rect">
            <a:avLst/>
          </a:prstGeom>
          <a:noFill/>
          <a:ln w="0">
            <a:noFill/>
          </a:ln>
        </p:spPr>
        <p:txBody>
          <a:bodyPr anchor="t">
            <a:noAutofit/>
          </a:bodyPr>
          <a:p>
            <a:pPr marL="228600" indent="-228600">
              <a:lnSpc>
                <a:spcPct val="90000"/>
              </a:lnSpc>
              <a:spcBef>
                <a:spcPts val="1001"/>
              </a:spcBef>
              <a:buClr>
                <a:srgbClr val="ffffff"/>
              </a:buClr>
              <a:buFont typeface="Arial"/>
              <a:buChar char="•"/>
            </a:pPr>
            <a:r>
              <a:rPr b="0" lang="nb-NO" sz="2800" spc="-1" strike="noStrike">
                <a:solidFill>
                  <a:srgbClr val="ffffff"/>
                </a:solidFill>
                <a:latin typeface="Calibri"/>
              </a:rPr>
              <a:t>Klikk for å redigere tekststiler i malen</a:t>
            </a:r>
            <a:endParaRPr b="0" lang="en-US" sz="2800" spc="-1" strike="noStrike">
              <a:solidFill>
                <a:srgbClr val="ffffff"/>
              </a:solidFill>
              <a:latin typeface="Calibri"/>
            </a:endParaRPr>
          </a:p>
          <a:p>
            <a:pPr lvl="1" marL="685800" indent="-228600">
              <a:lnSpc>
                <a:spcPct val="90000"/>
              </a:lnSpc>
              <a:spcBef>
                <a:spcPts val="499"/>
              </a:spcBef>
              <a:buClr>
                <a:srgbClr val="ffffff"/>
              </a:buClr>
              <a:buFont typeface="Arial"/>
              <a:buChar char="•"/>
            </a:pPr>
            <a:r>
              <a:rPr b="0" lang="nb-NO" sz="2400" spc="-1" strike="noStrike">
                <a:solidFill>
                  <a:srgbClr val="ffffff"/>
                </a:solidFill>
                <a:latin typeface="Calibri"/>
              </a:rPr>
              <a:t>Andre nivå</a:t>
            </a:r>
            <a:endParaRPr b="0" lang="en-US" sz="2400" spc="-1" strike="noStrike">
              <a:solidFill>
                <a:srgbClr val="ffffff"/>
              </a:solidFill>
              <a:latin typeface="Calibri"/>
            </a:endParaRPr>
          </a:p>
          <a:p>
            <a:pPr lvl="2" marL="1143000" indent="-228600">
              <a:lnSpc>
                <a:spcPct val="90000"/>
              </a:lnSpc>
              <a:spcBef>
                <a:spcPts val="499"/>
              </a:spcBef>
              <a:buClr>
                <a:srgbClr val="ffffff"/>
              </a:buClr>
              <a:buFont typeface="Arial"/>
              <a:buChar char="•"/>
            </a:pPr>
            <a:r>
              <a:rPr b="0" lang="nb-NO" sz="2000" spc="-1" strike="noStrike">
                <a:solidFill>
                  <a:srgbClr val="ffffff"/>
                </a:solidFill>
                <a:latin typeface="Calibri"/>
              </a:rPr>
              <a:t>Tredje nivå</a:t>
            </a:r>
            <a:endParaRPr b="0" lang="en-US" sz="2000" spc="-1" strike="noStrike">
              <a:solidFill>
                <a:srgbClr val="ffffff"/>
              </a:solidFill>
              <a:latin typeface="Calibri"/>
            </a:endParaRPr>
          </a:p>
          <a:p>
            <a:pPr lvl="3" marL="1600200" indent="-228600">
              <a:lnSpc>
                <a:spcPct val="90000"/>
              </a:lnSpc>
              <a:spcBef>
                <a:spcPts val="499"/>
              </a:spcBef>
              <a:buClr>
                <a:srgbClr val="ffffff"/>
              </a:buClr>
              <a:buFont typeface="Arial"/>
              <a:buChar char="•"/>
            </a:pPr>
            <a:r>
              <a:rPr b="0" lang="nb-NO" sz="1800" spc="-1" strike="noStrike">
                <a:solidFill>
                  <a:srgbClr val="ffffff"/>
                </a:solidFill>
                <a:latin typeface="Calibri"/>
              </a:rPr>
              <a:t>Fjerde nivå</a:t>
            </a:r>
            <a:endParaRPr b="0" lang="en-US" sz="1800" spc="-1" strike="noStrike">
              <a:solidFill>
                <a:srgbClr val="ffffff"/>
              </a:solidFill>
              <a:latin typeface="Calibri"/>
            </a:endParaRPr>
          </a:p>
          <a:p>
            <a:pPr lvl="4" marL="2057400" indent="-228600">
              <a:lnSpc>
                <a:spcPct val="90000"/>
              </a:lnSpc>
              <a:spcBef>
                <a:spcPts val="499"/>
              </a:spcBef>
              <a:buClr>
                <a:srgbClr val="ffffff"/>
              </a:buClr>
              <a:buFont typeface="Arial"/>
              <a:buChar char="•"/>
            </a:pPr>
            <a:r>
              <a:rPr b="0" lang="nb-NO" sz="1800" spc="-1" strike="noStrike">
                <a:solidFill>
                  <a:srgbClr val="ffffff"/>
                </a:solidFill>
                <a:latin typeface="Calibri"/>
              </a:rPr>
              <a:t>Femte nivå</a:t>
            </a:r>
            <a:endParaRPr b="0" lang="en-US" sz="1800" spc="-1" strike="noStrike">
              <a:solidFill>
                <a:srgbClr val="ffffff"/>
              </a:solidFill>
              <a:latin typeface="Calibri"/>
            </a:endParaRPr>
          </a:p>
        </p:txBody>
      </p:sp>
      <p:sp>
        <p:nvSpPr>
          <p:cNvPr id="250" name="PlaceHolder 4"/>
          <p:cNvSpPr>
            <a:spLocks noGrp="1"/>
          </p:cNvSpPr>
          <p:nvPr>
            <p:ph type="body"/>
          </p:nvPr>
        </p:nvSpPr>
        <p:spPr>
          <a:xfrm>
            <a:off x="6172200" y="1681200"/>
            <a:ext cx="5182920" cy="823680"/>
          </a:xfrm>
          <a:prstGeom prst="rect">
            <a:avLst/>
          </a:prstGeom>
          <a:noFill/>
          <a:ln w="0">
            <a:noFill/>
          </a:ln>
        </p:spPr>
        <p:txBody>
          <a:bodyPr anchor="b">
            <a:noAutofit/>
          </a:bodyPr>
          <a:p>
            <a:pPr>
              <a:lnSpc>
                <a:spcPct val="90000"/>
              </a:lnSpc>
              <a:spcBef>
                <a:spcPts val="1001"/>
              </a:spcBef>
              <a:buNone/>
              <a:tabLst>
                <a:tab algn="l" pos="0"/>
              </a:tabLst>
            </a:pPr>
            <a:r>
              <a:rPr b="1" lang="nb-NO" sz="2400" spc="-1" strike="noStrike">
                <a:solidFill>
                  <a:srgbClr val="ffffff"/>
                </a:solidFill>
                <a:latin typeface="Calibri"/>
              </a:rPr>
              <a:t>Klikk for å redigere tekststiler i malen</a:t>
            </a:r>
            <a:endParaRPr b="0" lang="en-US" sz="2400" spc="-1" strike="noStrike">
              <a:solidFill>
                <a:srgbClr val="ffffff"/>
              </a:solidFill>
              <a:latin typeface="Calibri"/>
            </a:endParaRPr>
          </a:p>
        </p:txBody>
      </p:sp>
      <p:sp>
        <p:nvSpPr>
          <p:cNvPr id="251" name="PlaceHolder 5"/>
          <p:cNvSpPr>
            <a:spLocks noGrp="1"/>
          </p:cNvSpPr>
          <p:nvPr>
            <p:ph type="body"/>
          </p:nvPr>
        </p:nvSpPr>
        <p:spPr>
          <a:xfrm>
            <a:off x="6172200" y="2505240"/>
            <a:ext cx="5182920" cy="3684240"/>
          </a:xfrm>
          <a:prstGeom prst="rect">
            <a:avLst/>
          </a:prstGeom>
          <a:noFill/>
          <a:ln w="0">
            <a:noFill/>
          </a:ln>
        </p:spPr>
        <p:txBody>
          <a:bodyPr anchor="t">
            <a:noAutofit/>
          </a:bodyPr>
          <a:p>
            <a:pPr marL="228600" indent="-228600">
              <a:lnSpc>
                <a:spcPct val="90000"/>
              </a:lnSpc>
              <a:spcBef>
                <a:spcPts val="1001"/>
              </a:spcBef>
              <a:buClr>
                <a:srgbClr val="ffffff"/>
              </a:buClr>
              <a:buFont typeface="Arial"/>
              <a:buChar char="•"/>
            </a:pPr>
            <a:r>
              <a:rPr b="0" lang="nb-NO" sz="2800" spc="-1" strike="noStrike">
                <a:solidFill>
                  <a:srgbClr val="ffffff"/>
                </a:solidFill>
                <a:latin typeface="Calibri"/>
              </a:rPr>
              <a:t>Klikk for å redigere tekststiler i malen</a:t>
            </a:r>
            <a:endParaRPr b="0" lang="en-US" sz="2800" spc="-1" strike="noStrike">
              <a:solidFill>
                <a:srgbClr val="ffffff"/>
              </a:solidFill>
              <a:latin typeface="Calibri"/>
            </a:endParaRPr>
          </a:p>
          <a:p>
            <a:pPr lvl="1" marL="685800" indent="-228600">
              <a:lnSpc>
                <a:spcPct val="90000"/>
              </a:lnSpc>
              <a:spcBef>
                <a:spcPts val="499"/>
              </a:spcBef>
              <a:buClr>
                <a:srgbClr val="ffffff"/>
              </a:buClr>
              <a:buFont typeface="Arial"/>
              <a:buChar char="•"/>
            </a:pPr>
            <a:r>
              <a:rPr b="0" lang="nb-NO" sz="2400" spc="-1" strike="noStrike">
                <a:solidFill>
                  <a:srgbClr val="ffffff"/>
                </a:solidFill>
                <a:latin typeface="Calibri"/>
              </a:rPr>
              <a:t>Andre nivå</a:t>
            </a:r>
            <a:endParaRPr b="0" lang="en-US" sz="2400" spc="-1" strike="noStrike">
              <a:solidFill>
                <a:srgbClr val="ffffff"/>
              </a:solidFill>
              <a:latin typeface="Calibri"/>
            </a:endParaRPr>
          </a:p>
          <a:p>
            <a:pPr lvl="2" marL="1143000" indent="-228600">
              <a:lnSpc>
                <a:spcPct val="90000"/>
              </a:lnSpc>
              <a:spcBef>
                <a:spcPts val="499"/>
              </a:spcBef>
              <a:buClr>
                <a:srgbClr val="ffffff"/>
              </a:buClr>
              <a:buFont typeface="Arial"/>
              <a:buChar char="•"/>
            </a:pPr>
            <a:r>
              <a:rPr b="0" lang="nb-NO" sz="2000" spc="-1" strike="noStrike">
                <a:solidFill>
                  <a:srgbClr val="ffffff"/>
                </a:solidFill>
                <a:latin typeface="Calibri"/>
              </a:rPr>
              <a:t>Tredje nivå</a:t>
            </a:r>
            <a:endParaRPr b="0" lang="en-US" sz="2000" spc="-1" strike="noStrike">
              <a:solidFill>
                <a:srgbClr val="ffffff"/>
              </a:solidFill>
              <a:latin typeface="Calibri"/>
            </a:endParaRPr>
          </a:p>
          <a:p>
            <a:pPr lvl="3" marL="1600200" indent="-228600">
              <a:lnSpc>
                <a:spcPct val="90000"/>
              </a:lnSpc>
              <a:spcBef>
                <a:spcPts val="499"/>
              </a:spcBef>
              <a:buClr>
                <a:srgbClr val="ffffff"/>
              </a:buClr>
              <a:buFont typeface="Arial"/>
              <a:buChar char="•"/>
            </a:pPr>
            <a:r>
              <a:rPr b="0" lang="nb-NO" sz="1800" spc="-1" strike="noStrike">
                <a:solidFill>
                  <a:srgbClr val="ffffff"/>
                </a:solidFill>
                <a:latin typeface="Calibri"/>
              </a:rPr>
              <a:t>Fjerde nivå</a:t>
            </a:r>
            <a:endParaRPr b="0" lang="en-US" sz="1800" spc="-1" strike="noStrike">
              <a:solidFill>
                <a:srgbClr val="ffffff"/>
              </a:solidFill>
              <a:latin typeface="Calibri"/>
            </a:endParaRPr>
          </a:p>
          <a:p>
            <a:pPr lvl="4" marL="2057400" indent="-228600">
              <a:lnSpc>
                <a:spcPct val="90000"/>
              </a:lnSpc>
              <a:spcBef>
                <a:spcPts val="499"/>
              </a:spcBef>
              <a:buClr>
                <a:srgbClr val="ffffff"/>
              </a:buClr>
              <a:buFont typeface="Arial"/>
              <a:buChar char="•"/>
            </a:pPr>
            <a:r>
              <a:rPr b="0" lang="nb-NO" sz="1800" spc="-1" strike="noStrike">
                <a:solidFill>
                  <a:srgbClr val="ffffff"/>
                </a:solidFill>
                <a:latin typeface="Calibri"/>
              </a:rPr>
              <a:t>Femte nivå</a:t>
            </a:r>
            <a:endParaRPr b="0" lang="en-US" sz="1800" spc="-1" strike="noStrike">
              <a:solidFill>
                <a:srgbClr val="ffffff"/>
              </a:solidFill>
              <a:latin typeface="Calibri"/>
            </a:endParaRPr>
          </a:p>
        </p:txBody>
      </p:sp>
      <p:sp>
        <p:nvSpPr>
          <p:cNvPr id="252" name="PlaceHolder 6"/>
          <p:cNvSpPr>
            <a:spLocks noGrp="1"/>
          </p:cNvSpPr>
          <p:nvPr>
            <p:ph type="dt" idx="19"/>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253" name="PlaceHolder 7"/>
          <p:cNvSpPr>
            <a:spLocks noGrp="1"/>
          </p:cNvSpPr>
          <p:nvPr>
            <p:ph type="ftr" idx="20"/>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254" name="PlaceHolder 8"/>
          <p:cNvSpPr>
            <a:spLocks noGrp="1"/>
          </p:cNvSpPr>
          <p:nvPr>
            <p:ph type="sldNum" idx="21"/>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D7337600-83F7-4E58-98C5-1F4DA1F39633}"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291"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nb-NO" sz="4400" spc="-1" strike="noStrike">
                <a:solidFill>
                  <a:srgbClr val="ffffff"/>
                </a:solidFill>
                <a:latin typeface="Calibri Light"/>
              </a:rPr>
              <a:t>Klikk for å redigere tittelstil</a:t>
            </a:r>
            <a:endParaRPr b="0" lang="en-US" sz="4400" spc="-1" strike="noStrike">
              <a:solidFill>
                <a:srgbClr val="ffffff"/>
              </a:solidFill>
              <a:latin typeface="Calibri"/>
            </a:endParaRPr>
          </a:p>
        </p:txBody>
      </p:sp>
      <p:sp>
        <p:nvSpPr>
          <p:cNvPr id="292" name="PlaceHolder 2"/>
          <p:cNvSpPr>
            <a:spLocks noGrp="1"/>
          </p:cNvSpPr>
          <p:nvPr>
            <p:ph type="dt" idx="22"/>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293" name="PlaceHolder 3"/>
          <p:cNvSpPr>
            <a:spLocks noGrp="1"/>
          </p:cNvSpPr>
          <p:nvPr>
            <p:ph type="ftr" idx="23"/>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294" name="PlaceHolder 4"/>
          <p:cNvSpPr>
            <a:spLocks noGrp="1"/>
          </p:cNvSpPr>
          <p:nvPr>
            <p:ph type="sldNum" idx="24"/>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A9303846-D487-4561-A9DA-BCC993975D00}" type="slidenum">
              <a:rPr b="0" lang="nb-NO" sz="1200" spc="-1" strike="noStrike">
                <a:solidFill>
                  <a:srgbClr val="ffffff"/>
                </a:solidFill>
                <a:latin typeface="Calibri"/>
              </a:rPr>
              <a:t>&lt;number&gt;</a:t>
            </a:fld>
            <a:endParaRPr b="0" lang="en-GB" sz="1200" spc="-1" strike="noStrike">
              <a:latin typeface="Times New Roman"/>
            </a:endParaRPr>
          </a:p>
        </p:txBody>
      </p:sp>
      <p:sp>
        <p:nvSpPr>
          <p:cNvPr id="29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pc="-1" strike="noStrike">
                <a:solidFill>
                  <a:srgbClr val="ffffff"/>
                </a:solidFill>
                <a:latin typeface="Calibri"/>
              </a:rPr>
              <a:t>Click to edit the outline text format</a:t>
            </a:r>
            <a:endParaRPr b="0" lang="en-US" sz="2800" spc="-1" strike="noStrike">
              <a:solidFill>
                <a:srgbClr val="ffffff"/>
              </a:solidFill>
              <a:latin typeface="Calibri"/>
            </a:endParaRPr>
          </a:p>
          <a:p>
            <a:pPr lvl="1" marL="864000" indent="-324000">
              <a:lnSpc>
                <a:spcPct val="90000"/>
              </a:lnSpc>
              <a:spcBef>
                <a:spcPts val="1134"/>
              </a:spcBef>
              <a:buClr>
                <a:srgbClr val="ffffff"/>
              </a:buClr>
              <a:buSzPct val="75000"/>
              <a:buFont typeface="Symbol" charset="2"/>
              <a:buChar char=""/>
            </a:pPr>
            <a:r>
              <a:rPr b="0" lang="en-US" sz="2000" spc="-1" strike="noStrike">
                <a:solidFill>
                  <a:srgbClr val="ffffff"/>
                </a:solidFill>
                <a:latin typeface="Calibri"/>
              </a:rPr>
              <a:t>Second Outline Level</a:t>
            </a:r>
            <a:endParaRPr b="0" lang="en-US" sz="2000" spc="-1" strike="noStrike">
              <a:solidFill>
                <a:srgbClr val="ffffff"/>
              </a:solidFill>
              <a:latin typeface="Calibri"/>
            </a:endParaRPr>
          </a:p>
          <a:p>
            <a:pPr lvl="2" marL="1296000" indent="-288000">
              <a:lnSpc>
                <a:spcPct val="90000"/>
              </a:lnSpc>
              <a:spcBef>
                <a:spcPts val="850"/>
              </a:spcBef>
              <a:buClr>
                <a:srgbClr val="ffffff"/>
              </a:buClr>
              <a:buSzPct val="45000"/>
              <a:buFont typeface="Wingdings" charset="2"/>
              <a:buChar char=""/>
            </a:pPr>
            <a:r>
              <a:rPr b="0" lang="en-US" sz="1800" spc="-1" strike="noStrike">
                <a:solidFill>
                  <a:srgbClr val="ffffff"/>
                </a:solidFill>
                <a:latin typeface="Calibri"/>
              </a:rPr>
              <a:t>Third Outline Level</a:t>
            </a:r>
            <a:endParaRPr b="0" lang="en-US" sz="1800" spc="-1" strike="noStrike">
              <a:solidFill>
                <a:srgbClr val="ffffff"/>
              </a:solidFill>
              <a:latin typeface="Calibri"/>
            </a:endParaRPr>
          </a:p>
          <a:p>
            <a:pPr lvl="3" marL="1728000" indent="-216000">
              <a:lnSpc>
                <a:spcPct val="90000"/>
              </a:lnSpc>
              <a:spcBef>
                <a:spcPts val="567"/>
              </a:spcBef>
              <a:buClr>
                <a:srgbClr val="ffffff"/>
              </a:buClr>
              <a:buSzPct val="75000"/>
              <a:buFont typeface="Symbol" charset="2"/>
              <a:buChar char=""/>
            </a:pPr>
            <a:r>
              <a:rPr b="0" lang="en-US" sz="1800" spc="-1" strike="noStrike">
                <a:solidFill>
                  <a:srgbClr val="ffffff"/>
                </a:solidFill>
                <a:latin typeface="Calibri"/>
              </a:rPr>
              <a:t>Fourth Outline Level</a:t>
            </a:r>
            <a:endParaRPr b="0" lang="en-US" sz="1800" spc="-1" strike="noStrike">
              <a:solidFill>
                <a:srgbClr val="ffffff"/>
              </a:solidFill>
              <a:latin typeface="Calibri"/>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rgbClr val="ffffff"/>
                </a:solidFill>
                <a:latin typeface="Calibri"/>
              </a:rPr>
              <a:t>Fifth Outline Level</a:t>
            </a:r>
            <a:endParaRPr b="0" lang="en-US" sz="2000" spc="-1" strike="noStrike">
              <a:solidFill>
                <a:srgbClr val="ffffff"/>
              </a:solidFill>
              <a:latin typeface="Calibri"/>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rgbClr val="ffffff"/>
                </a:solidFill>
                <a:latin typeface="Calibri"/>
              </a:rPr>
              <a:t>Sixth Outline Level</a:t>
            </a:r>
            <a:endParaRPr b="0" lang="en-US" sz="2000" spc="-1" strike="noStrike">
              <a:solidFill>
                <a:srgbClr val="ffffff"/>
              </a:solidFill>
              <a:latin typeface="Calibri"/>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rgbClr val="ffffff"/>
                </a:solidFill>
                <a:latin typeface="Calibri"/>
              </a:rPr>
              <a:t>Seventh Outline Level</a:t>
            </a:r>
            <a:endParaRPr b="0" lang="en-US" sz="2000" spc="-1" strike="noStrike">
              <a:solidFill>
                <a:srgbClr val="ffffff"/>
              </a:solidFill>
              <a:latin typeface="Calibri"/>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332" name="PlaceHolder 1"/>
          <p:cNvSpPr>
            <a:spLocks noGrp="1"/>
          </p:cNvSpPr>
          <p:nvPr>
            <p:ph type="dt" idx="25"/>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333" name="PlaceHolder 2"/>
          <p:cNvSpPr>
            <a:spLocks noGrp="1"/>
          </p:cNvSpPr>
          <p:nvPr>
            <p:ph type="ftr" idx="26"/>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334" name="PlaceHolder 3"/>
          <p:cNvSpPr>
            <a:spLocks noGrp="1"/>
          </p:cNvSpPr>
          <p:nvPr>
            <p:ph type="sldNum" idx="27"/>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87F71C71-6852-4BAD-AF79-0D442CF5DB5E}"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371" name="PlaceHolder 1"/>
          <p:cNvSpPr>
            <a:spLocks noGrp="1"/>
          </p:cNvSpPr>
          <p:nvPr>
            <p:ph type="title"/>
          </p:nvPr>
        </p:nvSpPr>
        <p:spPr>
          <a:xfrm>
            <a:off x="839880" y="457200"/>
            <a:ext cx="3931920" cy="1599840"/>
          </a:xfrm>
          <a:prstGeom prst="rect">
            <a:avLst/>
          </a:prstGeom>
          <a:noFill/>
          <a:ln w="0">
            <a:noFill/>
          </a:ln>
        </p:spPr>
        <p:txBody>
          <a:bodyPr anchor="b">
            <a:noAutofit/>
          </a:bodyPr>
          <a:p>
            <a:pPr>
              <a:lnSpc>
                <a:spcPct val="90000"/>
              </a:lnSpc>
              <a:buNone/>
            </a:pPr>
            <a:r>
              <a:rPr b="0" lang="nb-NO" sz="3200" spc="-1" strike="noStrike">
                <a:solidFill>
                  <a:srgbClr val="ffffff"/>
                </a:solidFill>
                <a:latin typeface="Calibri Light"/>
              </a:rPr>
              <a:t>Klikk for å redigere tittelstil</a:t>
            </a:r>
            <a:endParaRPr b="0" lang="en-US" sz="3200" spc="-1" strike="noStrike">
              <a:solidFill>
                <a:srgbClr val="ffffff"/>
              </a:solidFill>
              <a:latin typeface="Calibri"/>
            </a:endParaRPr>
          </a:p>
        </p:txBody>
      </p:sp>
      <p:sp>
        <p:nvSpPr>
          <p:cNvPr id="372" name="PlaceHolder 2"/>
          <p:cNvSpPr>
            <a:spLocks noGrp="1"/>
          </p:cNvSpPr>
          <p:nvPr>
            <p:ph type="body"/>
          </p:nvPr>
        </p:nvSpPr>
        <p:spPr>
          <a:xfrm>
            <a:off x="5183280" y="987480"/>
            <a:ext cx="6171840" cy="4873320"/>
          </a:xfrm>
          <a:prstGeom prst="rect">
            <a:avLst/>
          </a:prstGeom>
          <a:noFill/>
          <a:ln w="0">
            <a:noFill/>
          </a:ln>
        </p:spPr>
        <p:txBody>
          <a:bodyPr anchor="t">
            <a:noAutofit/>
          </a:bodyPr>
          <a:p>
            <a:pPr marL="432000" indent="-324000">
              <a:lnSpc>
                <a:spcPct val="90000"/>
              </a:lnSpc>
              <a:spcBef>
                <a:spcPts val="1001"/>
              </a:spcBef>
              <a:buClr>
                <a:srgbClr val="ffffff"/>
              </a:buClr>
              <a:buSzPct val="45000"/>
              <a:buFont typeface="Wingdings" charset="2"/>
              <a:buChar char=""/>
            </a:pPr>
            <a:r>
              <a:rPr b="0" lang="nb-NO" sz="3200" spc="-1" strike="noStrike">
                <a:solidFill>
                  <a:srgbClr val="ffffff"/>
                </a:solidFill>
                <a:latin typeface="Calibri"/>
              </a:rPr>
              <a:t>Klikk for å redigere tekststiler i malen</a:t>
            </a:r>
            <a:endParaRPr b="0" lang="en-US" sz="3200" spc="-1" strike="noStrike">
              <a:solidFill>
                <a:srgbClr val="ffffff"/>
              </a:solidFill>
              <a:latin typeface="Calibri"/>
            </a:endParaRPr>
          </a:p>
          <a:p>
            <a:pPr lvl="1" marL="864000" indent="-324000">
              <a:lnSpc>
                <a:spcPct val="90000"/>
              </a:lnSpc>
              <a:spcBef>
                <a:spcPts val="499"/>
              </a:spcBef>
              <a:buClr>
                <a:srgbClr val="ffffff"/>
              </a:buClr>
              <a:buSzPct val="75000"/>
              <a:buFont typeface="Symbol" charset="2"/>
              <a:buChar char=""/>
            </a:pPr>
            <a:r>
              <a:rPr b="0" lang="nb-NO" sz="2800" spc="-1" strike="noStrike">
                <a:solidFill>
                  <a:srgbClr val="ffffff"/>
                </a:solidFill>
                <a:latin typeface="Calibri"/>
              </a:rPr>
              <a:t>Andre nivå</a:t>
            </a:r>
            <a:endParaRPr b="0" lang="en-US" sz="2800" spc="-1" strike="noStrike">
              <a:solidFill>
                <a:srgbClr val="ffffff"/>
              </a:solidFill>
              <a:latin typeface="Calibri"/>
            </a:endParaRPr>
          </a:p>
          <a:p>
            <a:pPr lvl="2" marL="1296000" indent="-288000">
              <a:lnSpc>
                <a:spcPct val="90000"/>
              </a:lnSpc>
              <a:spcBef>
                <a:spcPts val="499"/>
              </a:spcBef>
              <a:buClr>
                <a:srgbClr val="ffffff"/>
              </a:buClr>
              <a:buSzPct val="45000"/>
              <a:buFont typeface="Wingdings" charset="2"/>
              <a:buChar char=""/>
            </a:pPr>
            <a:r>
              <a:rPr b="0" lang="nb-NO" sz="2400" spc="-1" strike="noStrike">
                <a:solidFill>
                  <a:srgbClr val="ffffff"/>
                </a:solidFill>
                <a:latin typeface="Calibri"/>
              </a:rPr>
              <a:t>Tredje nivå</a:t>
            </a:r>
            <a:endParaRPr b="0" lang="en-US" sz="2400" spc="-1" strike="noStrike">
              <a:solidFill>
                <a:srgbClr val="ffffff"/>
              </a:solidFill>
              <a:latin typeface="Calibri"/>
            </a:endParaRPr>
          </a:p>
          <a:p>
            <a:pPr lvl="3" marL="1728000" indent="-216000">
              <a:lnSpc>
                <a:spcPct val="90000"/>
              </a:lnSpc>
              <a:spcBef>
                <a:spcPts val="499"/>
              </a:spcBef>
              <a:buClr>
                <a:srgbClr val="ffffff"/>
              </a:buClr>
              <a:buSzPct val="75000"/>
              <a:buFont typeface="Symbol" charset="2"/>
              <a:buChar char=""/>
            </a:pPr>
            <a:r>
              <a:rPr b="0" lang="nb-NO" sz="2000" spc="-1" strike="noStrike">
                <a:solidFill>
                  <a:srgbClr val="ffffff"/>
                </a:solidFill>
                <a:latin typeface="Calibri"/>
              </a:rPr>
              <a:t>Fjerde nivå</a:t>
            </a:r>
            <a:endParaRPr b="0" lang="en-US" sz="2000" spc="-1" strike="noStrike">
              <a:solidFill>
                <a:srgbClr val="ffffff"/>
              </a:solidFill>
              <a:latin typeface="Calibri"/>
            </a:endParaRPr>
          </a:p>
          <a:p>
            <a:pPr lvl="4" marL="2160000" indent="-216000">
              <a:lnSpc>
                <a:spcPct val="90000"/>
              </a:lnSpc>
              <a:spcBef>
                <a:spcPts val="499"/>
              </a:spcBef>
              <a:buClr>
                <a:srgbClr val="ffffff"/>
              </a:buClr>
              <a:buSzPct val="45000"/>
              <a:buFont typeface="Wingdings" charset="2"/>
              <a:buChar char=""/>
            </a:pPr>
            <a:r>
              <a:rPr b="0" lang="nb-NO" sz="2000" spc="-1" strike="noStrike">
                <a:solidFill>
                  <a:srgbClr val="ffffff"/>
                </a:solidFill>
                <a:latin typeface="Calibri"/>
              </a:rPr>
              <a:t>Femte nivå</a:t>
            </a:r>
            <a:endParaRPr b="0" lang="en-US" sz="2000" spc="-1" strike="noStrike">
              <a:solidFill>
                <a:srgbClr val="ffffff"/>
              </a:solidFill>
              <a:latin typeface="Calibri"/>
            </a:endParaRPr>
          </a:p>
        </p:txBody>
      </p:sp>
      <p:sp>
        <p:nvSpPr>
          <p:cNvPr id="373" name="PlaceHolder 3"/>
          <p:cNvSpPr>
            <a:spLocks noGrp="1"/>
          </p:cNvSpPr>
          <p:nvPr>
            <p:ph type="body"/>
          </p:nvPr>
        </p:nvSpPr>
        <p:spPr>
          <a:xfrm>
            <a:off x="839880" y="2057400"/>
            <a:ext cx="3931920" cy="3811320"/>
          </a:xfrm>
          <a:prstGeom prst="rect">
            <a:avLst/>
          </a:prstGeom>
          <a:noFill/>
          <a:ln w="0">
            <a:noFill/>
          </a:ln>
        </p:spPr>
        <p:txBody>
          <a:bodyPr anchor="t">
            <a:noAutofit/>
          </a:bodyPr>
          <a:p>
            <a:pPr>
              <a:lnSpc>
                <a:spcPct val="90000"/>
              </a:lnSpc>
              <a:spcBef>
                <a:spcPts val="1001"/>
              </a:spcBef>
              <a:buNone/>
              <a:tabLst>
                <a:tab algn="l" pos="0"/>
              </a:tabLst>
            </a:pPr>
            <a:r>
              <a:rPr b="0" lang="nb-NO" sz="1600" spc="-1" strike="noStrike">
                <a:solidFill>
                  <a:srgbClr val="ffffff"/>
                </a:solidFill>
                <a:latin typeface="Calibri"/>
              </a:rPr>
              <a:t>Klikk for å redigere tekststiler i malen</a:t>
            </a:r>
            <a:endParaRPr b="0" lang="en-US" sz="1600" spc="-1" strike="noStrike">
              <a:solidFill>
                <a:srgbClr val="ffffff"/>
              </a:solidFill>
              <a:latin typeface="Calibri"/>
            </a:endParaRPr>
          </a:p>
        </p:txBody>
      </p:sp>
      <p:sp>
        <p:nvSpPr>
          <p:cNvPr id="374" name="PlaceHolder 4"/>
          <p:cNvSpPr>
            <a:spLocks noGrp="1"/>
          </p:cNvSpPr>
          <p:nvPr>
            <p:ph type="dt" idx="28"/>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375" name="PlaceHolder 5"/>
          <p:cNvSpPr>
            <a:spLocks noGrp="1"/>
          </p:cNvSpPr>
          <p:nvPr>
            <p:ph type="ftr" idx="29"/>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376" name="PlaceHolder 6"/>
          <p:cNvSpPr>
            <a:spLocks noGrp="1"/>
          </p:cNvSpPr>
          <p:nvPr>
            <p:ph type="sldNum" idx="30"/>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F4DD66F4-2BCB-4B58-B75F-E0186F4002F4}"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81717"/>
        </a:solidFill>
      </p:bgPr>
    </p:bg>
    <p:spTree>
      <p:nvGrpSpPr>
        <p:cNvPr id="1" name=""/>
        <p:cNvGrpSpPr/>
        <p:nvPr/>
      </p:nvGrpSpPr>
      <p:grpSpPr>
        <a:xfrm>
          <a:off x="0" y="0"/>
          <a:ext cx="0" cy="0"/>
          <a:chOff x="0" y="0"/>
          <a:chExt cx="0" cy="0"/>
        </a:xfrm>
      </p:grpSpPr>
      <p:sp>
        <p:nvSpPr>
          <p:cNvPr id="413" name="PlaceHolder 1"/>
          <p:cNvSpPr>
            <a:spLocks noGrp="1"/>
          </p:cNvSpPr>
          <p:nvPr>
            <p:ph type="title"/>
          </p:nvPr>
        </p:nvSpPr>
        <p:spPr>
          <a:xfrm>
            <a:off x="839880" y="457200"/>
            <a:ext cx="3931920" cy="1599840"/>
          </a:xfrm>
          <a:prstGeom prst="rect">
            <a:avLst/>
          </a:prstGeom>
          <a:noFill/>
          <a:ln w="0">
            <a:noFill/>
          </a:ln>
        </p:spPr>
        <p:txBody>
          <a:bodyPr anchor="b">
            <a:noAutofit/>
          </a:bodyPr>
          <a:p>
            <a:pPr>
              <a:lnSpc>
                <a:spcPct val="90000"/>
              </a:lnSpc>
              <a:buNone/>
            </a:pPr>
            <a:r>
              <a:rPr b="0" lang="nb-NO" sz="3200" spc="-1" strike="noStrike">
                <a:solidFill>
                  <a:srgbClr val="ffffff"/>
                </a:solidFill>
                <a:latin typeface="Calibri Light"/>
              </a:rPr>
              <a:t>Klikk for å redigere tittelstil</a:t>
            </a:r>
            <a:endParaRPr b="0" lang="en-US" sz="3200" spc="-1" strike="noStrike">
              <a:solidFill>
                <a:srgbClr val="ffffff"/>
              </a:solidFill>
              <a:latin typeface="Calibri"/>
            </a:endParaRPr>
          </a:p>
        </p:txBody>
      </p:sp>
      <p:sp>
        <p:nvSpPr>
          <p:cNvPr id="414"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100000"/>
              </a:lnSpc>
              <a:buClr>
                <a:srgbClr val="ffffff"/>
              </a:buClr>
              <a:buSzPct val="45000"/>
              <a:buFont typeface="Wingdings" charset="2"/>
              <a:buChar char=""/>
              <a:tabLst>
                <a:tab algn="l" pos="0"/>
              </a:tabLst>
            </a:pPr>
            <a:r>
              <a:rPr b="0" lang="nb-NO" sz="3200" spc="-1" strike="noStrike">
                <a:solidFill>
                  <a:srgbClr val="ffffff"/>
                </a:solidFill>
                <a:latin typeface="Calibri"/>
              </a:rPr>
              <a:t>Klikk på ikonet for å legge til et bilde</a:t>
            </a:r>
            <a:endParaRPr b="0" lang="en-US" sz="3200" spc="-1" strike="noStrike">
              <a:solidFill>
                <a:srgbClr val="ffffff"/>
              </a:solidFill>
              <a:latin typeface="Calibri"/>
            </a:endParaRPr>
          </a:p>
        </p:txBody>
      </p:sp>
      <p:sp>
        <p:nvSpPr>
          <p:cNvPr id="415" name="PlaceHolder 3"/>
          <p:cNvSpPr>
            <a:spLocks noGrp="1"/>
          </p:cNvSpPr>
          <p:nvPr>
            <p:ph type="body"/>
          </p:nvPr>
        </p:nvSpPr>
        <p:spPr>
          <a:xfrm>
            <a:off x="839880" y="2057400"/>
            <a:ext cx="3931920" cy="3811320"/>
          </a:xfrm>
          <a:prstGeom prst="rect">
            <a:avLst/>
          </a:prstGeom>
          <a:noFill/>
          <a:ln w="0">
            <a:noFill/>
          </a:ln>
        </p:spPr>
        <p:txBody>
          <a:bodyPr anchor="t">
            <a:noAutofit/>
          </a:bodyPr>
          <a:p>
            <a:pPr>
              <a:lnSpc>
                <a:spcPct val="90000"/>
              </a:lnSpc>
              <a:spcBef>
                <a:spcPts val="1001"/>
              </a:spcBef>
              <a:buNone/>
              <a:tabLst>
                <a:tab algn="l" pos="0"/>
              </a:tabLst>
            </a:pPr>
            <a:r>
              <a:rPr b="0" lang="nb-NO" sz="1600" spc="-1" strike="noStrike">
                <a:solidFill>
                  <a:srgbClr val="ffffff"/>
                </a:solidFill>
                <a:latin typeface="Calibri"/>
              </a:rPr>
              <a:t>Klikk for å redigere tekststiler i malen</a:t>
            </a:r>
            <a:endParaRPr b="0" lang="en-US" sz="1600" spc="-1" strike="noStrike">
              <a:solidFill>
                <a:srgbClr val="ffffff"/>
              </a:solidFill>
              <a:latin typeface="Calibri"/>
            </a:endParaRPr>
          </a:p>
        </p:txBody>
      </p:sp>
      <p:sp>
        <p:nvSpPr>
          <p:cNvPr id="416" name="PlaceHolder 4"/>
          <p:cNvSpPr>
            <a:spLocks noGrp="1"/>
          </p:cNvSpPr>
          <p:nvPr>
            <p:ph type="dt" idx="31"/>
          </p:nvPr>
        </p:nvSpPr>
        <p:spPr>
          <a:xfrm>
            <a:off x="838080" y="6356520"/>
            <a:ext cx="2742840" cy="364680"/>
          </a:xfrm>
          <a:prstGeom prst="rect">
            <a:avLst/>
          </a:prstGeom>
          <a:noFill/>
          <a:ln w="0">
            <a:noFill/>
          </a:ln>
        </p:spPr>
        <p:txBody>
          <a:bodyPr anchor="ctr">
            <a:noAutofit/>
          </a:bodyPr>
          <a:lstStyle>
            <a:lvl1pPr>
              <a:lnSpc>
                <a:spcPct val="100000"/>
              </a:lnSpc>
              <a:buNone/>
              <a:defRPr b="0" lang="nb-NO" sz="1200" spc="-1" strike="noStrike">
                <a:solidFill>
                  <a:srgbClr val="ffffff"/>
                </a:solidFill>
                <a:latin typeface="Calibri"/>
              </a:defRPr>
            </a:lvl1pPr>
          </a:lstStyle>
          <a:p>
            <a:pPr>
              <a:lnSpc>
                <a:spcPct val="100000"/>
              </a:lnSpc>
              <a:buNone/>
            </a:pPr>
            <a:r>
              <a:rPr b="0" lang="nb-NO" sz="1200" spc="-1" strike="noStrike">
                <a:solidFill>
                  <a:srgbClr val="ffffff"/>
                </a:solidFill>
                <a:latin typeface="Calibri"/>
              </a:rPr>
              <a:t>&lt;date/time&gt;</a:t>
            </a:r>
            <a:endParaRPr b="0" lang="en-GB" sz="1200" spc="-1" strike="noStrike">
              <a:latin typeface="Times New Roman"/>
            </a:endParaRPr>
          </a:p>
        </p:txBody>
      </p:sp>
      <p:sp>
        <p:nvSpPr>
          <p:cNvPr id="417" name="PlaceHolder 5"/>
          <p:cNvSpPr>
            <a:spLocks noGrp="1"/>
          </p:cNvSpPr>
          <p:nvPr>
            <p:ph type="ftr" idx="32"/>
          </p:nvPr>
        </p:nvSpPr>
        <p:spPr>
          <a:xfrm>
            <a:off x="4038480" y="6356520"/>
            <a:ext cx="4114440" cy="364680"/>
          </a:xfrm>
          <a:prstGeom prst="rect">
            <a:avLst/>
          </a:prstGeom>
          <a:noFill/>
          <a:ln w="0">
            <a:noFill/>
          </a:ln>
        </p:spPr>
        <p:txBody>
          <a:bodyPr anchor="ctr">
            <a:noAutofit/>
          </a:bodyPr>
          <a:lstStyle>
            <a:lvl1pPr algn="ctr">
              <a:buNone/>
              <a:defRPr b="0" lang="en-GB" sz="1400" spc="-1" strike="noStrike">
                <a:latin typeface="Times New Roman"/>
              </a:defRPr>
            </a:lvl1pPr>
          </a:lstStyle>
          <a:p>
            <a:pPr algn="ctr">
              <a:buNone/>
            </a:pPr>
            <a:r>
              <a:rPr b="0" lang="en-GB" sz="1400" spc="-1" strike="noStrike">
                <a:latin typeface="Times New Roman"/>
              </a:rPr>
              <a:t>&lt;footer&gt;</a:t>
            </a:r>
            <a:endParaRPr b="0" lang="en-GB" sz="1400" spc="-1" strike="noStrike">
              <a:latin typeface="Times New Roman"/>
            </a:endParaRPr>
          </a:p>
        </p:txBody>
      </p:sp>
      <p:sp>
        <p:nvSpPr>
          <p:cNvPr id="418" name="PlaceHolder 6"/>
          <p:cNvSpPr>
            <a:spLocks noGrp="1"/>
          </p:cNvSpPr>
          <p:nvPr>
            <p:ph type="sldNum" idx="33"/>
          </p:nvPr>
        </p:nvSpPr>
        <p:spPr>
          <a:xfrm>
            <a:off x="8610480" y="6356520"/>
            <a:ext cx="2742840" cy="364680"/>
          </a:xfrm>
          <a:prstGeom prst="rect">
            <a:avLst/>
          </a:prstGeom>
          <a:noFill/>
          <a:ln w="0">
            <a:noFill/>
          </a:ln>
        </p:spPr>
        <p:txBody>
          <a:bodyPr anchor="ctr">
            <a:noAutofit/>
          </a:bodyPr>
          <a:lstStyle>
            <a:lvl1pPr algn="r">
              <a:lnSpc>
                <a:spcPct val="100000"/>
              </a:lnSpc>
              <a:buNone/>
              <a:defRPr b="0" lang="nb-NO" sz="1200" spc="-1" strike="noStrike">
                <a:solidFill>
                  <a:srgbClr val="ffffff"/>
                </a:solidFill>
                <a:latin typeface="Calibri"/>
              </a:defRPr>
            </a:lvl1pPr>
          </a:lstStyle>
          <a:p>
            <a:pPr algn="r">
              <a:lnSpc>
                <a:spcPct val="100000"/>
              </a:lnSpc>
              <a:buNone/>
            </a:pPr>
            <a:fld id="{B21BF7D5-F5AE-4F24-A370-AA5CED203BD4}" type="slidenum">
              <a:rPr b="0" lang="nb-NO" sz="1200" spc="-1" strike="noStrike">
                <a:solidFill>
                  <a:srgbClr val="ffffff"/>
                </a:solidFill>
                <a:latin typeface="Calibri"/>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slideLayout" Target="../slideLayouts/slideLayout37.xml"/>
</Relationships>
</file>

<file path=ppt/slides/_rels/slide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7.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89.xml"/>
</Relationships>
</file>

<file path=ppt/slides/_rels/slide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89.xml"/>
</Relationships>
</file>

<file path=ppt/slides/_rels/slide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89.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slideLayout" Target="../slideLayouts/slideLayout89.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slideLayout" Target="../slideLayouts/slideLayout89.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slideLayout" Target="../slideLayouts/slideLayout89.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89.xml"/>
</Relationships>
</file>

<file path=ppt/slides/_rels/slide11.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89.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89.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slideLayout" Target="../slideLayouts/slideLayout89.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89.xml"/>
</Relationships>
</file>

<file path=ppt/slides/_rels/slide15.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slideLayout" Target="../slideLayouts/slideLayout89.xml"/><Relationship Id="rId5"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slideLayout" Target="../slideLayouts/slideLayout89.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slideLayout" Target="../slideLayouts/slideLayout89.xml"/>
</Relationships>
</file>

<file path=ppt/slides/_rels/slide18.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60.png"/><Relationship Id="rId10" Type="http://schemas.openxmlformats.org/officeDocument/2006/relationships/image" Target="../media/image61.png"/><Relationship Id="rId11" Type="http://schemas.openxmlformats.org/officeDocument/2006/relationships/slideLayout" Target="../slideLayouts/slideLayout37.xml"/><Relationship Id="rId1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1523880" y="1122480"/>
            <a:ext cx="9143640" cy="2387160"/>
          </a:xfrm>
          <a:prstGeom prst="rect">
            <a:avLst/>
          </a:prstGeom>
          <a:noFill/>
          <a:ln w="0">
            <a:noFill/>
          </a:ln>
        </p:spPr>
        <p:txBody>
          <a:bodyPr anchor="b">
            <a:noAutofit/>
          </a:bodyPr>
          <a:p>
            <a:pPr algn="ctr">
              <a:lnSpc>
                <a:spcPct val="90000"/>
              </a:lnSpc>
              <a:buNone/>
            </a:pPr>
            <a:r>
              <a:rPr b="0" lang="nb-NO" sz="6000" spc="-1" strike="noStrike">
                <a:solidFill>
                  <a:srgbClr val="ffffff"/>
                </a:solidFill>
                <a:latin typeface="Calibri Light"/>
              </a:rPr>
              <a:t>Day 3</a:t>
            </a:r>
            <a:endParaRPr b="0" lang="en-US" sz="6000" spc="-1" strike="noStrike">
              <a:solidFill>
                <a:srgbClr val="ffffff"/>
              </a:solidFill>
              <a:latin typeface="Calibri"/>
            </a:endParaRPr>
          </a:p>
        </p:txBody>
      </p:sp>
      <p:pic>
        <p:nvPicPr>
          <p:cNvPr id="462" name="Picture 2" descr="Microchip Technology logo in transparent PNG and vectorized SVG formats"/>
          <p:cNvPicPr/>
          <p:nvPr/>
        </p:nvPicPr>
        <p:blipFill>
          <a:blip r:embed="rId1">
            <a:alphaModFix amt="0"/>
          </a:blip>
          <a:stretch/>
        </p:blipFill>
        <p:spPr>
          <a:xfrm>
            <a:off x="4552920" y="3985560"/>
            <a:ext cx="1153800" cy="1092600"/>
          </a:xfrm>
          <a:prstGeom prst="rect">
            <a:avLst/>
          </a:prstGeom>
          <a:ln w="0">
            <a:noFill/>
          </a:ln>
        </p:spPr>
      </p:pic>
      <p:pic>
        <p:nvPicPr>
          <p:cNvPr id="463" name="Picture 2" descr=""/>
          <p:cNvPicPr/>
          <p:nvPr/>
        </p:nvPicPr>
        <p:blipFill>
          <a:blip r:embed="rId2">
            <a:alphaModFix amt="0"/>
          </a:blip>
          <a:stretch/>
        </p:blipFill>
        <p:spPr>
          <a:xfrm>
            <a:off x="6485040" y="3985560"/>
            <a:ext cx="1258560" cy="9752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a:solidFill>
                  <a:srgbClr val="ffffff"/>
                </a:solidFill>
                <a:latin typeface="Calibri Light"/>
              </a:rPr>
              <a:t>Agenda</a:t>
            </a:r>
            <a:endParaRPr b="0" lang="en-US" sz="4400" spc="-1" strike="noStrike">
              <a:solidFill>
                <a:srgbClr val="ffffff"/>
              </a:solidFill>
              <a:latin typeface="Calibri"/>
            </a:endParaRPr>
          </a:p>
        </p:txBody>
      </p:sp>
      <p:sp>
        <p:nvSpPr>
          <p:cNvPr id="465" name="TekstSylinder 57"/>
          <p:cNvSpPr/>
          <p:nvPr/>
        </p:nvSpPr>
        <p:spPr>
          <a:xfrm>
            <a:off x="817560" y="2996280"/>
            <a:ext cx="192384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I2C</a:t>
            </a:r>
            <a:endParaRPr b="0" lang="en-GB" sz="1800" spc="-1" strike="noStrike">
              <a:latin typeface="Arial"/>
            </a:endParaRPr>
          </a:p>
        </p:txBody>
      </p:sp>
      <p:sp>
        <p:nvSpPr>
          <p:cNvPr id="466" name="TekstSylinder 60"/>
          <p:cNvSpPr/>
          <p:nvPr/>
        </p:nvSpPr>
        <p:spPr>
          <a:xfrm>
            <a:off x="8167680" y="2985480"/>
            <a:ext cx="19188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Sensor</a:t>
            </a:r>
            <a:endParaRPr b="0" lang="en-GB" sz="1800" spc="-1" strike="noStrike">
              <a:latin typeface="Arial"/>
            </a:endParaRPr>
          </a:p>
        </p:txBody>
      </p:sp>
      <p:sp>
        <p:nvSpPr>
          <p:cNvPr id="467" name="TekstSylinder 61"/>
          <p:cNvSpPr/>
          <p:nvPr/>
        </p:nvSpPr>
        <p:spPr>
          <a:xfrm>
            <a:off x="10437120" y="2996280"/>
            <a:ext cx="108432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OLED</a:t>
            </a:r>
            <a:endParaRPr b="0" lang="en-GB" sz="1800" spc="-1" strike="noStrike">
              <a:latin typeface="Arial"/>
            </a:endParaRPr>
          </a:p>
        </p:txBody>
      </p:sp>
      <p:sp>
        <p:nvSpPr>
          <p:cNvPr id="468" name="Venstre klammeparentes 62"/>
          <p:cNvSpPr/>
          <p:nvPr/>
        </p:nvSpPr>
        <p:spPr>
          <a:xfrm rot="16200000">
            <a:off x="2340360" y="2326680"/>
            <a:ext cx="243720" cy="2924280"/>
          </a:xfrm>
          <a:prstGeom prst="leftBrace">
            <a:avLst>
              <a:gd name="adj1" fmla="val 8333"/>
              <a:gd name="adj2" fmla="val 51626"/>
            </a:avLst>
          </a:prstGeom>
          <a:noFill/>
          <a:ln w="15840">
            <a:solidFill>
              <a:srgbClr val="ffffff"/>
            </a:solidFill>
            <a:miter/>
          </a:ln>
        </p:spPr>
        <p:style>
          <a:lnRef idx="0"/>
          <a:fillRef idx="0"/>
          <a:effectRef idx="0"/>
          <a:fontRef idx="minor"/>
        </p:style>
      </p:sp>
      <p:sp>
        <p:nvSpPr>
          <p:cNvPr id="469" name="Venstre klammeparentes 1024"/>
          <p:cNvSpPr/>
          <p:nvPr/>
        </p:nvSpPr>
        <p:spPr>
          <a:xfrm rot="16200000">
            <a:off x="8440560" y="885240"/>
            <a:ext cx="243720" cy="5746320"/>
          </a:xfrm>
          <a:prstGeom prst="leftBrace">
            <a:avLst>
              <a:gd name="adj1" fmla="val 8333"/>
              <a:gd name="adj2" fmla="val 51626"/>
            </a:avLst>
          </a:prstGeom>
          <a:noFill/>
          <a:ln w="15840">
            <a:solidFill>
              <a:srgbClr val="ffffff"/>
            </a:solidFill>
            <a:miter/>
          </a:ln>
        </p:spPr>
        <p:style>
          <a:lnRef idx="0"/>
          <a:fillRef idx="0"/>
          <a:effectRef idx="0"/>
          <a:fontRef idx="minor"/>
        </p:style>
      </p:sp>
      <p:sp>
        <p:nvSpPr>
          <p:cNvPr id="470" name="TekstSylinder 1026"/>
          <p:cNvSpPr/>
          <p:nvPr/>
        </p:nvSpPr>
        <p:spPr>
          <a:xfrm>
            <a:off x="1998360" y="4026960"/>
            <a:ext cx="826200" cy="638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ffffff"/>
                </a:solidFill>
                <a:latin typeface="Calibri"/>
              </a:rPr>
              <a:t>Task </a:t>
            </a:r>
            <a:r>
              <a:rPr b="0" lang="en-US" sz="1800" spc="-1" strike="noStrike">
                <a:solidFill>
                  <a:srgbClr val="ffffff"/>
                </a:solidFill>
                <a:latin typeface="Calibri"/>
              </a:rPr>
              <a:t>1</a:t>
            </a:r>
            <a:endParaRPr b="0" lang="en-GB" sz="1800" spc="-1" strike="noStrike">
              <a:latin typeface="Arial"/>
            </a:endParaRPr>
          </a:p>
        </p:txBody>
      </p:sp>
      <p:sp>
        <p:nvSpPr>
          <p:cNvPr id="471" name="TekstSylinder 1029"/>
          <p:cNvSpPr/>
          <p:nvPr/>
        </p:nvSpPr>
        <p:spPr>
          <a:xfrm>
            <a:off x="8272800" y="3994200"/>
            <a:ext cx="826200" cy="638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ffffff"/>
                </a:solidFill>
                <a:latin typeface="Calibri"/>
              </a:rPr>
              <a:t>Task 2</a:t>
            </a:r>
            <a:endParaRPr b="0" lang="en-GB" sz="1800" spc="-1" strike="noStrike">
              <a:latin typeface="Arial"/>
            </a:endParaRPr>
          </a:p>
        </p:txBody>
      </p:sp>
      <p:pic>
        <p:nvPicPr>
          <p:cNvPr id="472" name="Grafikk 3" descr="Skjerm kontur"/>
          <p:cNvPicPr/>
          <p:nvPr/>
        </p:nvPicPr>
        <p:blipFill>
          <a:blip r:embed="rId1">
            <a:alphaModFix amt="0"/>
          </a:blip>
          <a:stretch/>
        </p:blipFill>
        <p:spPr>
          <a:xfrm>
            <a:off x="10504080" y="2125800"/>
            <a:ext cx="914040" cy="914040"/>
          </a:xfrm>
          <a:prstGeom prst="rect">
            <a:avLst/>
          </a:prstGeom>
          <a:ln w="0">
            <a:noFill/>
          </a:ln>
        </p:spPr>
      </p:pic>
      <p:sp>
        <p:nvSpPr>
          <p:cNvPr id="473" name="TekstSylinder 5"/>
          <p:cNvSpPr/>
          <p:nvPr/>
        </p:nvSpPr>
        <p:spPr>
          <a:xfrm>
            <a:off x="2894400" y="2996280"/>
            <a:ext cx="108432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Sensor</a:t>
            </a:r>
            <a:endParaRPr b="0" lang="en-GB" sz="1800" spc="-1" strike="noStrike">
              <a:latin typeface="Arial"/>
            </a:endParaRPr>
          </a:p>
        </p:txBody>
      </p:sp>
      <p:grpSp>
        <p:nvGrpSpPr>
          <p:cNvPr id="474" name="Gruppe 19"/>
          <p:cNvGrpSpPr/>
          <p:nvPr/>
        </p:nvGrpSpPr>
        <p:grpSpPr>
          <a:xfrm>
            <a:off x="865080" y="2134080"/>
            <a:ext cx="1889640" cy="945360"/>
            <a:chOff x="865080" y="2134080"/>
            <a:chExt cx="1889640" cy="945360"/>
          </a:xfrm>
        </p:grpSpPr>
        <p:pic>
          <p:nvPicPr>
            <p:cNvPr id="475" name="Grafikk 6" descr="Prosessor kontur"/>
            <p:cNvPicPr/>
            <p:nvPr/>
          </p:nvPicPr>
          <p:blipFill>
            <a:blip r:embed="rId2">
              <a:alphaModFix amt="0"/>
            </a:blip>
            <a:stretch/>
          </p:blipFill>
          <p:spPr>
            <a:xfrm>
              <a:off x="865080" y="2137680"/>
              <a:ext cx="941760" cy="941760"/>
            </a:xfrm>
            <a:prstGeom prst="rect">
              <a:avLst/>
            </a:prstGeom>
            <a:ln w="0">
              <a:noFill/>
            </a:ln>
          </p:spPr>
        </p:pic>
        <p:pic>
          <p:nvPicPr>
            <p:cNvPr id="476" name="Grafikk 7" descr="Prosessor kontur"/>
            <p:cNvPicPr/>
            <p:nvPr/>
          </p:nvPicPr>
          <p:blipFill>
            <a:blip r:embed="rId3">
              <a:alphaModFix amt="0"/>
            </a:blip>
            <a:stretch/>
          </p:blipFill>
          <p:spPr>
            <a:xfrm>
              <a:off x="1812960" y="2134080"/>
              <a:ext cx="941760" cy="941760"/>
            </a:xfrm>
            <a:prstGeom prst="rect">
              <a:avLst/>
            </a:prstGeom>
            <a:ln w="0">
              <a:noFill/>
            </a:ln>
          </p:spPr>
        </p:pic>
        <p:cxnSp>
          <p:nvCxnSpPr>
            <p:cNvPr id="477" name="Rett pil 8"/>
            <p:cNvCxnSpPr/>
            <p:nvPr/>
          </p:nvCxnSpPr>
          <p:spPr>
            <a:xfrm>
              <a:off x="1683720" y="2410920"/>
              <a:ext cx="293400" cy="360"/>
            </a:xfrm>
            <a:prstGeom prst="straightConnector1">
              <a:avLst/>
            </a:prstGeom>
            <a:ln w="19080">
              <a:solidFill>
                <a:srgbClr val="ffffff"/>
              </a:solidFill>
              <a:miter/>
              <a:tailEnd len="med" type="triangle" w="med"/>
            </a:ln>
          </p:spPr>
        </p:cxnSp>
        <p:cxnSp>
          <p:nvCxnSpPr>
            <p:cNvPr id="478" name="Rett pil 9"/>
            <p:cNvCxnSpPr/>
            <p:nvPr/>
          </p:nvCxnSpPr>
          <p:spPr>
            <a:xfrm flipH="1">
              <a:off x="1670760" y="2488320"/>
              <a:ext cx="267840" cy="360"/>
            </a:xfrm>
            <a:prstGeom prst="straightConnector1">
              <a:avLst/>
            </a:prstGeom>
            <a:ln w="19080">
              <a:solidFill>
                <a:srgbClr val="ffffff"/>
              </a:solidFill>
              <a:miter/>
              <a:tailEnd len="med" type="triangle" w="med"/>
            </a:ln>
          </p:spPr>
        </p:cxnSp>
        <p:cxnSp>
          <p:nvCxnSpPr>
            <p:cNvPr id="479" name="Rett pil 15"/>
            <p:cNvCxnSpPr/>
            <p:nvPr/>
          </p:nvCxnSpPr>
          <p:spPr>
            <a:xfrm>
              <a:off x="1683000" y="2568960"/>
              <a:ext cx="294120" cy="360"/>
            </a:xfrm>
            <a:prstGeom prst="straightConnector1">
              <a:avLst/>
            </a:prstGeom>
            <a:ln w="19080">
              <a:solidFill>
                <a:srgbClr val="ffffff"/>
              </a:solidFill>
              <a:miter/>
              <a:tailEnd len="med" type="triangle" w="med"/>
            </a:ln>
          </p:spPr>
        </p:cxnSp>
        <p:cxnSp>
          <p:nvCxnSpPr>
            <p:cNvPr id="480" name="Rett pil 17"/>
            <p:cNvCxnSpPr/>
            <p:nvPr/>
          </p:nvCxnSpPr>
          <p:spPr>
            <a:xfrm>
              <a:off x="1681920" y="2647440"/>
              <a:ext cx="295200" cy="360"/>
            </a:xfrm>
            <a:prstGeom prst="straightConnector1">
              <a:avLst/>
            </a:prstGeom>
            <a:ln w="19080">
              <a:solidFill>
                <a:srgbClr val="ffffff"/>
              </a:solidFill>
              <a:miter/>
              <a:tailEnd len="med" type="triangle" w="med"/>
            </a:ln>
          </p:spPr>
        </p:cxnSp>
      </p:grpSp>
      <p:sp>
        <p:nvSpPr>
          <p:cNvPr id="481" name="TekstSylinder 24"/>
          <p:cNvSpPr/>
          <p:nvPr/>
        </p:nvSpPr>
        <p:spPr>
          <a:xfrm>
            <a:off x="5908680" y="2968560"/>
            <a:ext cx="192384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I2C</a:t>
            </a:r>
            <a:endParaRPr b="0" lang="en-GB" sz="1800" spc="-1" strike="noStrike">
              <a:latin typeface="Arial"/>
            </a:endParaRPr>
          </a:p>
        </p:txBody>
      </p:sp>
      <p:grpSp>
        <p:nvGrpSpPr>
          <p:cNvPr id="482" name="Gruppe 25"/>
          <p:cNvGrpSpPr/>
          <p:nvPr/>
        </p:nvGrpSpPr>
        <p:grpSpPr>
          <a:xfrm>
            <a:off x="5956200" y="2106360"/>
            <a:ext cx="1889640" cy="945360"/>
            <a:chOff x="5956200" y="2106360"/>
            <a:chExt cx="1889640" cy="945360"/>
          </a:xfrm>
        </p:grpSpPr>
        <p:pic>
          <p:nvPicPr>
            <p:cNvPr id="483" name="Grafikk 26" descr="Prosessor kontur"/>
            <p:cNvPicPr/>
            <p:nvPr/>
          </p:nvPicPr>
          <p:blipFill>
            <a:blip r:embed="rId4">
              <a:alphaModFix amt="0"/>
            </a:blip>
            <a:stretch/>
          </p:blipFill>
          <p:spPr>
            <a:xfrm>
              <a:off x="5956200" y="2109960"/>
              <a:ext cx="941760" cy="941760"/>
            </a:xfrm>
            <a:prstGeom prst="rect">
              <a:avLst/>
            </a:prstGeom>
            <a:ln w="0">
              <a:noFill/>
            </a:ln>
          </p:spPr>
        </p:pic>
        <p:pic>
          <p:nvPicPr>
            <p:cNvPr id="484" name="Grafikk 27" descr="Prosessor kontur"/>
            <p:cNvPicPr/>
            <p:nvPr/>
          </p:nvPicPr>
          <p:blipFill>
            <a:blip r:embed="rId5">
              <a:alphaModFix amt="0"/>
            </a:blip>
            <a:stretch/>
          </p:blipFill>
          <p:spPr>
            <a:xfrm>
              <a:off x="6904080" y="2106360"/>
              <a:ext cx="941760" cy="941760"/>
            </a:xfrm>
            <a:prstGeom prst="rect">
              <a:avLst/>
            </a:prstGeom>
            <a:ln w="0">
              <a:noFill/>
            </a:ln>
          </p:spPr>
        </p:pic>
        <p:cxnSp>
          <p:nvCxnSpPr>
            <p:cNvPr id="485" name="Rett pil 28"/>
            <p:cNvCxnSpPr/>
            <p:nvPr/>
          </p:nvCxnSpPr>
          <p:spPr>
            <a:xfrm>
              <a:off x="6774840" y="2383200"/>
              <a:ext cx="293760" cy="360"/>
            </a:xfrm>
            <a:prstGeom prst="straightConnector1">
              <a:avLst/>
            </a:prstGeom>
            <a:ln w="19080">
              <a:solidFill>
                <a:srgbClr val="ffffff"/>
              </a:solidFill>
              <a:miter/>
              <a:tailEnd len="med" type="triangle" w="med"/>
            </a:ln>
          </p:spPr>
        </p:cxnSp>
        <p:cxnSp>
          <p:nvCxnSpPr>
            <p:cNvPr id="486" name="Rett pil 29"/>
            <p:cNvCxnSpPr/>
            <p:nvPr/>
          </p:nvCxnSpPr>
          <p:spPr>
            <a:xfrm flipH="1">
              <a:off x="6761880" y="2460600"/>
              <a:ext cx="267840" cy="360"/>
            </a:xfrm>
            <a:prstGeom prst="straightConnector1">
              <a:avLst/>
            </a:prstGeom>
            <a:ln w="19080">
              <a:solidFill>
                <a:srgbClr val="ffffff"/>
              </a:solidFill>
              <a:miter/>
              <a:tailEnd len="med" type="triangle" w="med"/>
            </a:ln>
          </p:spPr>
        </p:cxnSp>
        <p:cxnSp>
          <p:nvCxnSpPr>
            <p:cNvPr id="487" name="Rett pil 30"/>
            <p:cNvCxnSpPr/>
            <p:nvPr/>
          </p:nvCxnSpPr>
          <p:spPr>
            <a:xfrm>
              <a:off x="6774120" y="2541240"/>
              <a:ext cx="294480" cy="360"/>
            </a:xfrm>
            <a:prstGeom prst="straightConnector1">
              <a:avLst/>
            </a:prstGeom>
            <a:ln w="19080">
              <a:solidFill>
                <a:srgbClr val="ffffff"/>
              </a:solidFill>
              <a:miter/>
              <a:tailEnd len="med" type="triangle" w="med"/>
            </a:ln>
          </p:spPr>
        </p:cxnSp>
        <p:cxnSp>
          <p:nvCxnSpPr>
            <p:cNvPr id="488" name="Rett pil 31"/>
            <p:cNvCxnSpPr/>
            <p:nvPr/>
          </p:nvCxnSpPr>
          <p:spPr>
            <a:xfrm>
              <a:off x="6773400" y="2619720"/>
              <a:ext cx="295200" cy="360"/>
            </a:xfrm>
            <a:prstGeom prst="straightConnector1">
              <a:avLst/>
            </a:prstGeom>
            <a:ln w="19080">
              <a:solidFill>
                <a:srgbClr val="ffffff"/>
              </a:solidFill>
              <a:miter/>
              <a:tailEnd len="med" type="triangle" w="med"/>
            </a:ln>
          </p:spPr>
        </p:cxnSp>
      </p:grpSp>
      <p:pic>
        <p:nvPicPr>
          <p:cNvPr id="489" name="" descr=""/>
          <p:cNvPicPr/>
          <p:nvPr/>
        </p:nvPicPr>
        <p:blipFill>
          <a:blip r:embed="rId6">
            <a:alphaModFix amt="0"/>
          </a:blip>
          <a:stretch/>
        </p:blipFill>
        <p:spPr>
          <a:xfrm>
            <a:off x="3060000" y="2220120"/>
            <a:ext cx="839880" cy="839880"/>
          </a:xfrm>
          <a:prstGeom prst="rect">
            <a:avLst/>
          </a:prstGeom>
          <a:ln w="0">
            <a:noFill/>
          </a:ln>
        </p:spPr>
      </p:pic>
      <p:pic>
        <p:nvPicPr>
          <p:cNvPr id="490" name="" descr=""/>
          <p:cNvPicPr/>
          <p:nvPr/>
        </p:nvPicPr>
        <p:blipFill>
          <a:blip r:embed="rId7">
            <a:alphaModFix amt="0"/>
          </a:blip>
          <a:stretch/>
        </p:blipFill>
        <p:spPr>
          <a:xfrm>
            <a:off x="3060360" y="2220480"/>
            <a:ext cx="839880" cy="839880"/>
          </a:xfrm>
          <a:prstGeom prst="rect">
            <a:avLst/>
          </a:prstGeom>
          <a:ln w="0">
            <a:noFill/>
          </a:ln>
        </p:spPr>
      </p:pic>
      <p:pic>
        <p:nvPicPr>
          <p:cNvPr id="491" name="" descr=""/>
          <p:cNvPicPr/>
          <p:nvPr/>
        </p:nvPicPr>
        <p:blipFill>
          <a:blip r:embed="rId8">
            <a:alphaModFix amt="0"/>
          </a:blip>
          <a:stretch/>
        </p:blipFill>
        <p:spPr>
          <a:xfrm>
            <a:off x="8700120" y="2145600"/>
            <a:ext cx="839880" cy="8398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a:solidFill>
                  <a:srgbClr val="ffffff"/>
                </a:solidFill>
                <a:latin typeface="Calibri Light"/>
              </a:rPr>
              <a:t>Agenda</a:t>
            </a:r>
            <a:endParaRPr b="0" lang="en-US" sz="4400" spc="-1" strike="noStrike">
              <a:solidFill>
                <a:srgbClr val="ffffff"/>
              </a:solidFill>
              <a:latin typeface="Calibri"/>
            </a:endParaRPr>
          </a:p>
        </p:txBody>
      </p:sp>
      <p:sp>
        <p:nvSpPr>
          <p:cNvPr id="493" name="TekstSylinder 57"/>
          <p:cNvSpPr/>
          <p:nvPr/>
        </p:nvSpPr>
        <p:spPr>
          <a:xfrm>
            <a:off x="2590560" y="3206880"/>
            <a:ext cx="192384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I2C</a:t>
            </a:r>
            <a:endParaRPr b="0" lang="en-GB" sz="1800" spc="-1" strike="noStrike">
              <a:latin typeface="Arial"/>
            </a:endParaRPr>
          </a:p>
        </p:txBody>
      </p:sp>
      <p:sp>
        <p:nvSpPr>
          <p:cNvPr id="494" name="TekstSylinder 60"/>
          <p:cNvSpPr/>
          <p:nvPr/>
        </p:nvSpPr>
        <p:spPr>
          <a:xfrm>
            <a:off x="5037120" y="3237480"/>
            <a:ext cx="19188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Sensor</a:t>
            </a:r>
            <a:endParaRPr b="0" lang="en-GB" sz="1800" spc="-1" strike="noStrike">
              <a:latin typeface="Arial"/>
            </a:endParaRPr>
          </a:p>
        </p:txBody>
      </p:sp>
      <p:sp>
        <p:nvSpPr>
          <p:cNvPr id="495" name="TekstSylinder 61"/>
          <p:cNvSpPr/>
          <p:nvPr/>
        </p:nvSpPr>
        <p:spPr>
          <a:xfrm>
            <a:off x="7306200" y="3248280"/>
            <a:ext cx="108432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OLED</a:t>
            </a:r>
            <a:endParaRPr b="0" lang="en-GB" sz="1800" spc="-1" strike="noStrike">
              <a:latin typeface="Arial"/>
            </a:endParaRPr>
          </a:p>
        </p:txBody>
      </p:sp>
      <p:pic>
        <p:nvPicPr>
          <p:cNvPr id="496" name="Grafikk 3" descr="Skjerm kontur"/>
          <p:cNvPicPr/>
          <p:nvPr/>
        </p:nvPicPr>
        <p:blipFill>
          <a:blip r:embed="rId1">
            <a:alphaModFix amt="0"/>
          </a:blip>
          <a:stretch/>
        </p:blipFill>
        <p:spPr>
          <a:xfrm>
            <a:off x="7373520" y="2377800"/>
            <a:ext cx="914040" cy="914040"/>
          </a:xfrm>
          <a:prstGeom prst="rect">
            <a:avLst/>
          </a:prstGeom>
          <a:ln w="0">
            <a:noFill/>
          </a:ln>
        </p:spPr>
      </p:pic>
      <p:grpSp>
        <p:nvGrpSpPr>
          <p:cNvPr id="497" name="Gruppe 19"/>
          <p:cNvGrpSpPr/>
          <p:nvPr/>
        </p:nvGrpSpPr>
        <p:grpSpPr>
          <a:xfrm>
            <a:off x="2638080" y="2344680"/>
            <a:ext cx="1889640" cy="945360"/>
            <a:chOff x="2638080" y="2344680"/>
            <a:chExt cx="1889640" cy="945360"/>
          </a:xfrm>
        </p:grpSpPr>
        <p:pic>
          <p:nvPicPr>
            <p:cNvPr id="498" name="Grafikk 6" descr="Prosessor kontur"/>
            <p:cNvPicPr/>
            <p:nvPr/>
          </p:nvPicPr>
          <p:blipFill>
            <a:blip r:embed="rId2">
              <a:alphaModFix amt="0"/>
            </a:blip>
            <a:stretch/>
          </p:blipFill>
          <p:spPr>
            <a:xfrm>
              <a:off x="2638080" y="2348280"/>
              <a:ext cx="941760" cy="941760"/>
            </a:xfrm>
            <a:prstGeom prst="rect">
              <a:avLst/>
            </a:prstGeom>
            <a:ln w="0">
              <a:noFill/>
            </a:ln>
          </p:spPr>
        </p:pic>
        <p:pic>
          <p:nvPicPr>
            <p:cNvPr id="499" name="Grafikk 7" descr="Prosessor kontur"/>
            <p:cNvPicPr/>
            <p:nvPr/>
          </p:nvPicPr>
          <p:blipFill>
            <a:blip r:embed="rId3">
              <a:alphaModFix amt="0"/>
            </a:blip>
            <a:stretch/>
          </p:blipFill>
          <p:spPr>
            <a:xfrm>
              <a:off x="3585960" y="2344680"/>
              <a:ext cx="941760" cy="941760"/>
            </a:xfrm>
            <a:prstGeom prst="rect">
              <a:avLst/>
            </a:prstGeom>
            <a:ln w="0">
              <a:noFill/>
            </a:ln>
          </p:spPr>
        </p:pic>
        <p:cxnSp>
          <p:nvCxnSpPr>
            <p:cNvPr id="500" name="Rett pil 8"/>
            <p:cNvCxnSpPr/>
            <p:nvPr/>
          </p:nvCxnSpPr>
          <p:spPr>
            <a:xfrm>
              <a:off x="3457080" y="2621160"/>
              <a:ext cx="293400" cy="360"/>
            </a:xfrm>
            <a:prstGeom prst="straightConnector1">
              <a:avLst/>
            </a:prstGeom>
            <a:ln w="19080">
              <a:solidFill>
                <a:srgbClr val="ffffff"/>
              </a:solidFill>
              <a:miter/>
              <a:tailEnd len="med" type="triangle" w="med"/>
            </a:ln>
          </p:spPr>
        </p:cxnSp>
        <p:cxnSp>
          <p:nvCxnSpPr>
            <p:cNvPr id="501" name="Rett pil 9"/>
            <p:cNvCxnSpPr/>
            <p:nvPr/>
          </p:nvCxnSpPr>
          <p:spPr>
            <a:xfrm flipH="1">
              <a:off x="3443760" y="2698920"/>
              <a:ext cx="267840" cy="360"/>
            </a:xfrm>
            <a:prstGeom prst="straightConnector1">
              <a:avLst/>
            </a:prstGeom>
            <a:ln w="19080">
              <a:solidFill>
                <a:srgbClr val="ffffff"/>
              </a:solidFill>
              <a:miter/>
              <a:tailEnd len="med" type="triangle" w="med"/>
            </a:ln>
          </p:spPr>
        </p:cxnSp>
        <p:cxnSp>
          <p:nvCxnSpPr>
            <p:cNvPr id="502" name="Rett pil 15"/>
            <p:cNvCxnSpPr/>
            <p:nvPr/>
          </p:nvCxnSpPr>
          <p:spPr>
            <a:xfrm>
              <a:off x="3456000" y="2779200"/>
              <a:ext cx="294480" cy="360"/>
            </a:xfrm>
            <a:prstGeom prst="straightConnector1">
              <a:avLst/>
            </a:prstGeom>
            <a:ln w="19080">
              <a:solidFill>
                <a:srgbClr val="ffffff"/>
              </a:solidFill>
              <a:miter/>
              <a:tailEnd len="med" type="triangle" w="med"/>
            </a:ln>
          </p:spPr>
        </p:cxnSp>
        <p:cxnSp>
          <p:nvCxnSpPr>
            <p:cNvPr id="503" name="Rett pil 17"/>
            <p:cNvCxnSpPr/>
            <p:nvPr/>
          </p:nvCxnSpPr>
          <p:spPr>
            <a:xfrm>
              <a:off x="3455280" y="2858040"/>
              <a:ext cx="295200" cy="360"/>
            </a:xfrm>
            <a:prstGeom prst="straightConnector1">
              <a:avLst/>
            </a:prstGeom>
            <a:ln w="19080">
              <a:solidFill>
                <a:srgbClr val="ffffff"/>
              </a:solidFill>
              <a:miter/>
              <a:tailEnd len="med" type="triangle" w="med"/>
            </a:ln>
          </p:spPr>
        </p:cxnSp>
      </p:grpSp>
      <p:pic>
        <p:nvPicPr>
          <p:cNvPr id="504" name="Grafikk 2" descr="Avmerking kontur"/>
          <p:cNvPicPr/>
          <p:nvPr/>
        </p:nvPicPr>
        <p:blipFill>
          <a:blip r:embed="rId4">
            <a:alphaModFix amt="0"/>
          </a:blip>
          <a:stretch/>
        </p:blipFill>
        <p:spPr>
          <a:xfrm>
            <a:off x="5472360" y="4260960"/>
            <a:ext cx="914040" cy="914040"/>
          </a:xfrm>
          <a:prstGeom prst="rect">
            <a:avLst/>
          </a:prstGeom>
          <a:ln w="0">
            <a:noFill/>
          </a:ln>
        </p:spPr>
      </p:pic>
      <p:pic>
        <p:nvPicPr>
          <p:cNvPr id="505" name="Grafikk 10" descr="Avmerking kontur"/>
          <p:cNvPicPr/>
          <p:nvPr/>
        </p:nvPicPr>
        <p:blipFill>
          <a:blip r:embed="rId5">
            <a:alphaModFix amt="0"/>
          </a:blip>
          <a:stretch/>
        </p:blipFill>
        <p:spPr>
          <a:xfrm>
            <a:off x="7373520" y="4260960"/>
            <a:ext cx="914040" cy="914040"/>
          </a:xfrm>
          <a:prstGeom prst="rect">
            <a:avLst/>
          </a:prstGeom>
          <a:ln w="0">
            <a:noFill/>
          </a:ln>
        </p:spPr>
      </p:pic>
      <p:pic>
        <p:nvPicPr>
          <p:cNvPr id="506" name="" descr=""/>
          <p:cNvPicPr/>
          <p:nvPr/>
        </p:nvPicPr>
        <p:blipFill>
          <a:blip r:embed="rId6">
            <a:alphaModFix amt="0"/>
          </a:blip>
          <a:stretch/>
        </p:blipFill>
        <p:spPr>
          <a:xfrm>
            <a:off x="5580000" y="2397600"/>
            <a:ext cx="839880" cy="8398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TekstSylinder 3"/>
          <p:cNvSpPr/>
          <p:nvPr/>
        </p:nvSpPr>
        <p:spPr>
          <a:xfrm>
            <a:off x="3009960" y="3244320"/>
            <a:ext cx="6171840" cy="1308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i="1" lang="en-US" sz="4000" spc="-1" strike="noStrike">
                <a:solidFill>
                  <a:srgbClr val="ffffff"/>
                </a:solidFill>
                <a:latin typeface="Calibri"/>
              </a:rPr>
              <a:t>Host ↔ Client communication</a:t>
            </a:r>
            <a:endParaRPr b="0" lang="en-GB" sz="4000" spc="-1" strike="noStrike">
              <a:latin typeface="Arial"/>
            </a:endParaRPr>
          </a:p>
        </p:txBody>
      </p:sp>
      <p:sp>
        <p:nvSpPr>
          <p:cNvPr id="508"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509" name="Gruppe 4"/>
          <p:cNvGrpSpPr/>
          <p:nvPr/>
        </p:nvGrpSpPr>
        <p:grpSpPr>
          <a:xfrm>
            <a:off x="9968760" y="555120"/>
            <a:ext cx="1889640" cy="945360"/>
            <a:chOff x="9968760" y="555120"/>
            <a:chExt cx="1889640" cy="945360"/>
          </a:xfrm>
        </p:grpSpPr>
        <p:pic>
          <p:nvPicPr>
            <p:cNvPr id="510" name="Grafikk 5" descr="Prosessor kontur"/>
            <p:cNvPicPr/>
            <p:nvPr/>
          </p:nvPicPr>
          <p:blipFill>
            <a:blip r:embed="rId1">
              <a:alphaModFix amt="0"/>
            </a:blip>
            <a:stretch/>
          </p:blipFill>
          <p:spPr>
            <a:xfrm>
              <a:off x="9968760" y="558720"/>
              <a:ext cx="941760" cy="941760"/>
            </a:xfrm>
            <a:prstGeom prst="rect">
              <a:avLst/>
            </a:prstGeom>
            <a:ln w="0">
              <a:noFill/>
            </a:ln>
          </p:spPr>
        </p:pic>
        <p:pic>
          <p:nvPicPr>
            <p:cNvPr id="511" name="Grafikk 6" descr="Prosessor kontur"/>
            <p:cNvPicPr/>
            <p:nvPr/>
          </p:nvPicPr>
          <p:blipFill>
            <a:blip r:embed="rId2">
              <a:alphaModFix amt="0"/>
            </a:blip>
            <a:stretch/>
          </p:blipFill>
          <p:spPr>
            <a:xfrm>
              <a:off x="10916640" y="555120"/>
              <a:ext cx="941760" cy="941760"/>
            </a:xfrm>
            <a:prstGeom prst="rect">
              <a:avLst/>
            </a:prstGeom>
            <a:ln w="0">
              <a:noFill/>
            </a:ln>
          </p:spPr>
        </p:pic>
        <p:cxnSp>
          <p:nvCxnSpPr>
            <p:cNvPr id="512" name="Rett pil 7"/>
            <p:cNvCxnSpPr/>
            <p:nvPr/>
          </p:nvCxnSpPr>
          <p:spPr>
            <a:xfrm>
              <a:off x="10787760" y="831600"/>
              <a:ext cx="293400" cy="360"/>
            </a:xfrm>
            <a:prstGeom prst="straightConnector1">
              <a:avLst/>
            </a:prstGeom>
            <a:ln w="19080">
              <a:solidFill>
                <a:srgbClr val="ffffff"/>
              </a:solidFill>
              <a:miter/>
              <a:tailEnd len="med" type="triangle" w="med"/>
            </a:ln>
          </p:spPr>
        </p:cxnSp>
        <p:cxnSp>
          <p:nvCxnSpPr>
            <p:cNvPr id="513" name="Rett pil 8"/>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514" name="Rett pil 9"/>
            <p:cNvCxnSpPr/>
            <p:nvPr/>
          </p:nvCxnSpPr>
          <p:spPr>
            <a:xfrm>
              <a:off x="10786680" y="989640"/>
              <a:ext cx="294480" cy="360"/>
            </a:xfrm>
            <a:prstGeom prst="straightConnector1">
              <a:avLst/>
            </a:prstGeom>
            <a:ln w="19080">
              <a:solidFill>
                <a:srgbClr val="ffffff"/>
              </a:solidFill>
              <a:miter/>
              <a:tailEnd len="med" type="triangle" w="med"/>
            </a:ln>
          </p:spPr>
        </p:cxnSp>
        <p:cxnSp>
          <p:nvCxnSpPr>
            <p:cNvPr id="515" name="Rett pil 10"/>
            <p:cNvCxnSpPr/>
            <p:nvPr/>
          </p:nvCxnSpPr>
          <p:spPr>
            <a:xfrm>
              <a:off x="10785960" y="1068480"/>
              <a:ext cx="295200" cy="360"/>
            </a:xfrm>
            <a:prstGeom prst="straightConnector1">
              <a:avLst/>
            </a:prstGeom>
            <a:ln w="19080">
              <a:solidFill>
                <a:srgbClr val="ffffff"/>
              </a:solidFill>
              <a:miter/>
              <a:tailEnd len="med" type="triangle" w="med"/>
            </a:ln>
          </p:spPr>
        </p:cxn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TekstSylinder 1"/>
          <p:cNvSpPr/>
          <p:nvPr/>
        </p:nvSpPr>
        <p:spPr>
          <a:xfrm>
            <a:off x="3009960" y="3244320"/>
            <a:ext cx="6171840" cy="699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i="1" lang="en-US" sz="4000" spc="-1" strike="noStrike">
                <a:solidFill>
                  <a:srgbClr val="ffffff"/>
                </a:solidFill>
                <a:latin typeface="Calibri"/>
              </a:rPr>
              <a:t>Open drain</a:t>
            </a:r>
            <a:endParaRPr b="0" lang="en-GB" sz="4000" spc="-1" strike="noStrike">
              <a:latin typeface="Arial"/>
            </a:endParaRPr>
          </a:p>
        </p:txBody>
      </p:sp>
      <p:sp>
        <p:nvSpPr>
          <p:cNvPr id="517"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518" name="Gruppe 2"/>
          <p:cNvGrpSpPr/>
          <p:nvPr/>
        </p:nvGrpSpPr>
        <p:grpSpPr>
          <a:xfrm>
            <a:off x="9968760" y="555120"/>
            <a:ext cx="1889640" cy="945360"/>
            <a:chOff x="9968760" y="555120"/>
            <a:chExt cx="1889640" cy="945360"/>
          </a:xfrm>
        </p:grpSpPr>
        <p:pic>
          <p:nvPicPr>
            <p:cNvPr id="519" name="Grafikk 8" descr="Prosessor kontur"/>
            <p:cNvPicPr/>
            <p:nvPr/>
          </p:nvPicPr>
          <p:blipFill>
            <a:blip r:embed="rId1">
              <a:alphaModFix amt="0"/>
            </a:blip>
            <a:stretch/>
          </p:blipFill>
          <p:spPr>
            <a:xfrm>
              <a:off x="9968760" y="558720"/>
              <a:ext cx="941760" cy="941760"/>
            </a:xfrm>
            <a:prstGeom prst="rect">
              <a:avLst/>
            </a:prstGeom>
            <a:ln w="0">
              <a:noFill/>
            </a:ln>
          </p:spPr>
        </p:pic>
        <p:pic>
          <p:nvPicPr>
            <p:cNvPr id="520" name="Grafikk 9" descr="Prosessor kontur"/>
            <p:cNvPicPr/>
            <p:nvPr/>
          </p:nvPicPr>
          <p:blipFill>
            <a:blip r:embed="rId2">
              <a:alphaModFix amt="0"/>
            </a:blip>
            <a:stretch/>
          </p:blipFill>
          <p:spPr>
            <a:xfrm>
              <a:off x="10916640" y="555120"/>
              <a:ext cx="941760" cy="941760"/>
            </a:xfrm>
            <a:prstGeom prst="rect">
              <a:avLst/>
            </a:prstGeom>
            <a:ln w="0">
              <a:noFill/>
            </a:ln>
          </p:spPr>
        </p:pic>
        <p:cxnSp>
          <p:nvCxnSpPr>
            <p:cNvPr id="521" name="Rett pil 5"/>
            <p:cNvCxnSpPr/>
            <p:nvPr/>
          </p:nvCxnSpPr>
          <p:spPr>
            <a:xfrm>
              <a:off x="10787760" y="831600"/>
              <a:ext cx="293400" cy="360"/>
            </a:xfrm>
            <a:prstGeom prst="straightConnector1">
              <a:avLst/>
            </a:prstGeom>
            <a:ln w="19080">
              <a:solidFill>
                <a:srgbClr val="ffffff"/>
              </a:solidFill>
              <a:miter/>
              <a:tailEnd len="med" type="triangle" w="med"/>
            </a:ln>
          </p:spPr>
        </p:cxnSp>
        <p:cxnSp>
          <p:nvCxnSpPr>
            <p:cNvPr id="522" name="Rett pil 6"/>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523" name="Rett pil 11"/>
            <p:cNvCxnSpPr/>
            <p:nvPr/>
          </p:nvCxnSpPr>
          <p:spPr>
            <a:xfrm>
              <a:off x="10786680" y="989640"/>
              <a:ext cx="294480" cy="360"/>
            </a:xfrm>
            <a:prstGeom prst="straightConnector1">
              <a:avLst/>
            </a:prstGeom>
            <a:ln w="19080">
              <a:solidFill>
                <a:srgbClr val="ffffff"/>
              </a:solidFill>
              <a:miter/>
              <a:tailEnd len="med" type="triangle" w="med"/>
            </a:ln>
          </p:spPr>
        </p:cxnSp>
        <p:cxnSp>
          <p:nvCxnSpPr>
            <p:cNvPr id="524" name="Rett pil 12"/>
            <p:cNvCxnSpPr/>
            <p:nvPr/>
          </p:nvCxnSpPr>
          <p:spPr>
            <a:xfrm>
              <a:off x="10785960" y="1068480"/>
              <a:ext cx="295200" cy="360"/>
            </a:xfrm>
            <a:prstGeom prst="straightConnector1">
              <a:avLst/>
            </a:prstGeom>
            <a:ln w="19080">
              <a:solidFill>
                <a:srgbClr val="ffffff"/>
              </a:solidFill>
              <a:miter/>
              <a:tailEnd len="med" type="triangle" w="med"/>
            </a:ln>
          </p:spPr>
        </p:cxn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526" name="Gruppe 4"/>
          <p:cNvGrpSpPr/>
          <p:nvPr/>
        </p:nvGrpSpPr>
        <p:grpSpPr>
          <a:xfrm>
            <a:off x="9968760" y="555120"/>
            <a:ext cx="1889640" cy="945360"/>
            <a:chOff x="9968760" y="555120"/>
            <a:chExt cx="1889640" cy="945360"/>
          </a:xfrm>
        </p:grpSpPr>
        <p:pic>
          <p:nvPicPr>
            <p:cNvPr id="527" name="Grafikk 5" descr="Prosessor kontur"/>
            <p:cNvPicPr/>
            <p:nvPr/>
          </p:nvPicPr>
          <p:blipFill>
            <a:blip r:embed="rId1">
              <a:alphaModFix amt="0"/>
            </a:blip>
            <a:stretch/>
          </p:blipFill>
          <p:spPr>
            <a:xfrm>
              <a:off x="9968760" y="558720"/>
              <a:ext cx="941760" cy="941760"/>
            </a:xfrm>
            <a:prstGeom prst="rect">
              <a:avLst/>
            </a:prstGeom>
            <a:ln w="0">
              <a:noFill/>
            </a:ln>
          </p:spPr>
        </p:pic>
        <p:pic>
          <p:nvPicPr>
            <p:cNvPr id="528" name="Grafikk 6" descr="Prosessor kontur"/>
            <p:cNvPicPr/>
            <p:nvPr/>
          </p:nvPicPr>
          <p:blipFill>
            <a:blip r:embed="rId2">
              <a:alphaModFix amt="0"/>
            </a:blip>
            <a:stretch/>
          </p:blipFill>
          <p:spPr>
            <a:xfrm>
              <a:off x="10916640" y="555120"/>
              <a:ext cx="941760" cy="941760"/>
            </a:xfrm>
            <a:prstGeom prst="rect">
              <a:avLst/>
            </a:prstGeom>
            <a:ln w="0">
              <a:noFill/>
            </a:ln>
          </p:spPr>
        </p:pic>
        <p:cxnSp>
          <p:nvCxnSpPr>
            <p:cNvPr id="529" name="Rett pil 7"/>
            <p:cNvCxnSpPr/>
            <p:nvPr/>
          </p:nvCxnSpPr>
          <p:spPr>
            <a:xfrm>
              <a:off x="10787760" y="831600"/>
              <a:ext cx="293400" cy="360"/>
            </a:xfrm>
            <a:prstGeom prst="straightConnector1">
              <a:avLst/>
            </a:prstGeom>
            <a:ln w="19080">
              <a:solidFill>
                <a:srgbClr val="ffffff"/>
              </a:solidFill>
              <a:miter/>
              <a:tailEnd len="med" type="triangle" w="med"/>
            </a:ln>
          </p:spPr>
        </p:cxnSp>
        <p:cxnSp>
          <p:nvCxnSpPr>
            <p:cNvPr id="530" name="Rett pil 8"/>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531" name="Rett pil 9"/>
            <p:cNvCxnSpPr/>
            <p:nvPr/>
          </p:nvCxnSpPr>
          <p:spPr>
            <a:xfrm>
              <a:off x="10786680" y="989640"/>
              <a:ext cx="294480" cy="360"/>
            </a:xfrm>
            <a:prstGeom prst="straightConnector1">
              <a:avLst/>
            </a:prstGeom>
            <a:ln w="19080">
              <a:solidFill>
                <a:srgbClr val="ffffff"/>
              </a:solidFill>
              <a:miter/>
              <a:tailEnd len="med" type="triangle" w="med"/>
            </a:ln>
          </p:spPr>
        </p:cxnSp>
        <p:cxnSp>
          <p:nvCxnSpPr>
            <p:cNvPr id="532" name="Rett pil 10"/>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533" name="Rektangel 2"/>
          <p:cNvSpPr/>
          <p:nvPr/>
        </p:nvSpPr>
        <p:spPr>
          <a:xfrm>
            <a:off x="1609200" y="2541960"/>
            <a:ext cx="2267280" cy="1238040"/>
          </a:xfrm>
          <a:prstGeom prst="rect">
            <a:avLst/>
          </a:prstGeom>
          <a:noFill/>
          <a:ln w="19080">
            <a:solidFill>
              <a:srgbClr val="ffffff"/>
            </a:solidFill>
            <a:miter/>
          </a:ln>
        </p:spPr>
        <p:style>
          <a:lnRef idx="0"/>
          <a:fillRef idx="0"/>
          <a:effectRef idx="0"/>
          <a:fontRef idx="minor"/>
        </p:style>
      </p:sp>
      <p:sp>
        <p:nvSpPr>
          <p:cNvPr id="534" name="TekstSylinder 3"/>
          <p:cNvSpPr/>
          <p:nvPr/>
        </p:nvSpPr>
        <p:spPr>
          <a:xfrm>
            <a:off x="3035520" y="2677320"/>
            <a:ext cx="7254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SCL</a:t>
            </a:r>
            <a:endParaRPr b="0" lang="en-GB" sz="1800" spc="-1" strike="noStrike">
              <a:latin typeface="Arial"/>
            </a:endParaRPr>
          </a:p>
        </p:txBody>
      </p:sp>
      <p:sp>
        <p:nvSpPr>
          <p:cNvPr id="535" name="TekstSylinder 11"/>
          <p:cNvSpPr/>
          <p:nvPr/>
        </p:nvSpPr>
        <p:spPr>
          <a:xfrm>
            <a:off x="3035520" y="3181680"/>
            <a:ext cx="7254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SDA</a:t>
            </a:r>
            <a:endParaRPr b="0" lang="en-GB" sz="1800" spc="-1" strike="noStrike">
              <a:latin typeface="Arial"/>
            </a:endParaRPr>
          </a:p>
        </p:txBody>
      </p:sp>
      <p:sp>
        <p:nvSpPr>
          <p:cNvPr id="536" name="Rektangel 15"/>
          <p:cNvSpPr/>
          <p:nvPr/>
        </p:nvSpPr>
        <p:spPr>
          <a:xfrm>
            <a:off x="7420320" y="2537640"/>
            <a:ext cx="2267280" cy="1242360"/>
          </a:xfrm>
          <a:prstGeom prst="rect">
            <a:avLst/>
          </a:prstGeom>
          <a:noFill/>
          <a:ln w="19080">
            <a:solidFill>
              <a:srgbClr val="ffffff"/>
            </a:solidFill>
            <a:miter/>
          </a:ln>
        </p:spPr>
        <p:style>
          <a:lnRef idx="0"/>
          <a:fillRef idx="0"/>
          <a:effectRef idx="0"/>
          <a:fontRef idx="minor"/>
        </p:style>
      </p:sp>
      <p:sp>
        <p:nvSpPr>
          <p:cNvPr id="537" name="TekstSylinder 16"/>
          <p:cNvSpPr/>
          <p:nvPr/>
        </p:nvSpPr>
        <p:spPr>
          <a:xfrm>
            <a:off x="7548480" y="2677320"/>
            <a:ext cx="7254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SCL</a:t>
            </a:r>
            <a:endParaRPr b="0" lang="en-GB" sz="1800" spc="-1" strike="noStrike">
              <a:latin typeface="Arial"/>
            </a:endParaRPr>
          </a:p>
        </p:txBody>
      </p:sp>
      <p:sp>
        <p:nvSpPr>
          <p:cNvPr id="538" name="TekstSylinder 17"/>
          <p:cNvSpPr/>
          <p:nvPr/>
        </p:nvSpPr>
        <p:spPr>
          <a:xfrm>
            <a:off x="7548480" y="3181680"/>
            <a:ext cx="7254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SDA</a:t>
            </a:r>
            <a:endParaRPr b="0" lang="en-GB" sz="1800" spc="-1" strike="noStrike">
              <a:latin typeface="Arial"/>
            </a:endParaRPr>
          </a:p>
        </p:txBody>
      </p:sp>
      <p:sp>
        <p:nvSpPr>
          <p:cNvPr id="539" name="TekstSylinder 20"/>
          <p:cNvSpPr/>
          <p:nvPr/>
        </p:nvSpPr>
        <p:spPr>
          <a:xfrm>
            <a:off x="2100600" y="2112480"/>
            <a:ext cx="12852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Host</a:t>
            </a:r>
            <a:endParaRPr b="0" lang="en-GB" sz="1800" spc="-1" strike="noStrike">
              <a:latin typeface="Arial"/>
            </a:endParaRPr>
          </a:p>
        </p:txBody>
      </p:sp>
      <p:sp>
        <p:nvSpPr>
          <p:cNvPr id="540" name="TekstSylinder 21"/>
          <p:cNvSpPr/>
          <p:nvPr/>
        </p:nvSpPr>
        <p:spPr>
          <a:xfrm>
            <a:off x="7911720" y="2112480"/>
            <a:ext cx="12852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Client</a:t>
            </a:r>
            <a:endParaRPr b="0" lang="en-GB" sz="1800" spc="-1" strike="noStrike">
              <a:latin typeface="Arial"/>
            </a:endParaRPr>
          </a:p>
        </p:txBody>
      </p:sp>
      <p:cxnSp>
        <p:nvCxnSpPr>
          <p:cNvPr id="541" name="Vinkel 29"/>
          <p:cNvCxnSpPr/>
          <p:nvPr/>
        </p:nvCxnSpPr>
        <p:spPr>
          <a:xfrm flipV="1">
            <a:off x="3889440" y="2861640"/>
            <a:ext cx="3531240" cy="720"/>
          </a:xfrm>
          <a:prstGeom prst="bentConnector3">
            <a:avLst/>
          </a:prstGeom>
          <a:ln w="38160">
            <a:solidFill>
              <a:srgbClr val="f4b183"/>
            </a:solidFill>
            <a:miter/>
            <a:tailEnd len="med" type="triangle" w="med"/>
          </a:ln>
        </p:spPr>
      </p:cxnSp>
      <p:cxnSp>
        <p:nvCxnSpPr>
          <p:cNvPr id="542" name="Vinkel 41"/>
          <p:cNvCxnSpPr/>
          <p:nvPr/>
        </p:nvCxnSpPr>
        <p:spPr>
          <a:xfrm flipH="1">
            <a:off x="3889440" y="3360600"/>
            <a:ext cx="3531240" cy="720"/>
          </a:xfrm>
          <a:prstGeom prst="bentConnector3">
            <a:avLst/>
          </a:prstGeom>
          <a:ln w="38160">
            <a:solidFill>
              <a:srgbClr val="a9d18e"/>
            </a:solidFill>
            <a:miter/>
            <a:headEnd len="med" type="triangle" w="med"/>
            <a:tailEnd len="med" type="triangle" w="med"/>
          </a:ln>
        </p:spPr>
      </p:cxnSp>
      <p:sp>
        <p:nvSpPr>
          <p:cNvPr id="543" name="TekstSylinder 46"/>
          <p:cNvSpPr/>
          <p:nvPr/>
        </p:nvSpPr>
        <p:spPr>
          <a:xfrm>
            <a:off x="2181960" y="5445360"/>
            <a:ext cx="7827480" cy="63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nb-NO" sz="1800" spc="-1" strike="noStrike">
                <a:solidFill>
                  <a:srgbClr val="ffffff"/>
                </a:solidFill>
                <a:latin typeface="Calibri"/>
              </a:rPr>
              <a:t>SCL  - Serial Clock Line</a:t>
            </a:r>
            <a:endParaRPr b="0" lang="en-GB" sz="1800" spc="-1" strike="noStrike">
              <a:latin typeface="Arial"/>
            </a:endParaRPr>
          </a:p>
          <a:p>
            <a:pPr>
              <a:lnSpc>
                <a:spcPct val="100000"/>
              </a:lnSpc>
              <a:buNone/>
            </a:pPr>
            <a:r>
              <a:rPr b="0" lang="nb-NO" sz="1800" spc="-1" strike="noStrike">
                <a:solidFill>
                  <a:srgbClr val="ffffff"/>
                </a:solidFill>
                <a:latin typeface="Calibri"/>
              </a:rPr>
              <a:t>SDA - Serial Data Line</a:t>
            </a:r>
            <a:endParaRPr b="0" lang="en-GB" sz="1800" spc="-1" strike="noStrike">
              <a:latin typeface="Arial"/>
            </a:endParaRPr>
          </a:p>
        </p:txBody>
      </p:sp>
      <p:sp>
        <p:nvSpPr>
          <p:cNvPr id="544" name=""/>
          <p:cNvSpPr/>
          <p:nvPr/>
        </p:nvSpPr>
        <p:spPr>
          <a:xfrm>
            <a:off x="5760000" y="1800000"/>
            <a:ext cx="360000" cy="720000"/>
          </a:xfrm>
          <a:prstGeom prst="frame">
            <a:avLst>
              <a:gd name="adj1" fmla="val 9259"/>
            </a:avLst>
          </a:prstGeom>
          <a:solidFill>
            <a:srgbClr val="ffffff"/>
          </a:solidFill>
          <a:ln w="0">
            <a:solidFill>
              <a:srgbClr val="3465a4"/>
            </a:solidFill>
          </a:ln>
        </p:spPr>
        <p:style>
          <a:lnRef idx="0"/>
          <a:fillRef idx="0"/>
          <a:effectRef idx="0"/>
          <a:fontRef idx="minor"/>
        </p:style>
      </p:sp>
      <p:sp>
        <p:nvSpPr>
          <p:cNvPr id="545" name=""/>
          <p:cNvSpPr/>
          <p:nvPr/>
        </p:nvSpPr>
        <p:spPr>
          <a:xfrm>
            <a:off x="6480000" y="1800000"/>
            <a:ext cx="360000" cy="720000"/>
          </a:xfrm>
          <a:prstGeom prst="frame">
            <a:avLst>
              <a:gd name="adj1" fmla="val 9259"/>
            </a:avLst>
          </a:prstGeom>
          <a:solidFill>
            <a:srgbClr val="ffffff"/>
          </a:solidFill>
          <a:ln w="0">
            <a:solidFill>
              <a:srgbClr val="3465a4"/>
            </a:solidFill>
          </a:ln>
        </p:spPr>
        <p:style>
          <a:lnRef idx="0"/>
          <a:fillRef idx="0"/>
          <a:effectRef idx="0"/>
          <a:fontRef idx="minor"/>
        </p:style>
      </p:sp>
      <p:cxnSp>
        <p:nvCxnSpPr>
          <p:cNvPr id="546" name=""/>
          <p:cNvCxnSpPr>
            <a:endCxn id="544" idx="2"/>
          </p:cNvCxnSpPr>
          <p:nvPr/>
        </p:nvCxnSpPr>
        <p:spPr>
          <a:xfrm flipH="1" flipV="1">
            <a:off x="5940000" y="2520000"/>
            <a:ext cx="3240" cy="334440"/>
          </a:xfrm>
          <a:prstGeom prst="straightConnector1">
            <a:avLst/>
          </a:prstGeom>
          <a:ln w="38160">
            <a:solidFill>
              <a:srgbClr val="ffffff"/>
            </a:solidFill>
            <a:round/>
          </a:ln>
        </p:spPr>
      </p:cxnSp>
      <p:cxnSp>
        <p:nvCxnSpPr>
          <p:cNvPr id="547" name=""/>
          <p:cNvCxnSpPr/>
          <p:nvPr/>
        </p:nvCxnSpPr>
        <p:spPr>
          <a:xfrm flipV="1">
            <a:off x="6660000" y="2520000"/>
            <a:ext cx="3600" cy="844560"/>
          </a:xfrm>
          <a:prstGeom prst="straightConnector1">
            <a:avLst/>
          </a:prstGeom>
          <a:ln w="38160">
            <a:solidFill>
              <a:srgbClr val="ffffff"/>
            </a:solidFill>
            <a:round/>
          </a:ln>
        </p:spPr>
      </p:cxnSp>
      <p:cxnSp>
        <p:nvCxnSpPr>
          <p:cNvPr id="548" name=""/>
          <p:cNvCxnSpPr/>
          <p:nvPr/>
        </p:nvCxnSpPr>
        <p:spPr>
          <a:xfrm flipH="1" flipV="1">
            <a:off x="5940000" y="1465920"/>
            <a:ext cx="3240" cy="334440"/>
          </a:xfrm>
          <a:prstGeom prst="straightConnector1">
            <a:avLst/>
          </a:prstGeom>
          <a:ln w="38160">
            <a:solidFill>
              <a:srgbClr val="ffffff"/>
            </a:solidFill>
            <a:round/>
          </a:ln>
        </p:spPr>
      </p:cxnSp>
      <p:cxnSp>
        <p:nvCxnSpPr>
          <p:cNvPr id="549" name=""/>
          <p:cNvCxnSpPr/>
          <p:nvPr/>
        </p:nvCxnSpPr>
        <p:spPr>
          <a:xfrm flipH="1" flipV="1">
            <a:off x="6657120" y="1465920"/>
            <a:ext cx="3240" cy="334440"/>
          </a:xfrm>
          <a:prstGeom prst="straightConnector1">
            <a:avLst/>
          </a:prstGeom>
          <a:ln w="38160">
            <a:solidFill>
              <a:srgbClr val="ffffff"/>
            </a:solidFill>
            <a:round/>
          </a:ln>
        </p:spPr>
      </p:cxnSp>
      <p:cxnSp>
        <p:nvCxnSpPr>
          <p:cNvPr id="550" name=""/>
          <p:cNvCxnSpPr>
            <a:stCxn id="549" idx="0"/>
          </p:cNvCxnSpPr>
          <p:nvPr/>
        </p:nvCxnSpPr>
        <p:spPr>
          <a:xfrm flipH="1">
            <a:off x="5940000" y="1465920"/>
            <a:ext cx="717480" cy="360"/>
          </a:xfrm>
          <a:prstGeom prst="straightConnector1">
            <a:avLst/>
          </a:prstGeom>
          <a:ln w="38160">
            <a:solidFill>
              <a:srgbClr val="ffffff"/>
            </a:solidFill>
            <a:round/>
          </a:ln>
        </p:spPr>
      </p:cxnSp>
      <p:sp>
        <p:nvSpPr>
          <p:cNvPr id="551" name=""/>
          <p:cNvSpPr txBox="1"/>
          <p:nvPr/>
        </p:nvSpPr>
        <p:spPr>
          <a:xfrm>
            <a:off x="5940000" y="1080000"/>
            <a:ext cx="720000" cy="346320"/>
          </a:xfrm>
          <a:prstGeom prst="rect">
            <a:avLst/>
          </a:prstGeom>
          <a:noFill/>
          <a:ln w="0">
            <a:noFill/>
          </a:ln>
        </p:spPr>
        <p:txBody>
          <a:bodyPr lIns="90000" rIns="90000" tIns="45000" bIns="45000" anchor="t">
            <a:noAutofit/>
          </a:bodyPr>
          <a:p>
            <a:r>
              <a:rPr b="0" lang="en-GB" sz="1800" spc="-1" strike="noStrike">
                <a:latin typeface="Arial"/>
              </a:rPr>
              <a:t>VCC</a:t>
            </a:r>
            <a:endParaRPr b="0" lang="en-GB" sz="1800" spc="-1" strike="noStrike">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5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553" name="Gruppe 1"/>
          <p:cNvGrpSpPr/>
          <p:nvPr/>
        </p:nvGrpSpPr>
        <p:grpSpPr>
          <a:xfrm>
            <a:off x="9968760" y="555120"/>
            <a:ext cx="1889640" cy="945360"/>
            <a:chOff x="9968760" y="555120"/>
            <a:chExt cx="1889640" cy="945360"/>
          </a:xfrm>
        </p:grpSpPr>
        <p:pic>
          <p:nvPicPr>
            <p:cNvPr id="554" name="Grafikk 1" descr="Prosessor kontur"/>
            <p:cNvPicPr/>
            <p:nvPr/>
          </p:nvPicPr>
          <p:blipFill>
            <a:blip r:embed="rId1">
              <a:alphaModFix amt="0"/>
            </a:blip>
            <a:stretch/>
          </p:blipFill>
          <p:spPr>
            <a:xfrm>
              <a:off x="9968760" y="558720"/>
              <a:ext cx="941760" cy="941760"/>
            </a:xfrm>
            <a:prstGeom prst="rect">
              <a:avLst/>
            </a:prstGeom>
            <a:ln w="0">
              <a:noFill/>
            </a:ln>
          </p:spPr>
        </p:pic>
        <p:pic>
          <p:nvPicPr>
            <p:cNvPr id="555" name="Grafikk 11" descr="Prosessor kontur"/>
            <p:cNvPicPr/>
            <p:nvPr/>
          </p:nvPicPr>
          <p:blipFill>
            <a:blip r:embed="rId2">
              <a:alphaModFix amt="0"/>
            </a:blip>
            <a:stretch/>
          </p:blipFill>
          <p:spPr>
            <a:xfrm>
              <a:off x="10916640" y="555120"/>
              <a:ext cx="941760" cy="941760"/>
            </a:xfrm>
            <a:prstGeom prst="rect">
              <a:avLst/>
            </a:prstGeom>
            <a:ln w="0">
              <a:noFill/>
            </a:ln>
          </p:spPr>
        </p:pic>
        <p:cxnSp>
          <p:nvCxnSpPr>
            <p:cNvPr id="556" name="Rett pil 1"/>
            <p:cNvCxnSpPr/>
            <p:nvPr/>
          </p:nvCxnSpPr>
          <p:spPr>
            <a:xfrm>
              <a:off x="10787760" y="831600"/>
              <a:ext cx="293400" cy="360"/>
            </a:xfrm>
            <a:prstGeom prst="straightConnector1">
              <a:avLst/>
            </a:prstGeom>
            <a:ln w="19080">
              <a:solidFill>
                <a:srgbClr val="ffffff"/>
              </a:solidFill>
              <a:miter/>
              <a:tailEnd len="med" type="triangle" w="med"/>
            </a:ln>
          </p:spPr>
        </p:cxnSp>
        <p:cxnSp>
          <p:nvCxnSpPr>
            <p:cNvPr id="557" name="Rett pil 2"/>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558" name="Rett pil 3"/>
            <p:cNvCxnSpPr/>
            <p:nvPr/>
          </p:nvCxnSpPr>
          <p:spPr>
            <a:xfrm>
              <a:off x="10786680" y="989640"/>
              <a:ext cx="294480" cy="360"/>
            </a:xfrm>
            <a:prstGeom prst="straightConnector1">
              <a:avLst/>
            </a:prstGeom>
            <a:ln w="19080">
              <a:solidFill>
                <a:srgbClr val="ffffff"/>
              </a:solidFill>
              <a:miter/>
              <a:tailEnd len="med" type="triangle" w="med"/>
            </a:ln>
          </p:spPr>
        </p:cxnSp>
        <p:cxnSp>
          <p:nvCxnSpPr>
            <p:cNvPr id="559" name="Rett pil 4"/>
            <p:cNvCxnSpPr/>
            <p:nvPr/>
          </p:nvCxnSpPr>
          <p:spPr>
            <a:xfrm>
              <a:off x="10785960" y="1068480"/>
              <a:ext cx="295200" cy="360"/>
            </a:xfrm>
            <a:prstGeom prst="straightConnector1">
              <a:avLst/>
            </a:prstGeom>
            <a:ln w="19080">
              <a:solidFill>
                <a:srgbClr val="ffffff"/>
              </a:solidFill>
              <a:miter/>
              <a:tailEnd len="med" type="triangle" w="med"/>
            </a:ln>
          </p:spPr>
        </p:cxnSp>
      </p:grpSp>
      <p:pic>
        <p:nvPicPr>
          <p:cNvPr id="560" name="" descr=""/>
          <p:cNvPicPr/>
          <p:nvPr/>
        </p:nvPicPr>
        <p:blipFill>
          <a:blip r:embed="rId3">
            <a:alphaModFix amt="0"/>
          </a:blip>
          <a:stretch/>
        </p:blipFill>
        <p:spPr>
          <a:xfrm>
            <a:off x="2048400" y="1800000"/>
            <a:ext cx="8031600" cy="4095720"/>
          </a:xfrm>
          <a:prstGeom prst="rect">
            <a:avLst/>
          </a:prstGeom>
          <a:ln w="0">
            <a:noFill/>
          </a:ln>
        </p:spPr>
      </p:pic>
      <p:sp>
        <p:nvSpPr>
          <p:cNvPr id="561" name=""/>
          <p:cNvSpPr txBox="1"/>
          <p:nvPr/>
        </p:nvSpPr>
        <p:spPr>
          <a:xfrm>
            <a:off x="2048400" y="5895720"/>
            <a:ext cx="8031600" cy="404280"/>
          </a:xfrm>
          <a:prstGeom prst="rect">
            <a:avLst/>
          </a:prstGeom>
          <a:noFill/>
          <a:ln w="0">
            <a:noFill/>
          </a:ln>
        </p:spPr>
        <p:txBody>
          <a:bodyPr lIns="90000" rIns="90000" tIns="45000" bIns="45000" anchor="t">
            <a:noAutofit/>
          </a:bodyPr>
          <a:p>
            <a:r>
              <a:rPr b="0" lang="en-GB" sz="1800" spc="-1" strike="noStrike">
                <a:latin typeface="Arial"/>
              </a:rPr>
              <a:t>https://learn.sparkfun.com/tutorials/i2c/all</a:t>
            </a:r>
            <a:endParaRPr b="0" lang="en-GB"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563" name="Gruppe 5"/>
          <p:cNvGrpSpPr/>
          <p:nvPr/>
        </p:nvGrpSpPr>
        <p:grpSpPr>
          <a:xfrm>
            <a:off x="9968760" y="555120"/>
            <a:ext cx="1889640" cy="945360"/>
            <a:chOff x="9968760" y="555120"/>
            <a:chExt cx="1889640" cy="945360"/>
          </a:xfrm>
        </p:grpSpPr>
        <p:pic>
          <p:nvPicPr>
            <p:cNvPr id="564" name="Grafikk 14" descr="Prosessor kontur"/>
            <p:cNvPicPr/>
            <p:nvPr/>
          </p:nvPicPr>
          <p:blipFill>
            <a:blip r:embed="rId1">
              <a:alphaModFix amt="0"/>
            </a:blip>
            <a:stretch/>
          </p:blipFill>
          <p:spPr>
            <a:xfrm>
              <a:off x="9968760" y="558720"/>
              <a:ext cx="941760" cy="941760"/>
            </a:xfrm>
            <a:prstGeom prst="rect">
              <a:avLst/>
            </a:prstGeom>
            <a:ln w="0">
              <a:noFill/>
            </a:ln>
          </p:spPr>
        </p:pic>
        <p:pic>
          <p:nvPicPr>
            <p:cNvPr id="565" name="Grafikk 15" descr="Prosessor kontur"/>
            <p:cNvPicPr/>
            <p:nvPr/>
          </p:nvPicPr>
          <p:blipFill>
            <a:blip r:embed="rId2">
              <a:alphaModFix amt="0"/>
            </a:blip>
            <a:stretch/>
          </p:blipFill>
          <p:spPr>
            <a:xfrm>
              <a:off x="10916640" y="555120"/>
              <a:ext cx="941760" cy="941760"/>
            </a:xfrm>
            <a:prstGeom prst="rect">
              <a:avLst/>
            </a:prstGeom>
            <a:ln w="0">
              <a:noFill/>
            </a:ln>
          </p:spPr>
        </p:pic>
        <p:cxnSp>
          <p:nvCxnSpPr>
            <p:cNvPr id="566" name="Rett pil 19"/>
            <p:cNvCxnSpPr/>
            <p:nvPr/>
          </p:nvCxnSpPr>
          <p:spPr>
            <a:xfrm>
              <a:off x="10787760" y="831600"/>
              <a:ext cx="293400" cy="360"/>
            </a:xfrm>
            <a:prstGeom prst="straightConnector1">
              <a:avLst/>
            </a:prstGeom>
            <a:ln w="19080">
              <a:solidFill>
                <a:srgbClr val="ffffff"/>
              </a:solidFill>
              <a:miter/>
              <a:tailEnd len="med" type="triangle" w="med"/>
            </a:ln>
          </p:spPr>
        </p:cxnSp>
        <p:cxnSp>
          <p:nvCxnSpPr>
            <p:cNvPr id="567" name="Rett pil 20"/>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568" name="Rett pil 21"/>
            <p:cNvCxnSpPr/>
            <p:nvPr/>
          </p:nvCxnSpPr>
          <p:spPr>
            <a:xfrm>
              <a:off x="10786680" y="989640"/>
              <a:ext cx="294480" cy="360"/>
            </a:xfrm>
            <a:prstGeom prst="straightConnector1">
              <a:avLst/>
            </a:prstGeom>
            <a:ln w="19080">
              <a:solidFill>
                <a:srgbClr val="ffffff"/>
              </a:solidFill>
              <a:miter/>
              <a:tailEnd len="med" type="triangle" w="med"/>
            </a:ln>
          </p:spPr>
        </p:cxnSp>
        <p:cxnSp>
          <p:nvCxnSpPr>
            <p:cNvPr id="569" name="Rett pil 22"/>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570" name=""/>
          <p:cNvSpPr txBox="1"/>
          <p:nvPr/>
        </p:nvSpPr>
        <p:spPr>
          <a:xfrm>
            <a:off x="540000" y="5491440"/>
            <a:ext cx="8031600" cy="404280"/>
          </a:xfrm>
          <a:prstGeom prst="rect">
            <a:avLst/>
          </a:prstGeom>
          <a:noFill/>
          <a:ln w="0">
            <a:noFill/>
          </a:ln>
        </p:spPr>
        <p:txBody>
          <a:bodyPr lIns="90000" rIns="90000" tIns="45000" bIns="45000" anchor="t">
            <a:noAutofit/>
          </a:bodyPr>
          <a:p>
            <a:r>
              <a:rPr b="0" lang="en-GB" sz="1800" spc="-1" strike="noStrike">
                <a:latin typeface="Arial"/>
              </a:rPr>
              <a:t>https://www.thegeekpub.com/18351/how-i2c-works-i2c-explained-simply/</a:t>
            </a:r>
            <a:endParaRPr b="0" lang="en-GB" sz="1800" spc="-1" strike="noStrike">
              <a:latin typeface="Arial"/>
            </a:endParaRPr>
          </a:p>
        </p:txBody>
      </p:sp>
      <p:pic>
        <p:nvPicPr>
          <p:cNvPr id="571" name="" descr=""/>
          <p:cNvPicPr/>
          <p:nvPr/>
        </p:nvPicPr>
        <p:blipFill>
          <a:blip r:embed="rId3">
            <a:alphaModFix amt="0"/>
          </a:blip>
          <a:stretch/>
        </p:blipFill>
        <p:spPr>
          <a:xfrm>
            <a:off x="540000" y="2340000"/>
            <a:ext cx="10958400" cy="31046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573" name="Gruppe 3"/>
          <p:cNvGrpSpPr/>
          <p:nvPr/>
        </p:nvGrpSpPr>
        <p:grpSpPr>
          <a:xfrm>
            <a:off x="9968760" y="555120"/>
            <a:ext cx="1889640" cy="945360"/>
            <a:chOff x="9968760" y="555120"/>
            <a:chExt cx="1889640" cy="945360"/>
          </a:xfrm>
        </p:grpSpPr>
        <p:pic>
          <p:nvPicPr>
            <p:cNvPr id="574" name="Grafikk 12" descr="Prosessor kontur"/>
            <p:cNvPicPr/>
            <p:nvPr/>
          </p:nvPicPr>
          <p:blipFill>
            <a:blip r:embed="rId1">
              <a:alphaModFix amt="0"/>
            </a:blip>
            <a:stretch/>
          </p:blipFill>
          <p:spPr>
            <a:xfrm>
              <a:off x="9968760" y="558720"/>
              <a:ext cx="941760" cy="941760"/>
            </a:xfrm>
            <a:prstGeom prst="rect">
              <a:avLst/>
            </a:prstGeom>
            <a:ln w="0">
              <a:noFill/>
            </a:ln>
          </p:spPr>
        </p:pic>
        <p:pic>
          <p:nvPicPr>
            <p:cNvPr id="575" name="Grafikk 13" descr="Prosessor kontur"/>
            <p:cNvPicPr/>
            <p:nvPr/>
          </p:nvPicPr>
          <p:blipFill>
            <a:blip r:embed="rId2">
              <a:alphaModFix amt="0"/>
            </a:blip>
            <a:stretch/>
          </p:blipFill>
          <p:spPr>
            <a:xfrm>
              <a:off x="10916640" y="555120"/>
              <a:ext cx="941760" cy="941760"/>
            </a:xfrm>
            <a:prstGeom prst="rect">
              <a:avLst/>
            </a:prstGeom>
            <a:ln w="0">
              <a:noFill/>
            </a:ln>
          </p:spPr>
        </p:pic>
        <p:cxnSp>
          <p:nvCxnSpPr>
            <p:cNvPr id="576" name="Rett pil 13"/>
            <p:cNvCxnSpPr/>
            <p:nvPr/>
          </p:nvCxnSpPr>
          <p:spPr>
            <a:xfrm>
              <a:off x="10787760" y="831600"/>
              <a:ext cx="293400" cy="360"/>
            </a:xfrm>
            <a:prstGeom prst="straightConnector1">
              <a:avLst/>
            </a:prstGeom>
            <a:ln w="19080">
              <a:solidFill>
                <a:srgbClr val="ffffff"/>
              </a:solidFill>
              <a:miter/>
              <a:tailEnd len="med" type="triangle" w="med"/>
            </a:ln>
          </p:spPr>
        </p:cxnSp>
        <p:cxnSp>
          <p:nvCxnSpPr>
            <p:cNvPr id="577" name="Rett pil 14"/>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578" name="Rett pil 16"/>
            <p:cNvCxnSpPr/>
            <p:nvPr/>
          </p:nvCxnSpPr>
          <p:spPr>
            <a:xfrm>
              <a:off x="10786680" y="989640"/>
              <a:ext cx="294480" cy="360"/>
            </a:xfrm>
            <a:prstGeom prst="straightConnector1">
              <a:avLst/>
            </a:prstGeom>
            <a:ln w="19080">
              <a:solidFill>
                <a:srgbClr val="ffffff"/>
              </a:solidFill>
              <a:miter/>
              <a:tailEnd len="med" type="triangle" w="med"/>
            </a:ln>
          </p:spPr>
        </p:cxnSp>
        <p:cxnSp>
          <p:nvCxnSpPr>
            <p:cNvPr id="579" name="Rett pil 18"/>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580" name=""/>
          <p:cNvSpPr txBox="1"/>
          <p:nvPr/>
        </p:nvSpPr>
        <p:spPr>
          <a:xfrm>
            <a:off x="566640" y="5175720"/>
            <a:ext cx="8031600" cy="404280"/>
          </a:xfrm>
          <a:prstGeom prst="rect">
            <a:avLst/>
          </a:prstGeom>
          <a:noFill/>
          <a:ln w="0">
            <a:noFill/>
          </a:ln>
        </p:spPr>
        <p:txBody>
          <a:bodyPr lIns="90000" rIns="90000" tIns="45000" bIns="45000" anchor="t">
            <a:noAutofit/>
          </a:bodyPr>
          <a:p>
            <a:r>
              <a:rPr b="0" lang="en-GB" sz="1800" spc="-1" strike="noStrike">
                <a:latin typeface="Arial"/>
              </a:rPr>
              <a:t>https://learn.sparkfun.com/tutorials/i2c/all</a:t>
            </a:r>
            <a:endParaRPr b="0" lang="en-GB" sz="1800" spc="-1" strike="noStrike">
              <a:latin typeface="Arial"/>
            </a:endParaRPr>
          </a:p>
        </p:txBody>
      </p:sp>
      <p:pic>
        <p:nvPicPr>
          <p:cNvPr id="581" name="" descr=""/>
          <p:cNvPicPr/>
          <p:nvPr/>
        </p:nvPicPr>
        <p:blipFill>
          <a:blip r:embed="rId3">
            <a:alphaModFix amt="0"/>
          </a:blip>
          <a:stretch/>
        </p:blipFill>
        <p:spPr>
          <a:xfrm>
            <a:off x="566640" y="2340000"/>
            <a:ext cx="10773360" cy="28159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583" name="Gruppe 4"/>
          <p:cNvGrpSpPr/>
          <p:nvPr/>
        </p:nvGrpSpPr>
        <p:grpSpPr>
          <a:xfrm>
            <a:off x="9968760" y="555120"/>
            <a:ext cx="1889640" cy="945360"/>
            <a:chOff x="9968760" y="555120"/>
            <a:chExt cx="1889640" cy="945360"/>
          </a:xfrm>
        </p:grpSpPr>
        <p:pic>
          <p:nvPicPr>
            <p:cNvPr id="584" name="Grafikk 5" descr="Prosessor kontur"/>
            <p:cNvPicPr/>
            <p:nvPr/>
          </p:nvPicPr>
          <p:blipFill>
            <a:blip r:embed="rId1">
              <a:alphaModFix amt="0"/>
            </a:blip>
            <a:stretch/>
          </p:blipFill>
          <p:spPr>
            <a:xfrm>
              <a:off x="9968760" y="558720"/>
              <a:ext cx="941760" cy="941760"/>
            </a:xfrm>
            <a:prstGeom prst="rect">
              <a:avLst/>
            </a:prstGeom>
            <a:ln w="0">
              <a:noFill/>
            </a:ln>
          </p:spPr>
        </p:pic>
        <p:pic>
          <p:nvPicPr>
            <p:cNvPr id="585" name="Grafikk 6" descr="Prosessor kontur"/>
            <p:cNvPicPr/>
            <p:nvPr/>
          </p:nvPicPr>
          <p:blipFill>
            <a:blip r:embed="rId2">
              <a:alphaModFix amt="0"/>
            </a:blip>
            <a:stretch/>
          </p:blipFill>
          <p:spPr>
            <a:xfrm>
              <a:off x="10916640" y="555120"/>
              <a:ext cx="941760" cy="941760"/>
            </a:xfrm>
            <a:prstGeom prst="rect">
              <a:avLst/>
            </a:prstGeom>
            <a:ln w="0">
              <a:noFill/>
            </a:ln>
          </p:spPr>
        </p:pic>
        <p:cxnSp>
          <p:nvCxnSpPr>
            <p:cNvPr id="586" name="Rett pil 7"/>
            <p:cNvCxnSpPr/>
            <p:nvPr/>
          </p:nvCxnSpPr>
          <p:spPr>
            <a:xfrm>
              <a:off x="10787760" y="831600"/>
              <a:ext cx="293400" cy="360"/>
            </a:xfrm>
            <a:prstGeom prst="straightConnector1">
              <a:avLst/>
            </a:prstGeom>
            <a:ln w="19080">
              <a:solidFill>
                <a:srgbClr val="ffffff"/>
              </a:solidFill>
              <a:miter/>
              <a:tailEnd len="med" type="triangle" w="med"/>
            </a:ln>
          </p:spPr>
        </p:cxnSp>
        <p:cxnSp>
          <p:nvCxnSpPr>
            <p:cNvPr id="587" name="Rett pil 8"/>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588" name="Rett pil 9"/>
            <p:cNvCxnSpPr/>
            <p:nvPr/>
          </p:nvCxnSpPr>
          <p:spPr>
            <a:xfrm>
              <a:off x="10786680" y="989640"/>
              <a:ext cx="294480" cy="360"/>
            </a:xfrm>
            <a:prstGeom prst="straightConnector1">
              <a:avLst/>
            </a:prstGeom>
            <a:ln w="19080">
              <a:solidFill>
                <a:srgbClr val="ffffff"/>
              </a:solidFill>
              <a:miter/>
              <a:tailEnd len="med" type="triangle" w="med"/>
            </a:ln>
          </p:spPr>
        </p:cxnSp>
        <p:cxnSp>
          <p:nvCxnSpPr>
            <p:cNvPr id="589" name="Rett pil 10"/>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590" name="TekstSylinder 12"/>
          <p:cNvSpPr/>
          <p:nvPr/>
        </p:nvSpPr>
        <p:spPr>
          <a:xfrm>
            <a:off x="3009960" y="3244320"/>
            <a:ext cx="6171840" cy="1308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i="1" lang="en-US" sz="4000" spc="-1" strike="noStrike">
                <a:solidFill>
                  <a:srgbClr val="ffffff"/>
                </a:solidFill>
                <a:latin typeface="Calibri"/>
              </a:rPr>
              <a:t>I2C is one to many (max 127)</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592" name="Gruppe 6"/>
          <p:cNvGrpSpPr/>
          <p:nvPr/>
        </p:nvGrpSpPr>
        <p:grpSpPr>
          <a:xfrm>
            <a:off x="9968760" y="555120"/>
            <a:ext cx="1889640" cy="945360"/>
            <a:chOff x="9968760" y="555120"/>
            <a:chExt cx="1889640" cy="945360"/>
          </a:xfrm>
        </p:grpSpPr>
        <p:pic>
          <p:nvPicPr>
            <p:cNvPr id="593" name="Grafikk 16" descr="Prosessor kontur"/>
            <p:cNvPicPr/>
            <p:nvPr/>
          </p:nvPicPr>
          <p:blipFill>
            <a:blip r:embed="rId1">
              <a:alphaModFix amt="0"/>
            </a:blip>
            <a:stretch/>
          </p:blipFill>
          <p:spPr>
            <a:xfrm>
              <a:off x="9968760" y="558720"/>
              <a:ext cx="941760" cy="941760"/>
            </a:xfrm>
            <a:prstGeom prst="rect">
              <a:avLst/>
            </a:prstGeom>
            <a:ln w="0">
              <a:noFill/>
            </a:ln>
          </p:spPr>
        </p:pic>
        <p:pic>
          <p:nvPicPr>
            <p:cNvPr id="594" name="Grafikk 17" descr="Prosessor kontur"/>
            <p:cNvPicPr/>
            <p:nvPr/>
          </p:nvPicPr>
          <p:blipFill>
            <a:blip r:embed="rId2">
              <a:alphaModFix amt="0"/>
            </a:blip>
            <a:stretch/>
          </p:blipFill>
          <p:spPr>
            <a:xfrm>
              <a:off x="10916640" y="555120"/>
              <a:ext cx="941760" cy="941760"/>
            </a:xfrm>
            <a:prstGeom prst="rect">
              <a:avLst/>
            </a:prstGeom>
            <a:ln w="0">
              <a:noFill/>
            </a:ln>
          </p:spPr>
        </p:pic>
        <p:cxnSp>
          <p:nvCxnSpPr>
            <p:cNvPr id="595" name="Rett pil 23"/>
            <p:cNvCxnSpPr/>
            <p:nvPr/>
          </p:nvCxnSpPr>
          <p:spPr>
            <a:xfrm>
              <a:off x="10787760" y="831600"/>
              <a:ext cx="293400" cy="360"/>
            </a:xfrm>
            <a:prstGeom prst="straightConnector1">
              <a:avLst/>
            </a:prstGeom>
            <a:ln w="19080">
              <a:solidFill>
                <a:srgbClr val="ffffff"/>
              </a:solidFill>
              <a:miter/>
              <a:tailEnd len="med" type="triangle" w="med"/>
            </a:ln>
          </p:spPr>
        </p:cxnSp>
        <p:cxnSp>
          <p:nvCxnSpPr>
            <p:cNvPr id="596" name="Rett pil 24"/>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597" name="Rett pil 25"/>
            <p:cNvCxnSpPr/>
            <p:nvPr/>
          </p:nvCxnSpPr>
          <p:spPr>
            <a:xfrm>
              <a:off x="10786680" y="989640"/>
              <a:ext cx="294480" cy="360"/>
            </a:xfrm>
            <a:prstGeom prst="straightConnector1">
              <a:avLst/>
            </a:prstGeom>
            <a:ln w="19080">
              <a:solidFill>
                <a:srgbClr val="ffffff"/>
              </a:solidFill>
              <a:miter/>
              <a:tailEnd len="med" type="triangle" w="med"/>
            </a:ln>
          </p:spPr>
        </p:cxnSp>
        <p:cxnSp>
          <p:nvCxnSpPr>
            <p:cNvPr id="598" name="Rett pil 26"/>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599" name="Rektangel 4"/>
          <p:cNvSpPr/>
          <p:nvPr/>
        </p:nvSpPr>
        <p:spPr>
          <a:xfrm>
            <a:off x="1609200" y="2541960"/>
            <a:ext cx="2267280" cy="1238040"/>
          </a:xfrm>
          <a:prstGeom prst="rect">
            <a:avLst/>
          </a:prstGeom>
          <a:noFill/>
          <a:ln w="19080">
            <a:solidFill>
              <a:srgbClr val="ffffff"/>
            </a:solidFill>
            <a:miter/>
          </a:ln>
        </p:spPr>
        <p:style>
          <a:lnRef idx="0"/>
          <a:fillRef idx="0"/>
          <a:effectRef idx="0"/>
          <a:fontRef idx="minor"/>
        </p:style>
      </p:sp>
      <p:sp>
        <p:nvSpPr>
          <p:cNvPr id="600" name="TekstSylinder 9"/>
          <p:cNvSpPr/>
          <p:nvPr/>
        </p:nvSpPr>
        <p:spPr>
          <a:xfrm>
            <a:off x="3035520" y="2677320"/>
            <a:ext cx="7254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SCL</a:t>
            </a:r>
            <a:endParaRPr b="0" lang="en-GB" sz="1800" spc="-1" strike="noStrike">
              <a:latin typeface="Arial"/>
            </a:endParaRPr>
          </a:p>
        </p:txBody>
      </p:sp>
      <p:sp>
        <p:nvSpPr>
          <p:cNvPr id="601" name="TekstSylinder 10"/>
          <p:cNvSpPr/>
          <p:nvPr/>
        </p:nvSpPr>
        <p:spPr>
          <a:xfrm>
            <a:off x="3035520" y="3181680"/>
            <a:ext cx="7254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SDA</a:t>
            </a:r>
            <a:endParaRPr b="0" lang="en-GB" sz="1800" spc="-1" strike="noStrike">
              <a:latin typeface="Arial"/>
            </a:endParaRPr>
          </a:p>
        </p:txBody>
      </p:sp>
      <p:sp>
        <p:nvSpPr>
          <p:cNvPr id="602" name="Rektangel 5"/>
          <p:cNvSpPr/>
          <p:nvPr/>
        </p:nvSpPr>
        <p:spPr>
          <a:xfrm>
            <a:off x="7420320" y="2537640"/>
            <a:ext cx="2267280" cy="1242360"/>
          </a:xfrm>
          <a:prstGeom prst="rect">
            <a:avLst/>
          </a:prstGeom>
          <a:noFill/>
          <a:ln w="19080">
            <a:solidFill>
              <a:srgbClr val="ffffff"/>
            </a:solidFill>
            <a:miter/>
          </a:ln>
        </p:spPr>
        <p:style>
          <a:lnRef idx="0"/>
          <a:fillRef idx="0"/>
          <a:effectRef idx="0"/>
          <a:fontRef idx="minor"/>
        </p:style>
      </p:sp>
      <p:sp>
        <p:nvSpPr>
          <p:cNvPr id="603" name="TekstSylinder 13"/>
          <p:cNvSpPr/>
          <p:nvPr/>
        </p:nvSpPr>
        <p:spPr>
          <a:xfrm>
            <a:off x="7548480" y="2677320"/>
            <a:ext cx="7254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SCL</a:t>
            </a:r>
            <a:endParaRPr b="0" lang="en-GB" sz="1800" spc="-1" strike="noStrike">
              <a:latin typeface="Arial"/>
            </a:endParaRPr>
          </a:p>
        </p:txBody>
      </p:sp>
      <p:sp>
        <p:nvSpPr>
          <p:cNvPr id="604" name="TekstSylinder 14"/>
          <p:cNvSpPr/>
          <p:nvPr/>
        </p:nvSpPr>
        <p:spPr>
          <a:xfrm>
            <a:off x="7548480" y="3181680"/>
            <a:ext cx="7254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SDA</a:t>
            </a:r>
            <a:endParaRPr b="0" lang="en-GB" sz="1800" spc="-1" strike="noStrike">
              <a:latin typeface="Arial"/>
            </a:endParaRPr>
          </a:p>
        </p:txBody>
      </p:sp>
      <p:sp>
        <p:nvSpPr>
          <p:cNvPr id="605" name="TekstSylinder 15"/>
          <p:cNvSpPr/>
          <p:nvPr/>
        </p:nvSpPr>
        <p:spPr>
          <a:xfrm>
            <a:off x="2100600" y="2112480"/>
            <a:ext cx="12852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Host</a:t>
            </a:r>
            <a:endParaRPr b="0" lang="en-GB" sz="1800" spc="-1" strike="noStrike">
              <a:latin typeface="Arial"/>
            </a:endParaRPr>
          </a:p>
        </p:txBody>
      </p:sp>
      <p:sp>
        <p:nvSpPr>
          <p:cNvPr id="606" name="TekstSylinder 18"/>
          <p:cNvSpPr/>
          <p:nvPr/>
        </p:nvSpPr>
        <p:spPr>
          <a:xfrm>
            <a:off x="7911720" y="2112480"/>
            <a:ext cx="12852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Client 1</a:t>
            </a:r>
            <a:endParaRPr b="0" lang="en-GB" sz="1800" spc="-1" strike="noStrike">
              <a:latin typeface="Arial"/>
            </a:endParaRPr>
          </a:p>
        </p:txBody>
      </p:sp>
      <p:cxnSp>
        <p:nvCxnSpPr>
          <p:cNvPr id="607" name="Vinkel 3"/>
          <p:cNvCxnSpPr/>
          <p:nvPr/>
        </p:nvCxnSpPr>
        <p:spPr>
          <a:xfrm flipV="1">
            <a:off x="3889440" y="2861640"/>
            <a:ext cx="3531240" cy="720"/>
          </a:xfrm>
          <a:prstGeom prst="bentConnector3">
            <a:avLst/>
          </a:prstGeom>
          <a:ln w="38160">
            <a:solidFill>
              <a:srgbClr val="f4b183"/>
            </a:solidFill>
            <a:miter/>
            <a:tailEnd len="med" type="triangle" w="med"/>
          </a:ln>
        </p:spPr>
      </p:cxnSp>
      <p:cxnSp>
        <p:nvCxnSpPr>
          <p:cNvPr id="608" name="Vinkel 4"/>
          <p:cNvCxnSpPr/>
          <p:nvPr/>
        </p:nvCxnSpPr>
        <p:spPr>
          <a:xfrm flipH="1">
            <a:off x="3889440" y="3360600"/>
            <a:ext cx="3531240" cy="720"/>
          </a:xfrm>
          <a:prstGeom prst="bentConnector3">
            <a:avLst/>
          </a:prstGeom>
          <a:ln w="38160">
            <a:solidFill>
              <a:srgbClr val="a9d18e"/>
            </a:solidFill>
            <a:miter/>
            <a:headEnd len="med" type="triangle" w="med"/>
            <a:tailEnd len="med" type="triangle" w="med"/>
          </a:ln>
        </p:spPr>
      </p:cxnSp>
      <p:sp>
        <p:nvSpPr>
          <p:cNvPr id="609" name="TekstSylinder 19"/>
          <p:cNvSpPr/>
          <p:nvPr/>
        </p:nvSpPr>
        <p:spPr>
          <a:xfrm>
            <a:off x="2181960" y="5445360"/>
            <a:ext cx="7827480" cy="63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nb-NO" sz="1800" spc="-1" strike="noStrike">
                <a:solidFill>
                  <a:srgbClr val="ffffff"/>
                </a:solidFill>
                <a:latin typeface="Calibri"/>
              </a:rPr>
              <a:t>SCL  - Serial Clock Line</a:t>
            </a:r>
            <a:endParaRPr b="0" lang="en-GB" sz="1800" spc="-1" strike="noStrike">
              <a:latin typeface="Arial"/>
            </a:endParaRPr>
          </a:p>
          <a:p>
            <a:pPr>
              <a:lnSpc>
                <a:spcPct val="100000"/>
              </a:lnSpc>
              <a:buNone/>
            </a:pPr>
            <a:r>
              <a:rPr b="0" lang="nb-NO" sz="1800" spc="-1" strike="noStrike">
                <a:solidFill>
                  <a:srgbClr val="ffffff"/>
                </a:solidFill>
                <a:latin typeface="Calibri"/>
              </a:rPr>
              <a:t>SDA - Serial Data Line</a:t>
            </a:r>
            <a:endParaRPr b="0" lang="en-GB" sz="1800" spc="-1" strike="noStrike">
              <a:latin typeface="Arial"/>
            </a:endParaRPr>
          </a:p>
        </p:txBody>
      </p:sp>
      <p:sp>
        <p:nvSpPr>
          <p:cNvPr id="610" name=""/>
          <p:cNvSpPr/>
          <p:nvPr/>
        </p:nvSpPr>
        <p:spPr>
          <a:xfrm>
            <a:off x="5760000" y="1800000"/>
            <a:ext cx="360000" cy="720000"/>
          </a:xfrm>
          <a:prstGeom prst="frame">
            <a:avLst>
              <a:gd name="adj1" fmla="val 9259"/>
            </a:avLst>
          </a:prstGeom>
          <a:solidFill>
            <a:srgbClr val="ffffff"/>
          </a:solidFill>
          <a:ln w="0">
            <a:solidFill>
              <a:srgbClr val="3465a4"/>
            </a:solidFill>
          </a:ln>
        </p:spPr>
        <p:style>
          <a:lnRef idx="0"/>
          <a:fillRef idx="0"/>
          <a:effectRef idx="0"/>
          <a:fontRef idx="minor"/>
        </p:style>
      </p:sp>
      <p:sp>
        <p:nvSpPr>
          <p:cNvPr id="611" name=""/>
          <p:cNvSpPr/>
          <p:nvPr/>
        </p:nvSpPr>
        <p:spPr>
          <a:xfrm>
            <a:off x="6480000" y="1800000"/>
            <a:ext cx="360000" cy="720000"/>
          </a:xfrm>
          <a:prstGeom prst="frame">
            <a:avLst>
              <a:gd name="adj1" fmla="val 9259"/>
            </a:avLst>
          </a:prstGeom>
          <a:solidFill>
            <a:srgbClr val="ffffff"/>
          </a:solidFill>
          <a:ln w="0">
            <a:solidFill>
              <a:srgbClr val="3465a4"/>
            </a:solidFill>
          </a:ln>
        </p:spPr>
        <p:style>
          <a:lnRef idx="0"/>
          <a:fillRef idx="0"/>
          <a:effectRef idx="0"/>
          <a:fontRef idx="minor"/>
        </p:style>
      </p:sp>
      <p:cxnSp>
        <p:nvCxnSpPr>
          <p:cNvPr id="612" name=""/>
          <p:cNvCxnSpPr>
            <a:endCxn id="610" idx="2"/>
          </p:cNvCxnSpPr>
          <p:nvPr/>
        </p:nvCxnSpPr>
        <p:spPr>
          <a:xfrm flipH="1" flipV="1">
            <a:off x="5940000" y="2520000"/>
            <a:ext cx="3240" cy="334440"/>
          </a:xfrm>
          <a:prstGeom prst="straightConnector1">
            <a:avLst/>
          </a:prstGeom>
          <a:ln w="38160">
            <a:solidFill>
              <a:srgbClr val="ffffff"/>
            </a:solidFill>
            <a:round/>
          </a:ln>
        </p:spPr>
      </p:cxnSp>
      <p:cxnSp>
        <p:nvCxnSpPr>
          <p:cNvPr id="613" name=""/>
          <p:cNvCxnSpPr/>
          <p:nvPr/>
        </p:nvCxnSpPr>
        <p:spPr>
          <a:xfrm flipV="1">
            <a:off x="6660000" y="2520000"/>
            <a:ext cx="3600" cy="844560"/>
          </a:xfrm>
          <a:prstGeom prst="straightConnector1">
            <a:avLst/>
          </a:prstGeom>
          <a:ln w="38160">
            <a:solidFill>
              <a:srgbClr val="ffffff"/>
            </a:solidFill>
            <a:round/>
          </a:ln>
        </p:spPr>
      </p:cxnSp>
      <p:cxnSp>
        <p:nvCxnSpPr>
          <p:cNvPr id="614" name=""/>
          <p:cNvCxnSpPr/>
          <p:nvPr/>
        </p:nvCxnSpPr>
        <p:spPr>
          <a:xfrm flipH="1" flipV="1">
            <a:off x="5940000" y="1465920"/>
            <a:ext cx="3240" cy="334440"/>
          </a:xfrm>
          <a:prstGeom prst="straightConnector1">
            <a:avLst/>
          </a:prstGeom>
          <a:ln w="38160">
            <a:solidFill>
              <a:srgbClr val="ffffff"/>
            </a:solidFill>
            <a:round/>
          </a:ln>
        </p:spPr>
      </p:cxnSp>
      <p:cxnSp>
        <p:nvCxnSpPr>
          <p:cNvPr id="615" name=""/>
          <p:cNvCxnSpPr/>
          <p:nvPr/>
        </p:nvCxnSpPr>
        <p:spPr>
          <a:xfrm flipH="1" flipV="1">
            <a:off x="6657120" y="1465920"/>
            <a:ext cx="3240" cy="334440"/>
          </a:xfrm>
          <a:prstGeom prst="straightConnector1">
            <a:avLst/>
          </a:prstGeom>
          <a:ln w="38160">
            <a:solidFill>
              <a:srgbClr val="ffffff"/>
            </a:solidFill>
            <a:round/>
          </a:ln>
        </p:spPr>
      </p:cxnSp>
      <p:cxnSp>
        <p:nvCxnSpPr>
          <p:cNvPr id="616" name=""/>
          <p:cNvCxnSpPr>
            <a:stCxn id="615" idx="0"/>
          </p:cNvCxnSpPr>
          <p:nvPr/>
        </p:nvCxnSpPr>
        <p:spPr>
          <a:xfrm flipH="1">
            <a:off x="5940000" y="1465920"/>
            <a:ext cx="717480" cy="360"/>
          </a:xfrm>
          <a:prstGeom prst="straightConnector1">
            <a:avLst/>
          </a:prstGeom>
          <a:ln w="38160">
            <a:solidFill>
              <a:srgbClr val="ffffff"/>
            </a:solidFill>
            <a:round/>
          </a:ln>
        </p:spPr>
      </p:cxnSp>
      <p:sp>
        <p:nvSpPr>
          <p:cNvPr id="617" name=""/>
          <p:cNvSpPr txBox="1"/>
          <p:nvPr/>
        </p:nvSpPr>
        <p:spPr>
          <a:xfrm>
            <a:off x="5940000" y="1080000"/>
            <a:ext cx="720000" cy="346320"/>
          </a:xfrm>
          <a:prstGeom prst="rect">
            <a:avLst/>
          </a:prstGeom>
          <a:noFill/>
          <a:ln w="0">
            <a:noFill/>
          </a:ln>
        </p:spPr>
        <p:txBody>
          <a:bodyPr lIns="90000" rIns="90000" tIns="45000" bIns="45000" anchor="t">
            <a:noAutofit/>
          </a:bodyPr>
          <a:p>
            <a:r>
              <a:rPr b="0" lang="en-GB" sz="1800" spc="-1" strike="noStrike">
                <a:latin typeface="Arial"/>
              </a:rPr>
              <a:t>VCC</a:t>
            </a:r>
            <a:endParaRPr b="0" lang="en-GB" sz="1800" spc="-1" strike="noStrike">
              <a:latin typeface="Arial"/>
            </a:endParaRPr>
          </a:p>
        </p:txBody>
      </p:sp>
      <p:sp>
        <p:nvSpPr>
          <p:cNvPr id="618" name="Rektangel 1"/>
          <p:cNvSpPr/>
          <p:nvPr/>
        </p:nvSpPr>
        <p:spPr>
          <a:xfrm>
            <a:off x="7380000" y="4517640"/>
            <a:ext cx="2267280" cy="1242360"/>
          </a:xfrm>
          <a:prstGeom prst="rect">
            <a:avLst/>
          </a:prstGeom>
          <a:noFill/>
          <a:ln w="19080">
            <a:solidFill>
              <a:srgbClr val="ffffff"/>
            </a:solidFill>
            <a:miter/>
          </a:ln>
        </p:spPr>
        <p:style>
          <a:lnRef idx="0"/>
          <a:fillRef idx="0"/>
          <a:effectRef idx="0"/>
          <a:fontRef idx="minor"/>
        </p:style>
      </p:sp>
      <p:sp>
        <p:nvSpPr>
          <p:cNvPr id="619" name="TekstSylinder 4"/>
          <p:cNvSpPr/>
          <p:nvPr/>
        </p:nvSpPr>
        <p:spPr>
          <a:xfrm>
            <a:off x="7380000" y="4657320"/>
            <a:ext cx="85356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SCL</a:t>
            </a:r>
            <a:endParaRPr b="0" lang="en-GB" sz="1800" spc="-1" strike="noStrike">
              <a:latin typeface="Arial"/>
            </a:endParaRPr>
          </a:p>
        </p:txBody>
      </p:sp>
      <p:sp>
        <p:nvSpPr>
          <p:cNvPr id="620" name="TekstSylinder 6"/>
          <p:cNvSpPr/>
          <p:nvPr/>
        </p:nvSpPr>
        <p:spPr>
          <a:xfrm>
            <a:off x="7380000" y="5161680"/>
            <a:ext cx="85356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SDA</a:t>
            </a:r>
            <a:endParaRPr b="0" lang="en-GB" sz="1800" spc="-1" strike="noStrike">
              <a:latin typeface="Arial"/>
            </a:endParaRPr>
          </a:p>
        </p:txBody>
      </p:sp>
      <p:sp>
        <p:nvSpPr>
          <p:cNvPr id="621" name="TekstSylinder 7"/>
          <p:cNvSpPr/>
          <p:nvPr/>
        </p:nvSpPr>
        <p:spPr>
          <a:xfrm>
            <a:off x="7871400" y="4092480"/>
            <a:ext cx="12852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nb-NO" sz="1800" spc="-1" strike="noStrike">
                <a:solidFill>
                  <a:srgbClr val="ffffff"/>
                </a:solidFill>
                <a:latin typeface="Calibri"/>
              </a:rPr>
              <a:t>Client 2</a:t>
            </a:r>
            <a:endParaRPr b="0" lang="en-GB" sz="1800" spc="-1" strike="noStrike">
              <a:latin typeface="Arial"/>
            </a:endParaRPr>
          </a:p>
        </p:txBody>
      </p:sp>
      <p:cxnSp>
        <p:nvCxnSpPr>
          <p:cNvPr id="622" name="Vinkel 1"/>
          <p:cNvCxnSpPr>
            <a:stCxn id="612" idx="2"/>
            <a:endCxn id="619" idx="1"/>
          </p:cNvCxnSpPr>
          <p:nvPr/>
        </p:nvCxnSpPr>
        <p:spPr>
          <a:xfrm>
            <a:off x="5942880" y="2854080"/>
            <a:ext cx="1437480" cy="1985760"/>
          </a:xfrm>
          <a:prstGeom prst="bentConnector3">
            <a:avLst/>
          </a:prstGeom>
          <a:ln w="38160">
            <a:solidFill>
              <a:srgbClr val="f4b183"/>
            </a:solidFill>
            <a:miter/>
            <a:tailEnd len="med" type="triangle" w="med"/>
          </a:ln>
        </p:spPr>
      </p:cxnSp>
      <p:cxnSp>
        <p:nvCxnSpPr>
          <p:cNvPr id="623" name="Vinkel 2"/>
          <p:cNvCxnSpPr>
            <a:stCxn id="613" idx="2"/>
            <a:endCxn id="620" idx="1"/>
          </p:cNvCxnSpPr>
          <p:nvPr/>
        </p:nvCxnSpPr>
        <p:spPr>
          <a:xfrm>
            <a:off x="6660000" y="3364200"/>
            <a:ext cx="720360" cy="1980000"/>
          </a:xfrm>
          <a:prstGeom prst="bentConnector3">
            <a:avLst/>
          </a:prstGeom>
          <a:ln w="38160">
            <a:solidFill>
              <a:srgbClr val="a9d18e"/>
            </a:solidFill>
            <a:miter/>
            <a:tailEnd len="med" type="triangle" w="med"/>
          </a:ln>
        </p:spPr>
      </p:cxn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TekstSylinder 3"/>
          <p:cNvSpPr/>
          <p:nvPr/>
        </p:nvSpPr>
        <p:spPr>
          <a:xfrm>
            <a:off x="3009960" y="3075120"/>
            <a:ext cx="6171840" cy="699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i="1" lang="en-US" sz="4000" spc="-1" strike="noStrike">
                <a:solidFill>
                  <a:srgbClr val="ffffff"/>
                </a:solidFill>
                <a:latin typeface="Calibri"/>
              </a:rPr>
              <a:t>Why do we care?</a:t>
            </a:r>
            <a:endParaRPr b="0" lang="en-GB" sz="4000" spc="-1" strike="noStrike">
              <a:latin typeface="Arial"/>
            </a:endParaRPr>
          </a:p>
        </p:txBody>
      </p:sp>
      <p:sp>
        <p:nvSpPr>
          <p:cNvPr id="625"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626" name="Gruppe 4"/>
          <p:cNvGrpSpPr/>
          <p:nvPr/>
        </p:nvGrpSpPr>
        <p:grpSpPr>
          <a:xfrm>
            <a:off x="9968760" y="555120"/>
            <a:ext cx="1889640" cy="945360"/>
            <a:chOff x="9968760" y="555120"/>
            <a:chExt cx="1889640" cy="945360"/>
          </a:xfrm>
        </p:grpSpPr>
        <p:pic>
          <p:nvPicPr>
            <p:cNvPr id="627" name="Grafikk 5" descr="Prosessor kontur"/>
            <p:cNvPicPr/>
            <p:nvPr/>
          </p:nvPicPr>
          <p:blipFill>
            <a:blip r:embed="rId1">
              <a:alphaModFix amt="0"/>
            </a:blip>
            <a:stretch/>
          </p:blipFill>
          <p:spPr>
            <a:xfrm>
              <a:off x="9968760" y="558720"/>
              <a:ext cx="941760" cy="941760"/>
            </a:xfrm>
            <a:prstGeom prst="rect">
              <a:avLst/>
            </a:prstGeom>
            <a:ln w="0">
              <a:noFill/>
            </a:ln>
          </p:spPr>
        </p:pic>
        <p:pic>
          <p:nvPicPr>
            <p:cNvPr id="628" name="Grafikk 6" descr="Prosessor kontur"/>
            <p:cNvPicPr/>
            <p:nvPr/>
          </p:nvPicPr>
          <p:blipFill>
            <a:blip r:embed="rId2">
              <a:alphaModFix amt="0"/>
            </a:blip>
            <a:stretch/>
          </p:blipFill>
          <p:spPr>
            <a:xfrm>
              <a:off x="10916640" y="555120"/>
              <a:ext cx="941760" cy="941760"/>
            </a:xfrm>
            <a:prstGeom prst="rect">
              <a:avLst/>
            </a:prstGeom>
            <a:ln w="0">
              <a:noFill/>
            </a:ln>
          </p:spPr>
        </p:pic>
        <p:cxnSp>
          <p:nvCxnSpPr>
            <p:cNvPr id="629" name="Rett pil 7"/>
            <p:cNvCxnSpPr/>
            <p:nvPr/>
          </p:nvCxnSpPr>
          <p:spPr>
            <a:xfrm>
              <a:off x="10787760" y="831600"/>
              <a:ext cx="293400" cy="360"/>
            </a:xfrm>
            <a:prstGeom prst="straightConnector1">
              <a:avLst/>
            </a:prstGeom>
            <a:ln w="19080">
              <a:solidFill>
                <a:srgbClr val="ffffff"/>
              </a:solidFill>
              <a:miter/>
              <a:tailEnd len="med" type="triangle" w="med"/>
            </a:ln>
          </p:spPr>
        </p:cxnSp>
        <p:cxnSp>
          <p:nvCxnSpPr>
            <p:cNvPr id="630" name="Rett pil 8"/>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631" name="Rett pil 9"/>
            <p:cNvCxnSpPr/>
            <p:nvPr/>
          </p:nvCxnSpPr>
          <p:spPr>
            <a:xfrm>
              <a:off x="10786680" y="989640"/>
              <a:ext cx="294480" cy="360"/>
            </a:xfrm>
            <a:prstGeom prst="straightConnector1">
              <a:avLst/>
            </a:prstGeom>
            <a:ln w="19080">
              <a:solidFill>
                <a:srgbClr val="ffffff"/>
              </a:solidFill>
              <a:miter/>
              <a:tailEnd len="med" type="triangle" w="med"/>
            </a:ln>
          </p:spPr>
        </p:cxnSp>
        <p:cxnSp>
          <p:nvCxnSpPr>
            <p:cNvPr id="632" name="Rett pil 10"/>
            <p:cNvCxnSpPr/>
            <p:nvPr/>
          </p:nvCxnSpPr>
          <p:spPr>
            <a:xfrm>
              <a:off x="10785960" y="1068480"/>
              <a:ext cx="295200" cy="360"/>
            </a:xfrm>
            <a:prstGeom prst="straightConnector1">
              <a:avLst/>
            </a:prstGeom>
            <a:ln w="19080">
              <a:solidFill>
                <a:srgbClr val="ffffff"/>
              </a:solidFill>
              <a:miter/>
              <a:tailEnd len="med" type="triangle" w="med"/>
            </a:ln>
          </p:spPr>
        </p:cxn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In general</a:t>
            </a:r>
            <a:endParaRPr b="0" lang="en-US" sz="4400" spc="-1" strike="noStrike">
              <a:solidFill>
                <a:srgbClr val="ffffff"/>
              </a:solidFill>
              <a:latin typeface="Calibri"/>
            </a:endParaRPr>
          </a:p>
        </p:txBody>
      </p:sp>
      <p:grpSp>
        <p:nvGrpSpPr>
          <p:cNvPr id="634" name="Gruppe 7"/>
          <p:cNvGrpSpPr/>
          <p:nvPr/>
        </p:nvGrpSpPr>
        <p:grpSpPr>
          <a:xfrm>
            <a:off x="9968760" y="555120"/>
            <a:ext cx="1889640" cy="945360"/>
            <a:chOff x="9968760" y="555120"/>
            <a:chExt cx="1889640" cy="945360"/>
          </a:xfrm>
        </p:grpSpPr>
        <p:pic>
          <p:nvPicPr>
            <p:cNvPr id="635" name="Grafikk 18" descr="Prosessor kontur"/>
            <p:cNvPicPr/>
            <p:nvPr/>
          </p:nvPicPr>
          <p:blipFill>
            <a:blip r:embed="rId1">
              <a:alphaModFix amt="0"/>
            </a:blip>
            <a:stretch/>
          </p:blipFill>
          <p:spPr>
            <a:xfrm>
              <a:off x="9968760" y="558720"/>
              <a:ext cx="941760" cy="941760"/>
            </a:xfrm>
            <a:prstGeom prst="rect">
              <a:avLst/>
            </a:prstGeom>
            <a:ln w="0">
              <a:noFill/>
            </a:ln>
          </p:spPr>
        </p:pic>
        <p:pic>
          <p:nvPicPr>
            <p:cNvPr id="636" name="Grafikk 19" descr="Prosessor kontur"/>
            <p:cNvPicPr/>
            <p:nvPr/>
          </p:nvPicPr>
          <p:blipFill>
            <a:blip r:embed="rId2">
              <a:alphaModFix amt="0"/>
            </a:blip>
            <a:stretch/>
          </p:blipFill>
          <p:spPr>
            <a:xfrm>
              <a:off x="10916640" y="555120"/>
              <a:ext cx="941760" cy="941760"/>
            </a:xfrm>
            <a:prstGeom prst="rect">
              <a:avLst/>
            </a:prstGeom>
            <a:ln w="0">
              <a:noFill/>
            </a:ln>
          </p:spPr>
        </p:pic>
        <p:cxnSp>
          <p:nvCxnSpPr>
            <p:cNvPr id="637" name="Rett pil 27"/>
            <p:cNvCxnSpPr/>
            <p:nvPr/>
          </p:nvCxnSpPr>
          <p:spPr>
            <a:xfrm>
              <a:off x="10787760" y="831600"/>
              <a:ext cx="293400" cy="360"/>
            </a:xfrm>
            <a:prstGeom prst="straightConnector1">
              <a:avLst/>
            </a:prstGeom>
            <a:ln w="19080">
              <a:solidFill>
                <a:srgbClr val="ffffff"/>
              </a:solidFill>
              <a:miter/>
              <a:tailEnd len="med" type="triangle" w="med"/>
            </a:ln>
          </p:spPr>
        </p:cxnSp>
        <p:cxnSp>
          <p:nvCxnSpPr>
            <p:cNvPr id="638" name="Rett pil 32"/>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639" name="Rett pil 33"/>
            <p:cNvCxnSpPr/>
            <p:nvPr/>
          </p:nvCxnSpPr>
          <p:spPr>
            <a:xfrm>
              <a:off x="10786680" y="989640"/>
              <a:ext cx="294480" cy="360"/>
            </a:xfrm>
            <a:prstGeom prst="straightConnector1">
              <a:avLst/>
            </a:prstGeom>
            <a:ln w="19080">
              <a:solidFill>
                <a:srgbClr val="ffffff"/>
              </a:solidFill>
              <a:miter/>
              <a:tailEnd len="med" type="triangle" w="med"/>
            </a:ln>
          </p:spPr>
        </p:cxnSp>
        <p:cxnSp>
          <p:nvCxnSpPr>
            <p:cNvPr id="640" name="Rett pil 34"/>
            <p:cNvCxnSpPr/>
            <p:nvPr/>
          </p:nvCxnSpPr>
          <p:spPr>
            <a:xfrm>
              <a:off x="10785960" y="1068480"/>
              <a:ext cx="295200" cy="360"/>
            </a:xfrm>
            <a:prstGeom prst="straightConnector1">
              <a:avLst/>
            </a:prstGeom>
            <a:ln w="19080">
              <a:solidFill>
                <a:srgbClr val="ffffff"/>
              </a:solidFill>
              <a:miter/>
              <a:tailEnd len="med" type="triangle" w="med"/>
            </a:ln>
          </p:spPr>
        </p:cxnSp>
      </p:grpSp>
      <p:pic>
        <p:nvPicPr>
          <p:cNvPr id="641" name="" descr=""/>
          <p:cNvPicPr/>
          <p:nvPr/>
        </p:nvPicPr>
        <p:blipFill>
          <a:blip r:embed="rId3">
            <a:alphaModFix amt="0"/>
          </a:blip>
          <a:stretch/>
        </p:blipFill>
        <p:spPr>
          <a:xfrm>
            <a:off x="1949400" y="1690200"/>
            <a:ext cx="8310600" cy="47016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How to set up</a:t>
            </a:r>
            <a:endParaRPr b="0" lang="en-US" sz="4400" spc="-1" strike="noStrike">
              <a:solidFill>
                <a:srgbClr val="ffffff"/>
              </a:solidFill>
              <a:latin typeface="Calibri"/>
            </a:endParaRPr>
          </a:p>
        </p:txBody>
      </p:sp>
      <p:grpSp>
        <p:nvGrpSpPr>
          <p:cNvPr id="643" name="Gruppe 4"/>
          <p:cNvGrpSpPr/>
          <p:nvPr/>
        </p:nvGrpSpPr>
        <p:grpSpPr>
          <a:xfrm>
            <a:off x="9968760" y="555120"/>
            <a:ext cx="1889640" cy="945360"/>
            <a:chOff x="9968760" y="555120"/>
            <a:chExt cx="1889640" cy="945360"/>
          </a:xfrm>
        </p:grpSpPr>
        <p:pic>
          <p:nvPicPr>
            <p:cNvPr id="644" name="Grafikk 5" descr="Prosessor kontur"/>
            <p:cNvPicPr/>
            <p:nvPr/>
          </p:nvPicPr>
          <p:blipFill>
            <a:blip r:embed="rId1">
              <a:alphaModFix amt="0"/>
            </a:blip>
            <a:stretch/>
          </p:blipFill>
          <p:spPr>
            <a:xfrm>
              <a:off x="9968760" y="558720"/>
              <a:ext cx="941760" cy="941760"/>
            </a:xfrm>
            <a:prstGeom prst="rect">
              <a:avLst/>
            </a:prstGeom>
            <a:ln w="0">
              <a:noFill/>
            </a:ln>
          </p:spPr>
        </p:pic>
        <p:pic>
          <p:nvPicPr>
            <p:cNvPr id="645" name="Grafikk 6" descr="Prosessor kontur"/>
            <p:cNvPicPr/>
            <p:nvPr/>
          </p:nvPicPr>
          <p:blipFill>
            <a:blip r:embed="rId2">
              <a:alphaModFix amt="0"/>
            </a:blip>
            <a:stretch/>
          </p:blipFill>
          <p:spPr>
            <a:xfrm>
              <a:off x="10916640" y="555120"/>
              <a:ext cx="941760" cy="941760"/>
            </a:xfrm>
            <a:prstGeom prst="rect">
              <a:avLst/>
            </a:prstGeom>
            <a:ln w="0">
              <a:noFill/>
            </a:ln>
          </p:spPr>
        </p:pic>
        <p:cxnSp>
          <p:nvCxnSpPr>
            <p:cNvPr id="646" name="Rett pil 7"/>
            <p:cNvCxnSpPr/>
            <p:nvPr/>
          </p:nvCxnSpPr>
          <p:spPr>
            <a:xfrm>
              <a:off x="10787760" y="831600"/>
              <a:ext cx="293400" cy="360"/>
            </a:xfrm>
            <a:prstGeom prst="straightConnector1">
              <a:avLst/>
            </a:prstGeom>
            <a:ln w="19080">
              <a:solidFill>
                <a:srgbClr val="ffffff"/>
              </a:solidFill>
              <a:miter/>
              <a:tailEnd len="med" type="triangle" w="med"/>
            </a:ln>
          </p:spPr>
        </p:cxnSp>
        <p:cxnSp>
          <p:nvCxnSpPr>
            <p:cNvPr id="647" name="Rett pil 8"/>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648" name="Rett pil 9"/>
            <p:cNvCxnSpPr/>
            <p:nvPr/>
          </p:nvCxnSpPr>
          <p:spPr>
            <a:xfrm>
              <a:off x="10786680" y="989640"/>
              <a:ext cx="294480" cy="360"/>
            </a:xfrm>
            <a:prstGeom prst="straightConnector1">
              <a:avLst/>
            </a:prstGeom>
            <a:ln w="19080">
              <a:solidFill>
                <a:srgbClr val="ffffff"/>
              </a:solidFill>
              <a:miter/>
              <a:tailEnd len="med" type="triangle" w="med"/>
            </a:ln>
          </p:spPr>
        </p:cxnSp>
        <p:cxnSp>
          <p:nvCxnSpPr>
            <p:cNvPr id="649" name="Rett pil 10"/>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650" name="TekstSylinder 2"/>
          <p:cNvSpPr/>
          <p:nvPr/>
        </p:nvSpPr>
        <p:spPr>
          <a:xfrm>
            <a:off x="838080" y="1690560"/>
            <a:ext cx="5676480" cy="283284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200000"/>
              </a:lnSpc>
              <a:buClr>
                <a:srgbClr val="ffffff"/>
              </a:buClr>
              <a:buFont typeface="StarSymbol"/>
              <a:buAutoNum type="arabicPeriod"/>
            </a:pPr>
            <a:r>
              <a:rPr b="0" lang="en-US" sz="1800" spc="-1" strike="noStrike">
                <a:solidFill>
                  <a:srgbClr val="ffffff"/>
                </a:solidFill>
                <a:latin typeface="Calibri"/>
              </a:rPr>
              <a:t>Set up pins (SCL and SDA as outputs).</a:t>
            </a:r>
            <a:endParaRPr b="0" lang="en-GB" sz="1800" spc="-1" strike="noStrike">
              <a:latin typeface="Arial"/>
            </a:endParaRPr>
          </a:p>
          <a:p>
            <a:pPr marL="343080" indent="-343080">
              <a:lnSpc>
                <a:spcPct val="200000"/>
              </a:lnSpc>
              <a:buClr>
                <a:srgbClr val="ffffff"/>
              </a:buClr>
              <a:buFont typeface="StarSymbol"/>
              <a:buAutoNum type="arabicPeriod"/>
            </a:pPr>
            <a:r>
              <a:rPr b="0" lang="en-US" sz="1800" spc="-1" strike="noStrike">
                <a:solidFill>
                  <a:srgbClr val="ffffff"/>
                </a:solidFill>
                <a:latin typeface="Calibri"/>
              </a:rPr>
              <a:t>Set the baudrate (TWI0.MBAUD)</a:t>
            </a:r>
            <a:endParaRPr b="0" lang="en-GB" sz="1800" spc="-1" strike="noStrike">
              <a:latin typeface="Arial"/>
            </a:endParaRPr>
          </a:p>
          <a:p>
            <a:pPr marL="343080" indent="-343080">
              <a:lnSpc>
                <a:spcPct val="200000"/>
              </a:lnSpc>
              <a:buClr>
                <a:srgbClr val="ffffff"/>
              </a:buClr>
              <a:buFont typeface="StarSymbol"/>
              <a:buAutoNum type="arabicPeriod"/>
            </a:pPr>
            <a:r>
              <a:rPr b="0" lang="en-US" sz="1800" spc="-1" strike="noStrike">
                <a:solidFill>
                  <a:srgbClr val="ffffff"/>
                </a:solidFill>
                <a:latin typeface="Calibri"/>
              </a:rPr>
              <a:t>Enable the I2C Master module (TWI0.MCTRLA register).</a:t>
            </a:r>
            <a:endParaRPr b="0" lang="en-GB" sz="1800" spc="-1" strike="noStrike">
              <a:latin typeface="Arial"/>
            </a:endParaRPr>
          </a:p>
          <a:p>
            <a:pPr marL="343080" indent="-343080">
              <a:lnSpc>
                <a:spcPct val="200000"/>
              </a:lnSpc>
              <a:buClr>
                <a:srgbClr val="ffffff"/>
              </a:buClr>
              <a:buFont typeface="StarSymbol"/>
              <a:buAutoNum type="arabicPeriod"/>
            </a:pPr>
            <a:endParaRPr b="0" lang="en-GB" sz="1800" spc="-1" strike="noStrike">
              <a:latin typeface="Arial"/>
            </a:endParaRPr>
          </a:p>
        </p:txBody>
      </p:sp>
      <p:pic>
        <p:nvPicPr>
          <p:cNvPr id="651" name="" descr=""/>
          <p:cNvPicPr/>
          <p:nvPr/>
        </p:nvPicPr>
        <p:blipFill>
          <a:blip r:embed="rId3">
            <a:alphaModFix amt="0"/>
          </a:blip>
          <a:stretch/>
        </p:blipFill>
        <p:spPr>
          <a:xfrm>
            <a:off x="6593400" y="2160000"/>
            <a:ext cx="5286600" cy="1440000"/>
          </a:xfrm>
          <a:prstGeom prst="rect">
            <a:avLst/>
          </a:prstGeom>
          <a:ln w="0">
            <a:noFill/>
          </a:ln>
        </p:spPr>
      </p:pic>
      <p:pic>
        <p:nvPicPr>
          <p:cNvPr id="652" name="" descr=""/>
          <p:cNvPicPr/>
          <p:nvPr/>
        </p:nvPicPr>
        <p:blipFill>
          <a:blip r:embed="rId4">
            <a:alphaModFix amt="0"/>
          </a:blip>
          <a:stretch/>
        </p:blipFill>
        <p:spPr>
          <a:xfrm>
            <a:off x="6660000" y="3699000"/>
            <a:ext cx="5220000" cy="1422000"/>
          </a:xfrm>
          <a:prstGeom prst="rect">
            <a:avLst/>
          </a:prstGeom>
          <a:ln w="0">
            <a:noFill/>
          </a:ln>
        </p:spPr>
      </p:pic>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65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650">
                                            <p:txEl>
                                              <p:pRg st="1" end="1"/>
                                            </p:txEl>
                                          </p:spTgt>
                                        </p:tgtEl>
                                        <p:attrNameLst>
                                          <p:attrName>style.visibility</p:attrName>
                                        </p:attrNameLst>
                                      </p:cBhvr>
                                      <p:to>
                                        <p:strVal val="visible"/>
                                      </p:to>
                                    </p:set>
                                  </p:childTnLst>
                                </p:cTn>
                              </p:par>
                              <p:par>
                                <p:cTn id="17" nodeType="withEffect" fill="hold" presetClass="emph" presetID="20">
                                  <p:stCondLst>
                                    <p:cond delay="0"/>
                                  </p:stCondLst>
                                  <p:childTnLst>
                                    <p:set>
                                      <p:cBhvr>
                                        <p:cTn id="18" dur="500" autoRev="1" fill="hold"/>
                                        <p:tgtEl>
                                          <p:spTgt spid="650">
                                            <p:txEl>
                                              <p:pRg st="0" end="0"/>
                                            </p:txEl>
                                          </p:spTgt>
                                        </p:tgtEl>
                                        <p:attrNameLst>
                                          <p:attrName>style.color</p:attrName>
                                        </p:attrNameLst>
                                      </p:cBhvr>
                                      <p:to>
                                        <p:strVal val="rgb(-78,-78,-78)"/>
                                      </p:to>
                                    </p:set>
                                    <p:set>
                                      <p:cBhvr>
                                        <p:cTn id="19" dur="500" autoRev="1" fill="hold"/>
                                        <p:tgtEl>
                                          <p:spTgt spid="650">
                                            <p:txEl>
                                              <p:pRg st="0" end="0"/>
                                            </p:txEl>
                                          </p:spTgt>
                                        </p:tgtEl>
                                        <p:attrNameLst>
                                          <p:attrName>fillcolor</p:attrName>
                                        </p:attrNameLst>
                                      </p:cBhvr>
                                      <p:to>
                                        <p:strVal val="rgb(-78,-78,-78)"/>
                                      </p:to>
                                    </p:set>
                                    <p:set>
                                      <p:cBhvr>
                                        <p:cTn id="20" dur="500" autoRev="1" fill="hold"/>
                                        <p:tgtEl>
                                          <p:spTgt spid="650">
                                            <p:txEl>
                                              <p:pRg st="0" end="0"/>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650">
                                            <p:txEl>
                                              <p:pRg st="2" end="2"/>
                                            </p:txEl>
                                          </p:spTgt>
                                        </p:tgtEl>
                                        <p:attrNameLst>
                                          <p:attrName>style.visibility</p:attrName>
                                        </p:attrNameLst>
                                      </p:cBhvr>
                                      <p:to>
                                        <p:strVal val="visible"/>
                                      </p:to>
                                    </p:set>
                                  </p:childTnLst>
                                </p:cTn>
                              </p:par>
                              <p:par>
                                <p:cTn id="25" nodeType="withEffect" fill="hold" presetClass="emph" presetID="20">
                                  <p:stCondLst>
                                    <p:cond delay="0"/>
                                  </p:stCondLst>
                                  <p:childTnLst>
                                    <p:set>
                                      <p:cBhvr>
                                        <p:cTn id="26" dur="500" autoRev="1" fill="hold"/>
                                        <p:tgtEl>
                                          <p:spTgt spid="650">
                                            <p:txEl>
                                              <p:pRg st="1" end="1"/>
                                            </p:txEl>
                                          </p:spTgt>
                                        </p:tgtEl>
                                        <p:attrNameLst>
                                          <p:attrName>style.color</p:attrName>
                                        </p:attrNameLst>
                                      </p:cBhvr>
                                      <p:to>
                                        <p:strVal val="rgb(-78,-78,-78)"/>
                                      </p:to>
                                    </p:set>
                                    <p:set>
                                      <p:cBhvr>
                                        <p:cTn id="27" dur="500" autoRev="1" fill="hold"/>
                                        <p:tgtEl>
                                          <p:spTgt spid="650">
                                            <p:txEl>
                                              <p:pRg st="1" end="1"/>
                                            </p:txEl>
                                          </p:spTgt>
                                        </p:tgtEl>
                                        <p:attrNameLst>
                                          <p:attrName>fillcolor</p:attrName>
                                        </p:attrNameLst>
                                      </p:cBhvr>
                                      <p:to>
                                        <p:strVal val="rgb(-78,-78,-78)"/>
                                      </p:to>
                                    </p:set>
                                    <p:set>
                                      <p:cBhvr>
                                        <p:cTn id="28" dur="500" autoRev="1" fill="hold"/>
                                        <p:tgtEl>
                                          <p:spTgt spid="650">
                                            <p:txEl>
                                              <p:pRg st="1" end="1"/>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How to send data</a:t>
            </a:r>
            <a:endParaRPr b="0" lang="en-US" sz="4400" spc="-1" strike="noStrike">
              <a:solidFill>
                <a:srgbClr val="ffffff"/>
              </a:solidFill>
              <a:latin typeface="Calibri"/>
            </a:endParaRPr>
          </a:p>
        </p:txBody>
      </p:sp>
      <p:grpSp>
        <p:nvGrpSpPr>
          <p:cNvPr id="654" name="Gruppe 4"/>
          <p:cNvGrpSpPr/>
          <p:nvPr/>
        </p:nvGrpSpPr>
        <p:grpSpPr>
          <a:xfrm>
            <a:off x="9968760" y="555120"/>
            <a:ext cx="1889640" cy="945360"/>
            <a:chOff x="9968760" y="555120"/>
            <a:chExt cx="1889640" cy="945360"/>
          </a:xfrm>
        </p:grpSpPr>
        <p:pic>
          <p:nvPicPr>
            <p:cNvPr id="655" name="Grafikk 5" descr="Prosessor kontur"/>
            <p:cNvPicPr/>
            <p:nvPr/>
          </p:nvPicPr>
          <p:blipFill>
            <a:blip r:embed="rId1">
              <a:alphaModFix amt="0"/>
            </a:blip>
            <a:stretch/>
          </p:blipFill>
          <p:spPr>
            <a:xfrm>
              <a:off x="9968760" y="558720"/>
              <a:ext cx="941760" cy="941760"/>
            </a:xfrm>
            <a:prstGeom prst="rect">
              <a:avLst/>
            </a:prstGeom>
            <a:ln w="0">
              <a:noFill/>
            </a:ln>
          </p:spPr>
        </p:pic>
        <p:pic>
          <p:nvPicPr>
            <p:cNvPr id="656" name="Grafikk 6" descr="Prosessor kontur"/>
            <p:cNvPicPr/>
            <p:nvPr/>
          </p:nvPicPr>
          <p:blipFill>
            <a:blip r:embed="rId2">
              <a:alphaModFix amt="0"/>
            </a:blip>
            <a:stretch/>
          </p:blipFill>
          <p:spPr>
            <a:xfrm>
              <a:off x="10916640" y="555120"/>
              <a:ext cx="941760" cy="941760"/>
            </a:xfrm>
            <a:prstGeom prst="rect">
              <a:avLst/>
            </a:prstGeom>
            <a:ln w="0">
              <a:noFill/>
            </a:ln>
          </p:spPr>
        </p:pic>
        <p:cxnSp>
          <p:nvCxnSpPr>
            <p:cNvPr id="657" name="Rett pil 7"/>
            <p:cNvCxnSpPr/>
            <p:nvPr/>
          </p:nvCxnSpPr>
          <p:spPr>
            <a:xfrm>
              <a:off x="10787760" y="831600"/>
              <a:ext cx="293400" cy="360"/>
            </a:xfrm>
            <a:prstGeom prst="straightConnector1">
              <a:avLst/>
            </a:prstGeom>
            <a:ln w="19080">
              <a:solidFill>
                <a:srgbClr val="ffffff"/>
              </a:solidFill>
              <a:miter/>
              <a:tailEnd len="med" type="triangle" w="med"/>
            </a:ln>
          </p:spPr>
        </p:cxnSp>
        <p:cxnSp>
          <p:nvCxnSpPr>
            <p:cNvPr id="658" name="Rett pil 8"/>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659" name="Rett pil 9"/>
            <p:cNvCxnSpPr/>
            <p:nvPr/>
          </p:nvCxnSpPr>
          <p:spPr>
            <a:xfrm>
              <a:off x="10786680" y="989640"/>
              <a:ext cx="294480" cy="360"/>
            </a:xfrm>
            <a:prstGeom prst="straightConnector1">
              <a:avLst/>
            </a:prstGeom>
            <a:ln w="19080">
              <a:solidFill>
                <a:srgbClr val="ffffff"/>
              </a:solidFill>
              <a:miter/>
              <a:tailEnd len="med" type="triangle" w="med"/>
            </a:ln>
          </p:spPr>
        </p:cxnSp>
        <p:cxnSp>
          <p:nvCxnSpPr>
            <p:cNvPr id="660" name="Rett pil 10"/>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661" name="TekstSylinder 2"/>
          <p:cNvSpPr/>
          <p:nvPr/>
        </p:nvSpPr>
        <p:spPr>
          <a:xfrm>
            <a:off x="838080" y="1690560"/>
            <a:ext cx="4021920" cy="39301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200000"/>
              </a:lnSpc>
              <a:buClr>
                <a:srgbClr val="ffffff"/>
              </a:buClr>
              <a:buFont typeface="StarSymbol"/>
              <a:buAutoNum type="arabicPeriod"/>
            </a:pPr>
            <a:r>
              <a:rPr b="0" lang="en-US" sz="1800" spc="-1" strike="noStrike">
                <a:solidFill>
                  <a:srgbClr val="ffffff"/>
                </a:solidFill>
                <a:latin typeface="Calibri"/>
              </a:rPr>
              <a:t>Load the client address and direction (TWI0.MADDR)</a:t>
            </a:r>
            <a:endParaRPr b="0" lang="en-GB" sz="1800" spc="-1" strike="noStrike">
              <a:latin typeface="Arial"/>
            </a:endParaRPr>
          </a:p>
          <a:p>
            <a:pPr marL="343080" indent="-343080">
              <a:lnSpc>
                <a:spcPct val="200000"/>
              </a:lnSpc>
              <a:buClr>
                <a:srgbClr val="ffffff"/>
              </a:buClr>
              <a:buFont typeface="StarSymbol"/>
              <a:buAutoNum type="arabicPeriod"/>
            </a:pPr>
            <a:r>
              <a:rPr b="0" lang="en-US" sz="1800" spc="-1" strike="noStrike">
                <a:solidFill>
                  <a:srgbClr val="ffffff"/>
                </a:solidFill>
                <a:latin typeface="Calibri"/>
              </a:rPr>
              <a:t>Fill in the data</a:t>
            </a:r>
            <a:br>
              <a:rPr sz="1800"/>
            </a:br>
            <a:r>
              <a:rPr b="0" lang="en-US" sz="1800" spc="-1" strike="noStrike">
                <a:solidFill>
                  <a:srgbClr val="ffffff"/>
                </a:solidFill>
                <a:latin typeface="Calibri"/>
              </a:rPr>
              <a:t>(TWI0.MDATA)</a:t>
            </a:r>
            <a:endParaRPr b="0" lang="en-GB" sz="1800" spc="-1" strike="noStrike">
              <a:latin typeface="Arial"/>
            </a:endParaRPr>
          </a:p>
          <a:p>
            <a:pPr marL="343080" indent="-343080">
              <a:lnSpc>
                <a:spcPct val="200000"/>
              </a:lnSpc>
              <a:buClr>
                <a:srgbClr val="ffffff"/>
              </a:buClr>
              <a:buFont typeface="StarSymbol"/>
              <a:buAutoNum type="arabicPeriod"/>
            </a:pPr>
            <a:r>
              <a:rPr b="0" lang="en-US" sz="1800" spc="-1" strike="noStrike">
                <a:solidFill>
                  <a:srgbClr val="ffffff"/>
                </a:solidFill>
                <a:latin typeface="Calibri"/>
              </a:rPr>
              <a:t>Wait until data is sent.</a:t>
            </a:r>
            <a:endParaRPr b="0" lang="en-GB" sz="1800" spc="-1" strike="noStrike">
              <a:latin typeface="Arial"/>
            </a:endParaRPr>
          </a:p>
          <a:p>
            <a:pPr marL="343080" indent="-343080">
              <a:lnSpc>
                <a:spcPct val="200000"/>
              </a:lnSpc>
              <a:buClr>
                <a:srgbClr val="ffffff"/>
              </a:buClr>
              <a:buFont typeface="StarSymbol"/>
              <a:buAutoNum type="arabicPeriod"/>
            </a:pPr>
            <a:r>
              <a:rPr b="0" lang="en-US" sz="1800" spc="-1" strike="noStrike">
                <a:solidFill>
                  <a:srgbClr val="ffffff"/>
                </a:solidFill>
                <a:latin typeface="Calibri"/>
              </a:rPr>
              <a:t>Send the stop condition (TWI0.MCTRLB)</a:t>
            </a:r>
            <a:endParaRPr b="0" lang="en-GB" sz="1800" spc="-1" strike="noStrike">
              <a:latin typeface="Arial"/>
            </a:endParaRPr>
          </a:p>
        </p:txBody>
      </p:sp>
      <p:pic>
        <p:nvPicPr>
          <p:cNvPr id="662" name="" descr=""/>
          <p:cNvPicPr/>
          <p:nvPr/>
        </p:nvPicPr>
        <p:blipFill>
          <a:blip r:embed="rId3">
            <a:alphaModFix amt="0"/>
          </a:blip>
          <a:stretch/>
        </p:blipFill>
        <p:spPr>
          <a:xfrm>
            <a:off x="4055040" y="2520000"/>
            <a:ext cx="7824960" cy="2888280"/>
          </a:xfrm>
          <a:prstGeom prst="rect">
            <a:avLst/>
          </a:prstGeom>
          <a:ln w="0">
            <a:noFill/>
          </a:ln>
        </p:spPr>
      </p:pic>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66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661">
                                            <p:txEl>
                                              <p:pRg st="1" end="1"/>
                                            </p:txEl>
                                          </p:spTgt>
                                        </p:tgtEl>
                                        <p:attrNameLst>
                                          <p:attrName>style.visibility</p:attrName>
                                        </p:attrNameLst>
                                      </p:cBhvr>
                                      <p:to>
                                        <p:strVal val="visible"/>
                                      </p:to>
                                    </p:set>
                                  </p:childTnLst>
                                </p:cTn>
                              </p:par>
                              <p:par>
                                <p:cTn id="39" nodeType="withEffect" fill="hold" presetClass="emph" presetID="20">
                                  <p:stCondLst>
                                    <p:cond delay="0"/>
                                  </p:stCondLst>
                                  <p:childTnLst>
                                    <p:set>
                                      <p:cBhvr>
                                        <p:cTn id="40" dur="500" autoRev="1" fill="hold"/>
                                        <p:tgtEl>
                                          <p:spTgt spid="661">
                                            <p:txEl>
                                              <p:pRg st="0" end="0"/>
                                            </p:txEl>
                                          </p:spTgt>
                                        </p:tgtEl>
                                        <p:attrNameLst>
                                          <p:attrName>style.color</p:attrName>
                                        </p:attrNameLst>
                                      </p:cBhvr>
                                      <p:to>
                                        <p:strVal val="rgb(-78,-78,-78)"/>
                                      </p:to>
                                    </p:set>
                                    <p:set>
                                      <p:cBhvr>
                                        <p:cTn id="41" dur="500" autoRev="1" fill="hold"/>
                                        <p:tgtEl>
                                          <p:spTgt spid="661">
                                            <p:txEl>
                                              <p:pRg st="0" end="0"/>
                                            </p:txEl>
                                          </p:spTgt>
                                        </p:tgtEl>
                                        <p:attrNameLst>
                                          <p:attrName>fillcolor</p:attrName>
                                        </p:attrNameLst>
                                      </p:cBhvr>
                                      <p:to>
                                        <p:strVal val="rgb(-78,-78,-78)"/>
                                      </p:to>
                                    </p:set>
                                    <p:set>
                                      <p:cBhvr>
                                        <p:cTn id="42" dur="500" autoRev="1" fill="hold"/>
                                        <p:tgtEl>
                                          <p:spTgt spid="661">
                                            <p:txEl>
                                              <p:pRg st="0" end="0"/>
                                            </p:txEl>
                                          </p:spTgt>
                                        </p:tgtEl>
                                        <p:attrNameLst>
                                          <p:attrName>fill.type</p:attrName>
                                        </p:attrNameLst>
                                      </p:cBhvr>
                                      <p:to>
                                        <p:strVal val="solid"/>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661">
                                            <p:txEl>
                                              <p:pRg st="2" end="2"/>
                                            </p:txEl>
                                          </p:spTgt>
                                        </p:tgtEl>
                                        <p:attrNameLst>
                                          <p:attrName>style.visibility</p:attrName>
                                        </p:attrNameLst>
                                      </p:cBhvr>
                                      <p:to>
                                        <p:strVal val="visible"/>
                                      </p:to>
                                    </p:set>
                                  </p:childTnLst>
                                </p:cTn>
                              </p:par>
                              <p:par>
                                <p:cTn id="47" nodeType="withEffect" fill="hold" presetClass="emph" presetID="20">
                                  <p:stCondLst>
                                    <p:cond delay="0"/>
                                  </p:stCondLst>
                                  <p:childTnLst>
                                    <p:set>
                                      <p:cBhvr>
                                        <p:cTn id="48" dur="500" autoRev="1" fill="hold"/>
                                        <p:tgtEl>
                                          <p:spTgt spid="661">
                                            <p:txEl>
                                              <p:pRg st="1" end="1"/>
                                            </p:txEl>
                                          </p:spTgt>
                                        </p:tgtEl>
                                        <p:attrNameLst>
                                          <p:attrName>style.color</p:attrName>
                                        </p:attrNameLst>
                                      </p:cBhvr>
                                      <p:to>
                                        <p:strVal val="rgb(-78,-78,-78)"/>
                                      </p:to>
                                    </p:set>
                                    <p:set>
                                      <p:cBhvr>
                                        <p:cTn id="49" dur="500" autoRev="1" fill="hold"/>
                                        <p:tgtEl>
                                          <p:spTgt spid="661">
                                            <p:txEl>
                                              <p:pRg st="1" end="1"/>
                                            </p:txEl>
                                          </p:spTgt>
                                        </p:tgtEl>
                                        <p:attrNameLst>
                                          <p:attrName>fillcolor</p:attrName>
                                        </p:attrNameLst>
                                      </p:cBhvr>
                                      <p:to>
                                        <p:strVal val="rgb(-78,-78,-78)"/>
                                      </p:to>
                                    </p:set>
                                    <p:set>
                                      <p:cBhvr>
                                        <p:cTn id="50" dur="500" autoRev="1" fill="hold"/>
                                        <p:tgtEl>
                                          <p:spTgt spid="661">
                                            <p:txEl>
                                              <p:pRg st="1" end="1"/>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661">
                                            <p:txEl>
                                              <p:pRg st="3" end="3"/>
                                            </p:txEl>
                                          </p:spTgt>
                                        </p:tgtEl>
                                        <p:attrNameLst>
                                          <p:attrName>style.visibility</p:attrName>
                                        </p:attrNameLst>
                                      </p:cBhvr>
                                      <p:to>
                                        <p:strVal val="visible"/>
                                      </p:to>
                                    </p:set>
                                  </p:childTnLst>
                                </p:cTn>
                              </p:par>
                              <p:par>
                                <p:cTn id="55" nodeType="withEffect" fill="hold" presetClass="emph" presetID="20">
                                  <p:stCondLst>
                                    <p:cond delay="0"/>
                                  </p:stCondLst>
                                  <p:childTnLst>
                                    <p:set>
                                      <p:cBhvr>
                                        <p:cTn id="56" dur="500" autoRev="1" fill="hold"/>
                                        <p:tgtEl>
                                          <p:spTgt spid="661">
                                            <p:txEl>
                                              <p:pRg st="2" end="2"/>
                                            </p:txEl>
                                          </p:spTgt>
                                        </p:tgtEl>
                                        <p:attrNameLst>
                                          <p:attrName>style.color</p:attrName>
                                        </p:attrNameLst>
                                      </p:cBhvr>
                                      <p:to>
                                        <p:strVal val="rgb(-78,-78,-78)"/>
                                      </p:to>
                                    </p:set>
                                    <p:set>
                                      <p:cBhvr>
                                        <p:cTn id="57" dur="500" autoRev="1" fill="hold"/>
                                        <p:tgtEl>
                                          <p:spTgt spid="661">
                                            <p:txEl>
                                              <p:pRg st="2" end="2"/>
                                            </p:txEl>
                                          </p:spTgt>
                                        </p:tgtEl>
                                        <p:attrNameLst>
                                          <p:attrName>fillcolor</p:attrName>
                                        </p:attrNameLst>
                                      </p:cBhvr>
                                      <p:to>
                                        <p:strVal val="rgb(-78,-78,-78)"/>
                                      </p:to>
                                    </p:set>
                                    <p:set>
                                      <p:cBhvr>
                                        <p:cTn id="58" dur="500" autoRev="1" fill="hold"/>
                                        <p:tgtEl>
                                          <p:spTgt spid="661">
                                            <p:txEl>
                                              <p:pRg st="2" end="2"/>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 Final remarks</a:t>
            </a:r>
            <a:endParaRPr b="0" lang="en-US" sz="4400" spc="-1" strike="noStrike">
              <a:solidFill>
                <a:srgbClr val="ffffff"/>
              </a:solidFill>
              <a:latin typeface="Calibri"/>
            </a:endParaRPr>
          </a:p>
        </p:txBody>
      </p:sp>
      <p:grpSp>
        <p:nvGrpSpPr>
          <p:cNvPr id="664" name="Gruppe 4"/>
          <p:cNvGrpSpPr/>
          <p:nvPr/>
        </p:nvGrpSpPr>
        <p:grpSpPr>
          <a:xfrm>
            <a:off x="9968760" y="555120"/>
            <a:ext cx="1889640" cy="945360"/>
            <a:chOff x="9968760" y="555120"/>
            <a:chExt cx="1889640" cy="945360"/>
          </a:xfrm>
        </p:grpSpPr>
        <p:pic>
          <p:nvPicPr>
            <p:cNvPr id="665" name="Grafikk 5" descr="Prosessor kontur"/>
            <p:cNvPicPr/>
            <p:nvPr/>
          </p:nvPicPr>
          <p:blipFill>
            <a:blip r:embed="rId1">
              <a:alphaModFix amt="0"/>
            </a:blip>
            <a:stretch/>
          </p:blipFill>
          <p:spPr>
            <a:xfrm>
              <a:off x="9968760" y="558720"/>
              <a:ext cx="941760" cy="941760"/>
            </a:xfrm>
            <a:prstGeom prst="rect">
              <a:avLst/>
            </a:prstGeom>
            <a:ln w="0">
              <a:noFill/>
            </a:ln>
          </p:spPr>
        </p:pic>
        <p:pic>
          <p:nvPicPr>
            <p:cNvPr id="666" name="Grafikk 6" descr="Prosessor kontur"/>
            <p:cNvPicPr/>
            <p:nvPr/>
          </p:nvPicPr>
          <p:blipFill>
            <a:blip r:embed="rId2">
              <a:alphaModFix amt="0"/>
            </a:blip>
            <a:stretch/>
          </p:blipFill>
          <p:spPr>
            <a:xfrm>
              <a:off x="10916640" y="555120"/>
              <a:ext cx="941760" cy="941760"/>
            </a:xfrm>
            <a:prstGeom prst="rect">
              <a:avLst/>
            </a:prstGeom>
            <a:ln w="0">
              <a:noFill/>
            </a:ln>
          </p:spPr>
        </p:pic>
        <p:cxnSp>
          <p:nvCxnSpPr>
            <p:cNvPr id="667" name="Rett pil 7"/>
            <p:cNvCxnSpPr/>
            <p:nvPr/>
          </p:nvCxnSpPr>
          <p:spPr>
            <a:xfrm>
              <a:off x="10787760" y="831600"/>
              <a:ext cx="293400" cy="360"/>
            </a:xfrm>
            <a:prstGeom prst="straightConnector1">
              <a:avLst/>
            </a:prstGeom>
            <a:ln w="19080">
              <a:solidFill>
                <a:srgbClr val="ffffff"/>
              </a:solidFill>
              <a:miter/>
              <a:tailEnd len="med" type="triangle" w="med"/>
            </a:ln>
          </p:spPr>
        </p:cxnSp>
        <p:cxnSp>
          <p:nvCxnSpPr>
            <p:cNvPr id="668" name="Rett pil 8"/>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669" name="Rett pil 9"/>
            <p:cNvCxnSpPr/>
            <p:nvPr/>
          </p:nvCxnSpPr>
          <p:spPr>
            <a:xfrm>
              <a:off x="10786680" y="989640"/>
              <a:ext cx="294480" cy="360"/>
            </a:xfrm>
            <a:prstGeom prst="straightConnector1">
              <a:avLst/>
            </a:prstGeom>
            <a:ln w="19080">
              <a:solidFill>
                <a:srgbClr val="ffffff"/>
              </a:solidFill>
              <a:miter/>
              <a:tailEnd len="med" type="triangle" w="med"/>
            </a:ln>
          </p:spPr>
        </p:cxnSp>
        <p:cxnSp>
          <p:nvCxnSpPr>
            <p:cNvPr id="670" name="Rett pil 10"/>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671" name="TekstSylinder 12"/>
          <p:cNvSpPr/>
          <p:nvPr/>
        </p:nvSpPr>
        <p:spPr>
          <a:xfrm>
            <a:off x="2520000" y="3244320"/>
            <a:ext cx="7430040" cy="19180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i="1" lang="en-US" sz="4000" spc="-1" strike="noStrike">
                <a:solidFill>
                  <a:srgbClr val="ffffff"/>
                </a:solidFill>
                <a:latin typeface="Calibri"/>
              </a:rPr>
              <a:t>I2C is one of the simplest protocols out there, it is ubiquitous</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u="sng">
                <a:solidFill>
                  <a:srgbClr val="ffffff"/>
                </a:solidFill>
                <a:uFillTx/>
                <a:latin typeface="Calibri Light"/>
              </a:rPr>
              <a:t>I2C </a:t>
            </a:r>
            <a:endParaRPr b="0" lang="en-US" sz="4400" spc="-1" strike="noStrike">
              <a:solidFill>
                <a:srgbClr val="ffffff"/>
              </a:solidFill>
              <a:latin typeface="Calibri"/>
            </a:endParaRPr>
          </a:p>
        </p:txBody>
      </p:sp>
      <p:grpSp>
        <p:nvGrpSpPr>
          <p:cNvPr id="673" name="Gruppe 4"/>
          <p:cNvGrpSpPr/>
          <p:nvPr/>
        </p:nvGrpSpPr>
        <p:grpSpPr>
          <a:xfrm>
            <a:off x="9968760" y="555120"/>
            <a:ext cx="1889640" cy="945360"/>
            <a:chOff x="9968760" y="555120"/>
            <a:chExt cx="1889640" cy="945360"/>
          </a:xfrm>
        </p:grpSpPr>
        <p:pic>
          <p:nvPicPr>
            <p:cNvPr id="674" name="Grafikk 5" descr="Prosessor kontur"/>
            <p:cNvPicPr/>
            <p:nvPr/>
          </p:nvPicPr>
          <p:blipFill>
            <a:blip r:embed="rId1">
              <a:alphaModFix amt="0"/>
            </a:blip>
            <a:stretch/>
          </p:blipFill>
          <p:spPr>
            <a:xfrm>
              <a:off x="9968760" y="558720"/>
              <a:ext cx="941760" cy="941760"/>
            </a:xfrm>
            <a:prstGeom prst="rect">
              <a:avLst/>
            </a:prstGeom>
            <a:ln w="0">
              <a:noFill/>
            </a:ln>
          </p:spPr>
        </p:pic>
        <p:pic>
          <p:nvPicPr>
            <p:cNvPr id="675" name="Grafikk 6" descr="Prosessor kontur"/>
            <p:cNvPicPr/>
            <p:nvPr/>
          </p:nvPicPr>
          <p:blipFill>
            <a:blip r:embed="rId2">
              <a:alphaModFix amt="0"/>
            </a:blip>
            <a:stretch/>
          </p:blipFill>
          <p:spPr>
            <a:xfrm>
              <a:off x="10916640" y="555120"/>
              <a:ext cx="941760" cy="941760"/>
            </a:xfrm>
            <a:prstGeom prst="rect">
              <a:avLst/>
            </a:prstGeom>
            <a:ln w="0">
              <a:noFill/>
            </a:ln>
          </p:spPr>
        </p:pic>
        <p:cxnSp>
          <p:nvCxnSpPr>
            <p:cNvPr id="676" name="Rett pil 7"/>
            <p:cNvCxnSpPr/>
            <p:nvPr/>
          </p:nvCxnSpPr>
          <p:spPr>
            <a:xfrm>
              <a:off x="10787760" y="831600"/>
              <a:ext cx="293400" cy="360"/>
            </a:xfrm>
            <a:prstGeom prst="straightConnector1">
              <a:avLst/>
            </a:prstGeom>
            <a:ln w="19080">
              <a:solidFill>
                <a:srgbClr val="ffffff"/>
              </a:solidFill>
              <a:miter/>
              <a:tailEnd len="med" type="triangle" w="med"/>
            </a:ln>
          </p:spPr>
        </p:cxnSp>
        <p:cxnSp>
          <p:nvCxnSpPr>
            <p:cNvPr id="677" name="Rett pil 8"/>
            <p:cNvCxnSpPr/>
            <p:nvPr/>
          </p:nvCxnSpPr>
          <p:spPr>
            <a:xfrm flipH="1">
              <a:off x="10774440" y="909360"/>
              <a:ext cx="267840" cy="360"/>
            </a:xfrm>
            <a:prstGeom prst="straightConnector1">
              <a:avLst/>
            </a:prstGeom>
            <a:ln w="19080">
              <a:solidFill>
                <a:srgbClr val="ffffff"/>
              </a:solidFill>
              <a:miter/>
              <a:tailEnd len="med" type="triangle" w="med"/>
            </a:ln>
          </p:spPr>
        </p:cxnSp>
        <p:cxnSp>
          <p:nvCxnSpPr>
            <p:cNvPr id="678" name="Rett pil 9"/>
            <p:cNvCxnSpPr/>
            <p:nvPr/>
          </p:nvCxnSpPr>
          <p:spPr>
            <a:xfrm>
              <a:off x="10786680" y="989640"/>
              <a:ext cx="294480" cy="360"/>
            </a:xfrm>
            <a:prstGeom prst="straightConnector1">
              <a:avLst/>
            </a:prstGeom>
            <a:ln w="19080">
              <a:solidFill>
                <a:srgbClr val="ffffff"/>
              </a:solidFill>
              <a:miter/>
              <a:tailEnd len="med" type="triangle" w="med"/>
            </a:ln>
          </p:spPr>
        </p:cxnSp>
        <p:cxnSp>
          <p:nvCxnSpPr>
            <p:cNvPr id="679" name="Rett pil 10"/>
            <p:cNvCxnSpPr/>
            <p:nvPr/>
          </p:nvCxnSpPr>
          <p:spPr>
            <a:xfrm>
              <a:off x="10785960" y="1068480"/>
              <a:ext cx="295200" cy="360"/>
            </a:xfrm>
            <a:prstGeom prst="straightConnector1">
              <a:avLst/>
            </a:prstGeom>
            <a:ln w="19080">
              <a:solidFill>
                <a:srgbClr val="ffffff"/>
              </a:solidFill>
              <a:miter/>
              <a:tailEnd len="med" type="triangle" w="med"/>
            </a:ln>
          </p:spPr>
        </p:cxnSp>
      </p:grpSp>
      <p:sp>
        <p:nvSpPr>
          <p:cNvPr id="680" name="TekstSylinder 12"/>
          <p:cNvSpPr/>
          <p:nvPr/>
        </p:nvSpPr>
        <p:spPr>
          <a:xfrm>
            <a:off x="3009960" y="3244320"/>
            <a:ext cx="6171840" cy="699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i="1" lang="en-US" sz="4000" spc="-1" strike="noStrike">
                <a:solidFill>
                  <a:srgbClr val="ffffff"/>
                </a:solidFill>
                <a:latin typeface="Calibri"/>
              </a:rPr>
              <a:t>Questions?</a:t>
            </a:r>
            <a:endParaRPr b="0" lang="en-GB" sz="40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TekstSylinder 1026"/>
          <p:cNvSpPr/>
          <p:nvPr/>
        </p:nvSpPr>
        <p:spPr>
          <a:xfrm>
            <a:off x="1998360" y="4026960"/>
            <a:ext cx="826200" cy="638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ffffff"/>
                </a:solidFill>
                <a:latin typeface="Calibri"/>
              </a:rPr>
              <a:t>Task 1</a:t>
            </a:r>
            <a:endParaRPr b="0" lang="en-GB" sz="1800" spc="-1" strike="noStrike">
              <a:latin typeface="Arial"/>
            </a:endParaRPr>
          </a:p>
        </p:txBody>
      </p:sp>
      <p:sp>
        <p:nvSpPr>
          <p:cNvPr id="682" name="TekstSylinder 1029"/>
          <p:cNvSpPr/>
          <p:nvPr/>
        </p:nvSpPr>
        <p:spPr>
          <a:xfrm>
            <a:off x="8272800" y="3994200"/>
            <a:ext cx="826200" cy="638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ffffff"/>
                </a:solidFill>
                <a:latin typeface="Calibri"/>
              </a:rPr>
              <a:t>Task 2</a:t>
            </a:r>
            <a:endParaRPr b="0" lang="en-GB" sz="1800" spc="-1" strike="noStrike">
              <a:latin typeface="Arial"/>
            </a:endParaRPr>
          </a:p>
        </p:txBody>
      </p:sp>
      <p:pic>
        <p:nvPicPr>
          <p:cNvPr id="683" name="Grafikk 2" descr="Avmerking kontur"/>
          <p:cNvPicPr/>
          <p:nvPr/>
        </p:nvPicPr>
        <p:blipFill>
          <a:blip r:embed="rId1">
            <a:alphaModFix amt="0"/>
          </a:blip>
          <a:stretch/>
        </p:blipFill>
        <p:spPr>
          <a:xfrm>
            <a:off x="1954440" y="4512600"/>
            <a:ext cx="914040" cy="914040"/>
          </a:xfrm>
          <a:prstGeom prst="rect">
            <a:avLst/>
          </a:prstGeom>
          <a:ln w="0">
            <a:noFill/>
          </a:ln>
        </p:spPr>
      </p:pic>
      <p:pic>
        <p:nvPicPr>
          <p:cNvPr id="684" name="Grafikk 10" descr="Avmerking kontur"/>
          <p:cNvPicPr/>
          <p:nvPr/>
        </p:nvPicPr>
        <p:blipFill>
          <a:blip r:embed="rId2">
            <a:alphaModFix amt="0"/>
          </a:blip>
          <a:stretch/>
        </p:blipFill>
        <p:spPr>
          <a:xfrm>
            <a:off x="8228880" y="4512600"/>
            <a:ext cx="914040" cy="914040"/>
          </a:xfrm>
          <a:prstGeom prst="rect">
            <a:avLst/>
          </a:prstGeom>
          <a:ln w="0">
            <a:noFill/>
          </a:ln>
        </p:spPr>
      </p:pic>
      <p:sp>
        <p:nvSpPr>
          <p:cNvPr id="685" name="TekstSylinder 8"/>
          <p:cNvSpPr/>
          <p:nvPr/>
        </p:nvSpPr>
        <p:spPr>
          <a:xfrm>
            <a:off x="817920" y="2996280"/>
            <a:ext cx="192384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I2C</a:t>
            </a:r>
            <a:endParaRPr b="0" lang="en-GB" sz="1800" spc="-1" strike="noStrike">
              <a:latin typeface="Arial"/>
            </a:endParaRPr>
          </a:p>
        </p:txBody>
      </p:sp>
      <p:sp>
        <p:nvSpPr>
          <p:cNvPr id="686" name="TekstSylinder 22"/>
          <p:cNvSpPr/>
          <p:nvPr/>
        </p:nvSpPr>
        <p:spPr>
          <a:xfrm>
            <a:off x="8168040" y="2985480"/>
            <a:ext cx="191880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Sensor</a:t>
            </a:r>
            <a:endParaRPr b="0" lang="en-GB" sz="1800" spc="-1" strike="noStrike">
              <a:latin typeface="Arial"/>
            </a:endParaRPr>
          </a:p>
        </p:txBody>
      </p:sp>
      <p:sp>
        <p:nvSpPr>
          <p:cNvPr id="687" name="TekstSylinder 23"/>
          <p:cNvSpPr/>
          <p:nvPr/>
        </p:nvSpPr>
        <p:spPr>
          <a:xfrm>
            <a:off x="10437480" y="2996280"/>
            <a:ext cx="108432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OLED</a:t>
            </a:r>
            <a:endParaRPr b="0" lang="en-GB" sz="1800" spc="-1" strike="noStrike">
              <a:latin typeface="Arial"/>
            </a:endParaRPr>
          </a:p>
        </p:txBody>
      </p:sp>
      <p:sp>
        <p:nvSpPr>
          <p:cNvPr id="688" name="Venstre klammeparentes 1"/>
          <p:cNvSpPr/>
          <p:nvPr/>
        </p:nvSpPr>
        <p:spPr>
          <a:xfrm rot="16200000">
            <a:off x="2340720" y="2326680"/>
            <a:ext cx="243720" cy="2924280"/>
          </a:xfrm>
          <a:prstGeom prst="leftBrace">
            <a:avLst>
              <a:gd name="adj1" fmla="val 8333"/>
              <a:gd name="adj2" fmla="val 51626"/>
            </a:avLst>
          </a:prstGeom>
          <a:noFill/>
          <a:ln w="15840">
            <a:solidFill>
              <a:srgbClr val="ffffff"/>
            </a:solidFill>
            <a:miter/>
          </a:ln>
        </p:spPr>
        <p:style>
          <a:lnRef idx="0"/>
          <a:fillRef idx="0"/>
          <a:effectRef idx="0"/>
          <a:fontRef idx="minor"/>
        </p:style>
      </p:sp>
      <p:sp>
        <p:nvSpPr>
          <p:cNvPr id="689" name="Venstre klammeparentes 2"/>
          <p:cNvSpPr/>
          <p:nvPr/>
        </p:nvSpPr>
        <p:spPr>
          <a:xfrm rot="16200000">
            <a:off x="8440920" y="885240"/>
            <a:ext cx="243720" cy="5746320"/>
          </a:xfrm>
          <a:prstGeom prst="leftBrace">
            <a:avLst>
              <a:gd name="adj1" fmla="val 8333"/>
              <a:gd name="adj2" fmla="val 51626"/>
            </a:avLst>
          </a:prstGeom>
          <a:noFill/>
          <a:ln w="15840">
            <a:solidFill>
              <a:srgbClr val="ffffff"/>
            </a:solidFill>
            <a:miter/>
          </a:ln>
        </p:spPr>
        <p:style>
          <a:lnRef idx="0"/>
          <a:fillRef idx="0"/>
          <a:effectRef idx="0"/>
          <a:fontRef idx="minor"/>
        </p:style>
      </p:sp>
      <p:sp>
        <p:nvSpPr>
          <p:cNvPr id="690" name="TekstSylinder 25"/>
          <p:cNvSpPr/>
          <p:nvPr/>
        </p:nvSpPr>
        <p:spPr>
          <a:xfrm>
            <a:off x="1998720" y="4026960"/>
            <a:ext cx="826200" cy="638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ffffff"/>
                </a:solidFill>
                <a:latin typeface="Calibri"/>
              </a:rPr>
              <a:t>Task 1</a:t>
            </a:r>
            <a:endParaRPr b="0" lang="en-GB" sz="1800" spc="-1" strike="noStrike">
              <a:latin typeface="Arial"/>
            </a:endParaRPr>
          </a:p>
        </p:txBody>
      </p:sp>
      <p:sp>
        <p:nvSpPr>
          <p:cNvPr id="691" name="TekstSylinder 26"/>
          <p:cNvSpPr/>
          <p:nvPr/>
        </p:nvSpPr>
        <p:spPr>
          <a:xfrm>
            <a:off x="8273160" y="3994200"/>
            <a:ext cx="826200" cy="6382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a:solidFill>
                  <a:srgbClr val="ffffff"/>
                </a:solidFill>
                <a:latin typeface="Calibri"/>
              </a:rPr>
              <a:t>Task 2</a:t>
            </a:r>
            <a:endParaRPr b="0" lang="en-GB" sz="1800" spc="-1" strike="noStrike">
              <a:latin typeface="Arial"/>
            </a:endParaRPr>
          </a:p>
        </p:txBody>
      </p:sp>
      <p:pic>
        <p:nvPicPr>
          <p:cNvPr id="692" name="Grafikk 4" descr="Skjerm kontur"/>
          <p:cNvPicPr/>
          <p:nvPr/>
        </p:nvPicPr>
        <p:blipFill>
          <a:blip r:embed="rId3">
            <a:alphaModFix amt="0"/>
          </a:blip>
          <a:stretch/>
        </p:blipFill>
        <p:spPr>
          <a:xfrm>
            <a:off x="10504440" y="2125800"/>
            <a:ext cx="914040" cy="914040"/>
          </a:xfrm>
          <a:prstGeom prst="rect">
            <a:avLst/>
          </a:prstGeom>
          <a:ln w="0">
            <a:noFill/>
          </a:ln>
        </p:spPr>
      </p:pic>
      <p:sp>
        <p:nvSpPr>
          <p:cNvPr id="693" name="TekstSylinder 27"/>
          <p:cNvSpPr/>
          <p:nvPr/>
        </p:nvSpPr>
        <p:spPr>
          <a:xfrm>
            <a:off x="2894760" y="2996280"/>
            <a:ext cx="108432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Sensor</a:t>
            </a:r>
            <a:endParaRPr b="0" lang="en-GB" sz="1800" spc="-1" strike="noStrike">
              <a:latin typeface="Arial"/>
            </a:endParaRPr>
          </a:p>
        </p:txBody>
      </p:sp>
      <p:grpSp>
        <p:nvGrpSpPr>
          <p:cNvPr id="694" name="Gruppe 8"/>
          <p:cNvGrpSpPr/>
          <p:nvPr/>
        </p:nvGrpSpPr>
        <p:grpSpPr>
          <a:xfrm>
            <a:off x="865440" y="2134080"/>
            <a:ext cx="1889640" cy="945360"/>
            <a:chOff x="865440" y="2134080"/>
            <a:chExt cx="1889640" cy="945360"/>
          </a:xfrm>
        </p:grpSpPr>
        <p:pic>
          <p:nvPicPr>
            <p:cNvPr id="695" name="Grafikk 20" descr="Prosessor kontur"/>
            <p:cNvPicPr/>
            <p:nvPr/>
          </p:nvPicPr>
          <p:blipFill>
            <a:blip r:embed="rId4">
              <a:alphaModFix amt="0"/>
            </a:blip>
            <a:stretch/>
          </p:blipFill>
          <p:spPr>
            <a:xfrm>
              <a:off x="865440" y="2137680"/>
              <a:ext cx="941760" cy="941760"/>
            </a:xfrm>
            <a:prstGeom prst="rect">
              <a:avLst/>
            </a:prstGeom>
            <a:ln w="0">
              <a:noFill/>
            </a:ln>
          </p:spPr>
        </p:pic>
        <p:pic>
          <p:nvPicPr>
            <p:cNvPr id="696" name="Grafikk 21" descr="Prosessor kontur"/>
            <p:cNvPicPr/>
            <p:nvPr/>
          </p:nvPicPr>
          <p:blipFill>
            <a:blip r:embed="rId5">
              <a:alphaModFix amt="0"/>
            </a:blip>
            <a:stretch/>
          </p:blipFill>
          <p:spPr>
            <a:xfrm>
              <a:off x="1813320" y="2134080"/>
              <a:ext cx="941760" cy="941760"/>
            </a:xfrm>
            <a:prstGeom prst="rect">
              <a:avLst/>
            </a:prstGeom>
            <a:ln w="0">
              <a:noFill/>
            </a:ln>
          </p:spPr>
        </p:pic>
        <p:cxnSp>
          <p:nvCxnSpPr>
            <p:cNvPr id="697" name="Rett pil 35"/>
            <p:cNvCxnSpPr/>
            <p:nvPr/>
          </p:nvCxnSpPr>
          <p:spPr>
            <a:xfrm>
              <a:off x="1684080" y="2410920"/>
              <a:ext cx="293400" cy="360"/>
            </a:xfrm>
            <a:prstGeom prst="straightConnector1">
              <a:avLst/>
            </a:prstGeom>
            <a:ln w="19080">
              <a:solidFill>
                <a:srgbClr val="ffffff"/>
              </a:solidFill>
              <a:miter/>
              <a:tailEnd len="med" type="triangle" w="med"/>
            </a:ln>
          </p:spPr>
        </p:cxnSp>
        <p:cxnSp>
          <p:nvCxnSpPr>
            <p:cNvPr id="698" name="Rett pil 36"/>
            <p:cNvCxnSpPr/>
            <p:nvPr/>
          </p:nvCxnSpPr>
          <p:spPr>
            <a:xfrm flipH="1">
              <a:off x="1671120" y="2488320"/>
              <a:ext cx="267840" cy="360"/>
            </a:xfrm>
            <a:prstGeom prst="straightConnector1">
              <a:avLst/>
            </a:prstGeom>
            <a:ln w="19080">
              <a:solidFill>
                <a:srgbClr val="ffffff"/>
              </a:solidFill>
              <a:miter/>
              <a:tailEnd len="med" type="triangle" w="med"/>
            </a:ln>
          </p:spPr>
        </p:cxnSp>
        <p:cxnSp>
          <p:nvCxnSpPr>
            <p:cNvPr id="699" name="Rett pil 37"/>
            <p:cNvCxnSpPr/>
            <p:nvPr/>
          </p:nvCxnSpPr>
          <p:spPr>
            <a:xfrm>
              <a:off x="1683360" y="2568960"/>
              <a:ext cx="294120" cy="360"/>
            </a:xfrm>
            <a:prstGeom prst="straightConnector1">
              <a:avLst/>
            </a:prstGeom>
            <a:ln w="19080">
              <a:solidFill>
                <a:srgbClr val="ffffff"/>
              </a:solidFill>
              <a:miter/>
              <a:tailEnd len="med" type="triangle" w="med"/>
            </a:ln>
          </p:spPr>
        </p:cxnSp>
        <p:cxnSp>
          <p:nvCxnSpPr>
            <p:cNvPr id="700" name="Rett pil 38"/>
            <p:cNvCxnSpPr/>
            <p:nvPr/>
          </p:nvCxnSpPr>
          <p:spPr>
            <a:xfrm>
              <a:off x="1682280" y="2647440"/>
              <a:ext cx="295200" cy="360"/>
            </a:xfrm>
            <a:prstGeom prst="straightConnector1">
              <a:avLst/>
            </a:prstGeom>
            <a:ln w="19080">
              <a:solidFill>
                <a:srgbClr val="ffffff"/>
              </a:solidFill>
              <a:miter/>
              <a:tailEnd len="med" type="triangle" w="med"/>
            </a:ln>
          </p:spPr>
        </p:cxnSp>
      </p:grpSp>
      <p:sp>
        <p:nvSpPr>
          <p:cNvPr id="701" name="TekstSylinder 28"/>
          <p:cNvSpPr/>
          <p:nvPr/>
        </p:nvSpPr>
        <p:spPr>
          <a:xfrm>
            <a:off x="5909040" y="2968560"/>
            <a:ext cx="1923840" cy="364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1800" spc="-1" strike="noStrike" u="sng">
                <a:solidFill>
                  <a:srgbClr val="ffffff"/>
                </a:solidFill>
                <a:uFillTx/>
                <a:latin typeface="Calibri"/>
              </a:rPr>
              <a:t>I2C</a:t>
            </a:r>
            <a:endParaRPr b="0" lang="en-GB" sz="1800" spc="-1" strike="noStrike">
              <a:latin typeface="Arial"/>
            </a:endParaRPr>
          </a:p>
        </p:txBody>
      </p:sp>
      <p:grpSp>
        <p:nvGrpSpPr>
          <p:cNvPr id="702" name="Gruppe 9"/>
          <p:cNvGrpSpPr/>
          <p:nvPr/>
        </p:nvGrpSpPr>
        <p:grpSpPr>
          <a:xfrm>
            <a:off x="5956560" y="2106360"/>
            <a:ext cx="1889640" cy="945360"/>
            <a:chOff x="5956560" y="2106360"/>
            <a:chExt cx="1889640" cy="945360"/>
          </a:xfrm>
        </p:grpSpPr>
        <p:pic>
          <p:nvPicPr>
            <p:cNvPr id="703" name="Grafikk 22" descr="Prosessor kontur"/>
            <p:cNvPicPr/>
            <p:nvPr/>
          </p:nvPicPr>
          <p:blipFill>
            <a:blip r:embed="rId6">
              <a:alphaModFix amt="0"/>
            </a:blip>
            <a:stretch/>
          </p:blipFill>
          <p:spPr>
            <a:xfrm>
              <a:off x="5956560" y="2109960"/>
              <a:ext cx="941760" cy="941760"/>
            </a:xfrm>
            <a:prstGeom prst="rect">
              <a:avLst/>
            </a:prstGeom>
            <a:ln w="0">
              <a:noFill/>
            </a:ln>
          </p:spPr>
        </p:pic>
        <p:pic>
          <p:nvPicPr>
            <p:cNvPr id="704" name="Grafikk 23" descr="Prosessor kontur"/>
            <p:cNvPicPr/>
            <p:nvPr/>
          </p:nvPicPr>
          <p:blipFill>
            <a:blip r:embed="rId7">
              <a:alphaModFix amt="0"/>
            </a:blip>
            <a:stretch/>
          </p:blipFill>
          <p:spPr>
            <a:xfrm>
              <a:off x="6904440" y="2106360"/>
              <a:ext cx="941760" cy="941760"/>
            </a:xfrm>
            <a:prstGeom prst="rect">
              <a:avLst/>
            </a:prstGeom>
            <a:ln w="0">
              <a:noFill/>
            </a:ln>
          </p:spPr>
        </p:pic>
        <p:cxnSp>
          <p:nvCxnSpPr>
            <p:cNvPr id="705" name="Rett pil 39"/>
            <p:cNvCxnSpPr/>
            <p:nvPr/>
          </p:nvCxnSpPr>
          <p:spPr>
            <a:xfrm>
              <a:off x="6775200" y="2383200"/>
              <a:ext cx="293760" cy="360"/>
            </a:xfrm>
            <a:prstGeom prst="straightConnector1">
              <a:avLst/>
            </a:prstGeom>
            <a:ln w="19080">
              <a:solidFill>
                <a:srgbClr val="ffffff"/>
              </a:solidFill>
              <a:miter/>
              <a:tailEnd len="med" type="triangle" w="med"/>
            </a:ln>
          </p:spPr>
        </p:cxnSp>
        <p:cxnSp>
          <p:nvCxnSpPr>
            <p:cNvPr id="706" name="Rett pil 40"/>
            <p:cNvCxnSpPr/>
            <p:nvPr/>
          </p:nvCxnSpPr>
          <p:spPr>
            <a:xfrm flipH="1">
              <a:off x="6762240" y="2460600"/>
              <a:ext cx="267840" cy="360"/>
            </a:xfrm>
            <a:prstGeom prst="straightConnector1">
              <a:avLst/>
            </a:prstGeom>
            <a:ln w="19080">
              <a:solidFill>
                <a:srgbClr val="ffffff"/>
              </a:solidFill>
              <a:miter/>
              <a:tailEnd len="med" type="triangle" w="med"/>
            </a:ln>
          </p:spPr>
        </p:cxnSp>
        <p:cxnSp>
          <p:nvCxnSpPr>
            <p:cNvPr id="707" name="Rett pil 41"/>
            <p:cNvCxnSpPr/>
            <p:nvPr/>
          </p:nvCxnSpPr>
          <p:spPr>
            <a:xfrm>
              <a:off x="6774480" y="2541240"/>
              <a:ext cx="294480" cy="360"/>
            </a:xfrm>
            <a:prstGeom prst="straightConnector1">
              <a:avLst/>
            </a:prstGeom>
            <a:ln w="19080">
              <a:solidFill>
                <a:srgbClr val="ffffff"/>
              </a:solidFill>
              <a:miter/>
              <a:tailEnd len="med" type="triangle" w="med"/>
            </a:ln>
          </p:spPr>
        </p:cxnSp>
        <p:cxnSp>
          <p:nvCxnSpPr>
            <p:cNvPr id="708" name="Rett pil 42"/>
            <p:cNvCxnSpPr/>
            <p:nvPr/>
          </p:nvCxnSpPr>
          <p:spPr>
            <a:xfrm>
              <a:off x="6773760" y="2619720"/>
              <a:ext cx="295200" cy="360"/>
            </a:xfrm>
            <a:prstGeom prst="straightConnector1">
              <a:avLst/>
            </a:prstGeom>
            <a:ln w="19080">
              <a:solidFill>
                <a:srgbClr val="ffffff"/>
              </a:solidFill>
              <a:miter/>
              <a:tailEnd len="med" type="triangle" w="med"/>
            </a:ln>
          </p:spPr>
        </p:cxnSp>
      </p:grpSp>
      <p:pic>
        <p:nvPicPr>
          <p:cNvPr id="709" name="" descr=""/>
          <p:cNvPicPr/>
          <p:nvPr/>
        </p:nvPicPr>
        <p:blipFill>
          <a:blip r:embed="rId8">
            <a:alphaModFix amt="0"/>
          </a:blip>
          <a:stretch/>
        </p:blipFill>
        <p:spPr>
          <a:xfrm>
            <a:off x="3060360" y="2220120"/>
            <a:ext cx="839880" cy="839880"/>
          </a:xfrm>
          <a:prstGeom prst="rect">
            <a:avLst/>
          </a:prstGeom>
          <a:ln w="0">
            <a:noFill/>
          </a:ln>
        </p:spPr>
      </p:pic>
      <p:pic>
        <p:nvPicPr>
          <p:cNvPr id="710" name="" descr=""/>
          <p:cNvPicPr/>
          <p:nvPr/>
        </p:nvPicPr>
        <p:blipFill>
          <a:blip r:embed="rId9">
            <a:alphaModFix amt="0"/>
          </a:blip>
          <a:stretch/>
        </p:blipFill>
        <p:spPr>
          <a:xfrm>
            <a:off x="3060720" y="2220480"/>
            <a:ext cx="839880" cy="839880"/>
          </a:xfrm>
          <a:prstGeom prst="rect">
            <a:avLst/>
          </a:prstGeom>
          <a:ln w="0">
            <a:noFill/>
          </a:ln>
        </p:spPr>
      </p:pic>
      <p:pic>
        <p:nvPicPr>
          <p:cNvPr id="711" name="" descr=""/>
          <p:cNvPicPr/>
          <p:nvPr/>
        </p:nvPicPr>
        <p:blipFill>
          <a:blip r:embed="rId10">
            <a:alphaModFix amt="0"/>
          </a:blip>
          <a:stretch/>
        </p:blipFill>
        <p:spPr>
          <a:xfrm>
            <a:off x="8700480" y="2145600"/>
            <a:ext cx="839880" cy="8398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 2013 - 2022</Template>
  <TotalTime>1078</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2023-03-05T10:23:57Z</dcterms:created>
  <dc:creator>Simen Gangstad</dc:creator>
  <dc:description/>
  <dc:language>en-GB</dc:language>
  <cp:lastModifiedBy/>
  <dcterms:modified xsi:type="dcterms:W3CDTF">2026-09-22T17:39:54Z</dcterms:modified>
  <cp:revision>53</cp:revision>
  <dc:subject/>
  <dc:title>Day 2</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7</vt:r8>
  </property>
  <property fmtid="{D5CDD505-2E9C-101B-9397-08002B2CF9AE}" pid="3" name="PresentationFormat">
    <vt:lpwstr>Widescreen</vt:lpwstr>
  </property>
  <property fmtid="{D5CDD505-2E9C-101B-9397-08002B2CF9AE}" pid="4" name="Slides">
    <vt:r8>18</vt:r8>
  </property>
</Properties>
</file>